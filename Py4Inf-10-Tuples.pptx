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3" r:id="rId2"/>
    <p:sldMasterId id="2147483694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6858000" cy="9144000"/>
  <p:embeddedFontLst>
    <p:embeddedFont>
      <p:font typeface="Cabin" charset="0"/>
      <p:regular r:id="rId21"/>
      <p:bold r:id="rId22"/>
      <p:italic r:id="rId23"/>
      <p:boldItalic r:id="rId24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774" y="-90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98" name="Shape 9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32" name="Shape 13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1" name="Shape 18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27" name="Shape 22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 rot="5400000">
            <a:off x="9236075" y="2441574"/>
            <a:ext cx="7708899" cy="3308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 rot="5400000">
            <a:off x="2543175" y="-790575"/>
            <a:ext cx="7708899" cy="97726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 rot="5400000">
            <a:off x="5448299" y="-1346199"/>
            <a:ext cx="5359400" cy="132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82042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3" name="Shape 19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7" name="Shape 19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8" name="Shape 19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05" name="Shape 20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6" name="Shape 20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07" name="Shape 20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1" name="Shape 21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20" name="Shape 22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python.org/moin/HowTo/Sort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10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Tuples are like lists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1282700" y="2590800"/>
            <a:ext cx="13233299" cy="19556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Tuples are another kind of sequence that functions much like a list - they have elements which are indexed starting at 0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1409912" y="4878625"/>
            <a:ext cx="9142499" cy="355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('Glenn', 'Sally', 'Joseph')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Joseph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( 1, 9, 2 )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print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(1, 9, 2)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10813150" y="4881350"/>
            <a:ext cx="4572000" cy="355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iter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but... Tuples</a:t>
            </a: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are </a:t>
            </a:r>
            <a:r>
              <a:rPr lang="en-US" sz="78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7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immutable</a:t>
            </a:r>
            <a:r>
              <a:rPr lang="en-US" sz="78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1511300" y="2527300"/>
            <a:ext cx="13233299" cy="18389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Unlike a list, once you create a </a:t>
            </a:r>
            <a:r>
              <a:rPr lang="en-US" sz="3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tuple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you </a:t>
            </a:r>
            <a:r>
              <a:rPr lang="en-US" sz="3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cannot alter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its contents - similar to a string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749300" y="4876800"/>
            <a:ext cx="5078400" cy="2837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[9, 8, 7]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[9, 8, 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5994400" y="5029200"/>
            <a:ext cx="4394200" cy="3390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'ABC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'D</a:t>
            </a:r>
            <a:r>
              <a:rPr lang="en-US" sz="3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Traceback:'str' object does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not support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Assignment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11099800" y="5029200"/>
            <a:ext cx="4927599" cy="3390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(5, 4, 3)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[2]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Traceback:'tuple' object does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not support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Assignment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Things </a:t>
            </a:r>
            <a:r>
              <a:rPr lang="en-US" sz="7800" b="0" i="0" u="none" strike="noStrike" cap="none" baseline="0">
                <a:solidFill>
                  <a:srgbClr val="FF66FF"/>
                </a:solidFill>
                <a:latin typeface="Cabin"/>
                <a:ea typeface="Cabin"/>
                <a:cs typeface="Cabin"/>
                <a:sym typeface="Cabin"/>
              </a:rPr>
              <a:t>not</a:t>
            </a: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do with </a:t>
            </a:r>
            <a:r>
              <a:rPr lang="en-US" sz="7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1422400" y="2527300"/>
            <a:ext cx="13416000" cy="5416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(3, 2, 1)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.sort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Traceback: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AttributeError: 'tuple' object has no attribute 'sort</a:t>
            </a:r>
            <a:r>
              <a:rPr lang="en-US" sz="3000" b="1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.append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(5)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Traceback: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AttributeError: 'tuple' object has no attribute 'append</a:t>
            </a:r>
            <a:r>
              <a:rPr lang="en-US" sz="3000" b="1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.reverse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Traceback: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AttributeError: 'tuple' object has no attribute 'reverse</a:t>
            </a:r>
            <a:r>
              <a:rPr lang="en-US" sz="3000" b="1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 Tale of  Two Sequences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1765300" y="3454400"/>
            <a:ext cx="12712699" cy="3860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['append', 'count', 'extend', 'index', 'insert', 'pop', 'remove', 'reverse', 'sort']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['count', 'index']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Tuples are more efficient</a:t>
            </a:r>
          </a:p>
        </p:txBody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299" cy="46281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Since Python does not have to build tuple structures to be modifiable, they are simpler and more efficient in terms of memory use and performance than lists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 in our program when we are making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temporary variables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we prefer tuples over lists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and Assignment</a:t>
            </a:r>
          </a:p>
        </p:txBody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26034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also put a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on the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left</a:t>
            </a:r>
            <a:r>
              <a:rPr lang="en-US" sz="36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hand side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an assignment statement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even omit the parenthes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4889500" y="5454650"/>
            <a:ext cx="7378699" cy="292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3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(x, y)</a:t>
            </a: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3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(4, 'fred')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3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3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3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(a, b)</a:t>
            </a: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3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(99, 98)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3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99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2057400" y="203200"/>
            <a:ext cx="12064199" cy="24549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and Dictionaries</a:t>
            </a:r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530850" y="2573150"/>
            <a:ext cx="5772300" cy="30762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items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 method in dictionaries returns a list of (key, value)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</a:p>
        </p:txBody>
      </p:sp>
      <p:sp>
        <p:nvSpPr>
          <p:cNvPr id="136" name="Shape 136"/>
          <p:cNvSpPr txBox="1"/>
          <p:nvPr/>
        </p:nvSpPr>
        <p:spPr>
          <a:xfrm>
            <a:off x="7601050" y="2182500"/>
            <a:ext cx="7070400" cy="6248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d = dict()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2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['csev']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2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['cwen']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(k,v)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2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csev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cwen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tups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2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tups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('csev', 2)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('cwen', 4)</a:t>
            </a: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are </a:t>
            </a:r>
            <a:r>
              <a:rPr lang="en-US" sz="78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Comparable</a:t>
            </a:r>
          </a:p>
        </p:txBody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1511300" y="2311400"/>
            <a:ext cx="13233299" cy="19457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comparison </a:t>
            </a:r>
            <a:r>
              <a:rPr lang="en-US" sz="38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operators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work with </a:t>
            </a:r>
            <a:r>
              <a:rPr lang="en-US" sz="3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other sequences. If the first item is equal, Python goes on to the next element,  and so on, until it finds elements that differ.</a:t>
            </a:r>
          </a:p>
        </p:txBody>
      </p:sp>
      <p:sp>
        <p:nvSpPr>
          <p:cNvPr id="143" name="Shape 143"/>
          <p:cNvSpPr txBox="1"/>
          <p:nvPr/>
        </p:nvSpPr>
        <p:spPr>
          <a:xfrm>
            <a:off x="3352800" y="4826000"/>
            <a:ext cx="11404500" cy="3860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(0, 1, 2) </a:t>
            </a:r>
            <a:r>
              <a:rPr lang="en-US" sz="32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(5, 1, 2)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(0, 1, 2000000) </a:t>
            </a:r>
            <a:r>
              <a:rPr lang="en-US" sz="32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(0, 3, 4)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 'Jones', 'Sally' ) </a:t>
            </a:r>
            <a:r>
              <a:rPr lang="en-US" sz="32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('Jones', 'Sam')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 'Jones', 'Sally') </a:t>
            </a:r>
            <a:r>
              <a:rPr lang="en-US" sz="32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32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('Adams', 'Sam')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Sorting Lists of </a:t>
            </a:r>
            <a:r>
              <a:rPr lang="en-US" sz="78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</a:p>
        </p:txBody>
      </p:sp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31241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take advantage of the ability to sort a list of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to get a sorted version of a dictionary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First we sort the dictionary by the key using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items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 method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4876800" y="5403850"/>
            <a:ext cx="8469300" cy="3390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{'a':10, 'b':1, 'c':22}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('a', 10)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('c', 22)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('b', 1)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.sort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('a', 10)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('b', 1)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('c', 22)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xfrm>
            <a:off x="787400" y="762000"/>
            <a:ext cx="4851400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Using </a:t>
            </a:r>
            <a:r>
              <a:rPr lang="en-US" sz="7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sorted</a:t>
            </a: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()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7131975" y="1132925"/>
            <a:ext cx="9123900" cy="6705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{'a':10, 'b':1, 'c':22}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('a', 10), ('c', 22), ('b', 1)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('a', 10)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('b', 1)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('c', 22)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k, v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 10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 22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1206037" y="3705550"/>
            <a:ext cx="5054700" cy="3454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We can do this even more directly using the built-in function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sorted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takes a sequence as a parameter and returns a sorted sequence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Sort</a:t>
            </a: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by </a:t>
            </a:r>
            <a:r>
              <a:rPr lang="en-US" sz="7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values</a:t>
            </a: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instead of key</a:t>
            </a:r>
          </a:p>
        </p:txBody>
      </p:sp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972550" y="2590800"/>
            <a:ext cx="5517300" cy="52014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we could construct a list of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tuples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the form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(value, key)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we could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sort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by value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do this with a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loop that creates a list of tuples  </a:t>
            </a:r>
          </a:p>
        </p:txBody>
      </p:sp>
      <p:sp>
        <p:nvSpPr>
          <p:cNvPr id="164" name="Shape 164"/>
          <p:cNvSpPr txBox="1"/>
          <p:nvPr/>
        </p:nvSpPr>
        <p:spPr>
          <a:xfrm>
            <a:off x="7569200" y="2603500"/>
            <a:ext cx="9105900" cy="4800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{'a':10, 'b':1, 'c':22}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k, v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.append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(v, k)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[(10, 'a'), (22, 'c'), (1, 'b')]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.sort(reverse=True)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[(22, 'c'), (10, 'a'), (1, 'b')]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/>
          <p:nvPr/>
        </p:nvSpPr>
        <p:spPr>
          <a:xfrm>
            <a:off x="1016950" y="803250"/>
            <a:ext cx="13487400" cy="753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('romeo.txt')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dict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fhand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.split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counts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[word]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counts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.get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word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0 ) + 1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key, val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counts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.append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(val, key)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ourier New"/>
              <a:buNone/>
            </a:pPr>
            <a:endParaRPr sz="3000" b="1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.sort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reverse=True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Courier New"/>
              <a:buNone/>
            </a:pPr>
            <a:endParaRPr sz="3000" b="1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val, key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lst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[:10]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</a:p>
        </p:txBody>
      </p:sp>
      <p:sp>
        <p:nvSpPr>
          <p:cNvPr id="170" name="Shape 170"/>
          <p:cNvSpPr txBox="1"/>
          <p:nvPr/>
        </p:nvSpPr>
        <p:spPr>
          <a:xfrm>
            <a:off x="11953875" y="7505700"/>
            <a:ext cx="3937000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The top 10 most common words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Even Shorter Version</a:t>
            </a:r>
          </a:p>
        </p:txBody>
      </p:sp>
      <p:sp>
        <p:nvSpPr>
          <p:cNvPr id="176" name="Shape 176"/>
          <p:cNvSpPr txBox="1"/>
          <p:nvPr/>
        </p:nvSpPr>
        <p:spPr>
          <a:xfrm>
            <a:off x="2612650" y="8255000"/>
            <a:ext cx="113066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8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http://wiki.python.org/moin/HowTo/Sorting</a:t>
            </a:r>
          </a:p>
        </p:txBody>
      </p:sp>
      <p:sp>
        <p:nvSpPr>
          <p:cNvPr id="177" name="Shape 177"/>
          <p:cNvSpPr txBox="1"/>
          <p:nvPr/>
        </p:nvSpPr>
        <p:spPr>
          <a:xfrm>
            <a:off x="800100" y="2686050"/>
            <a:ext cx="14294400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{'a':10, 'b':1, 'c':22}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(v,k)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k,v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.items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baseline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[(1, 'b'), (10, 'a'), (22, 'c')]</a:t>
            </a:r>
          </a:p>
        </p:txBody>
      </p:sp>
      <p:sp>
        <p:nvSpPr>
          <p:cNvPr id="178" name="Shape 178"/>
          <p:cNvSpPr txBox="1"/>
          <p:nvPr/>
        </p:nvSpPr>
        <p:spPr>
          <a:xfrm>
            <a:off x="1879600" y="6388100"/>
            <a:ext cx="12915900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List comprehension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creates a dynamic list.  In this case, we make a list of reversed tuples and then sort it.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2273300" y="2590800"/>
            <a:ext cx="5175300" cy="45191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Tuple syntax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Immutability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Comparability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Sorting</a:t>
            </a:r>
          </a:p>
        </p:txBody>
      </p:sp>
      <p:sp>
        <p:nvSpPr>
          <p:cNvPr id="224" name="Shape 224"/>
          <p:cNvSpPr txBox="1">
            <a:spLocks noGrp="1"/>
          </p:cNvSpPr>
          <p:nvPr>
            <p:ph type="body" idx="2"/>
          </p:nvPr>
        </p:nvSpPr>
        <p:spPr>
          <a:xfrm>
            <a:off x="7226300" y="2448625"/>
            <a:ext cx="6379199" cy="42654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Tuples in assignment statements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Sorting dictionaries by either key or value 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35112" y="251520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smtClean="0"/>
              <a:t>Chapter 10 </a:t>
            </a:r>
            <a:r>
              <a:rPr lang="en-US" sz="8000" b="1" dirty="0" smtClean="0"/>
              <a:t>: Finished</a:t>
            </a:r>
          </a:p>
          <a:p>
            <a:endParaRPr lang="en-US" sz="8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00208" y="7209001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Any Doubt?</a:t>
            </a:r>
            <a:endParaRPr lang="en-US" sz="8000" b="1" dirty="0"/>
          </a:p>
        </p:txBody>
      </p:sp>
      <p:pic>
        <p:nvPicPr>
          <p:cNvPr id="2" name="Picture 2" descr="C:\Users\ATUL one\Desktop\194ug5e9ds0ydgif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7200" y="1443531"/>
            <a:ext cx="10225136" cy="575163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1066</Words>
  <Application>Microsoft Office PowerPoint</Application>
  <PresentationFormat>Custom</PresentationFormat>
  <Paragraphs>163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Cabin</vt:lpstr>
      <vt:lpstr>Courier New</vt:lpstr>
      <vt:lpstr>Title &amp; Subtitle</vt:lpstr>
      <vt:lpstr>Title &amp; Bullets</vt:lpstr>
      <vt:lpstr>Title &amp; Bullets - 2 Column</vt:lpstr>
      <vt:lpstr>Tuples</vt:lpstr>
      <vt:lpstr>Tuples are like lists</vt:lpstr>
      <vt:lpstr>but... Tuples are “immutable”</vt:lpstr>
      <vt:lpstr>Things not to do with tuples</vt:lpstr>
      <vt:lpstr>A Tale of  Two Sequences</vt:lpstr>
      <vt:lpstr>Tuples are more efficient</vt:lpstr>
      <vt:lpstr>Tuples and Assignment</vt:lpstr>
      <vt:lpstr>Tuples and Dictionaries</vt:lpstr>
      <vt:lpstr>Tuples are Comparable</vt:lpstr>
      <vt:lpstr>Sorting Lists of Tuples</vt:lpstr>
      <vt:lpstr>Using sorted()</vt:lpstr>
      <vt:lpstr>Sort by values instead of key</vt:lpstr>
      <vt:lpstr>Slide 13</vt:lpstr>
      <vt:lpstr>Even Shorter Version</vt:lpstr>
      <vt:lpstr>Summary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Tuples</dc:title>
  <cp:lastModifiedBy>Atul Ghumade</cp:lastModifiedBy>
  <cp:revision>3</cp:revision>
  <dcterms:modified xsi:type="dcterms:W3CDTF">2015-09-11T18:10:24Z</dcterms:modified>
</cp:coreProperties>
</file>