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slideLayouts/slideLayout5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5" r:id="rId2"/>
    <p:sldMasterId id="2147483706" r:id="rId3"/>
    <p:sldMasterId id="2147483707" r:id="rId4"/>
    <p:sldMasterId id="2147483708" r:id="rId5"/>
    <p:sldMasterId id="2147483709" r:id="rId6"/>
  </p:sldMasterIdLst>
  <p:notesMasterIdLst>
    <p:notesMasterId r:id="rId53"/>
  </p:notesMasterIdLst>
  <p:sldIdLst>
    <p:sldId id="256" r:id="rId7"/>
    <p:sldId id="257" r:id="rId8"/>
    <p:sldId id="258" r:id="rId9"/>
    <p:sldId id="259" r:id="rId10"/>
    <p:sldId id="260" r:id="rId11"/>
    <p:sldId id="261" r:id="rId12"/>
    <p:sldId id="262" r:id="rId13"/>
    <p:sldId id="265" r:id="rId14"/>
    <p:sldId id="266" r:id="rId15"/>
    <p:sldId id="269" r:id="rId16"/>
    <p:sldId id="270" r:id="rId17"/>
    <p:sldId id="272" r:id="rId18"/>
    <p:sldId id="303" r:id="rId19"/>
    <p:sldId id="273" r:id="rId20"/>
    <p:sldId id="274" r:id="rId21"/>
    <p:sldId id="275" r:id="rId22"/>
    <p:sldId id="278" r:id="rId23"/>
    <p:sldId id="308" r:id="rId24"/>
    <p:sldId id="304" r:id="rId25"/>
    <p:sldId id="281" r:id="rId26"/>
    <p:sldId id="305" r:id="rId27"/>
    <p:sldId id="307" r:id="rId28"/>
    <p:sldId id="306" r:id="rId29"/>
    <p:sldId id="282" r:id="rId30"/>
    <p:sldId id="283" r:id="rId31"/>
    <p:sldId id="309" r:id="rId32"/>
    <p:sldId id="310" r:id="rId33"/>
    <p:sldId id="284" r:id="rId34"/>
    <p:sldId id="311" r:id="rId35"/>
    <p:sldId id="285" r:id="rId36"/>
    <p:sldId id="286" r:id="rId37"/>
    <p:sldId id="287"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16256000" cy="9144000"/>
  <p:notesSz cx="6858000" cy="9144000"/>
  <p:embeddedFontLst>
    <p:embeddedFont>
      <p:font typeface="Cabin" panose="020B0604020202020204" charset="0"/>
      <p:regular r:id="rId54"/>
      <p:bold r:id="rId55"/>
      <p:italic r:id="rId56"/>
      <p:boldItalic r:id="rId57"/>
    </p:embeddedFont>
    <p:embeddedFont>
      <p:font typeface="Ovo" panose="020B0604020202020204" charset="0"/>
      <p:regular r:id="rId58"/>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3" d="100"/>
          <a:sy n="53" d="100"/>
        </p:scale>
        <p:origin x="672" y="48"/>
      </p:cViewPr>
      <p:guideLst>
        <p:guide orient="horz" pos="2880"/>
        <p:guide pos="5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font" Target="fonts/font2.fntdata"/><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font" Target="fonts/font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notesMaster" Target="notesMasters/notesMaster1.xml"/><Relationship Id="rId58" Type="http://schemas.openxmlformats.org/officeDocument/2006/relationships/font" Target="fonts/font5.fntdata"/><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font" Target="fonts/font4.fntdata"/><Relationship Id="rId61"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3.fntdata"/><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0" y="0"/>
            <a:ext cx="2971799" cy="457200"/>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3" name="Shape 3"/>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indent="0" algn="r" rtl="0">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4" name="Shape 4"/>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rnd" cmpd="sng">
            <a:solidFill>
              <a:srgbClr val="000000"/>
            </a:solidFill>
            <a:prstDash val="solid"/>
            <a:miter/>
            <a:headEnd type="none" w="med" len="med"/>
            <a:tailEnd type="none" w="med" len="med"/>
          </a:ln>
        </p:spPr>
      </p:sp>
      <p:sp>
        <p:nvSpPr>
          <p:cNvPr id="5" name="Shape 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6" name="Shape 6"/>
          <p:cNvSpPr txBox="1">
            <a:spLocks noGrp="1"/>
          </p:cNvSpPr>
          <p:nvPr>
            <p:ph type="ftr" idx="11"/>
          </p:nvPr>
        </p:nvSpPr>
        <p:spPr>
          <a:xfrm>
            <a:off x="0" y="8685211"/>
            <a:ext cx="2971799" cy="457200"/>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7" name="Shape 7"/>
          <p:cNvSpPr txBox="1">
            <a:spLocks noGrp="1"/>
          </p:cNvSpPr>
          <p:nvPr>
            <p:ph type="sldNum" idx="12"/>
          </p:nvPr>
        </p:nvSpPr>
        <p:spPr>
          <a:xfrm>
            <a:off x="3884612" y="8685211"/>
            <a:ext cx="2971799" cy="457200"/>
          </a:xfrm>
          <a:prstGeom prst="rect">
            <a:avLst/>
          </a:prstGeom>
          <a:noFill/>
          <a:ln>
            <a:noFill/>
          </a:ln>
        </p:spPr>
        <p:txBody>
          <a:bodyPr lIns="91425" tIns="91425" rIns="91425" bIns="91425" anchor="b" anchorCtr="0">
            <a:noAutofit/>
          </a:bodyPr>
          <a:lstStyle/>
          <a:p>
            <a:pPr marL="0" marR="0" lvl="0" indent="0" algn="r" rtl="0">
              <a:spcBef>
                <a:spcPts val="0"/>
              </a:spcBef>
            </a:pPr>
            <a:endParaRPr/>
          </a:p>
          <a:p>
            <a:pPr lvl="1">
              <a:spcBef>
                <a:spcPts val="0"/>
              </a:spcBef>
            </a:pPr>
            <a:endParaRPr/>
          </a:p>
          <a:p>
            <a:pPr lvl="2">
              <a:spcBef>
                <a:spcPts val="0"/>
              </a:spcBef>
            </a:pPr>
            <a:endParaRPr/>
          </a:p>
          <a:p>
            <a:pPr lvl="3">
              <a:spcBef>
                <a:spcPts val="0"/>
              </a:spcBef>
            </a:pPr>
            <a:endParaRPr/>
          </a:p>
          <a:p>
            <a:pPr lvl="4">
              <a:spcBef>
                <a:spcPts val="0"/>
              </a:spcBef>
            </a:pPr>
            <a:endParaRPr/>
          </a:p>
          <a:p>
            <a:pPr lvl="5">
              <a:spcBef>
                <a:spcPts val="0"/>
              </a:spcBef>
            </a:pPr>
            <a:endParaRPr/>
          </a:p>
          <a:p>
            <a:pPr lvl="6">
              <a:spcBef>
                <a:spcPts val="0"/>
              </a:spcBef>
            </a:pPr>
            <a:endParaRPr/>
          </a:p>
          <a:p>
            <a:pPr lvl="7">
              <a:spcBef>
                <a:spcPts val="0"/>
              </a:spcBef>
            </a:pPr>
            <a:endParaRPr/>
          </a:p>
          <a:p>
            <a:pPr lvl="8">
              <a:spcBef>
                <a:spcPts val="0"/>
              </a:spcBef>
            </a:pPr>
            <a:endParaRPr/>
          </a:p>
        </p:txBody>
      </p:sp>
    </p:spTree>
    <p:extLst>
      <p:ext uri="{BB962C8B-B14F-4D97-AF65-F5344CB8AC3E}">
        <p14:creationId xmlns:p14="http://schemas.microsoft.com/office/powerpoint/2010/main" val="135173791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Shape 5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lang="en-US" dirty="0">
              <a:solidFill>
                <a:schemeClr val="dk2"/>
              </a:solidFill>
            </a:endParaRPr>
          </a:p>
        </p:txBody>
      </p:sp>
      <p:sp>
        <p:nvSpPr>
          <p:cNvPr id="55" name="Shape 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896382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dirty="0"/>
          </a:p>
        </p:txBody>
      </p:sp>
      <p:sp>
        <p:nvSpPr>
          <p:cNvPr id="110" name="Shape 1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671338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28" name="Shape 1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473736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34" name="Shape 1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519043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94" name="Shape 1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887287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00" name="Shape 2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782550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06" name="Shape 2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7019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Shape 2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29" name="Shape 2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303266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Shape 2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37" name="Shape 2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646825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57" name="Shape 2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343642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Shape 29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0" name="Shape 3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279251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Shape 32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22" name="Shape 3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009827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6" name="Shape 3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346360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Shape 36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69" name="Shape 3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786497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Shape 38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87" name="Shape 3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397906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Shape 4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05" name="Shape 4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486239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Shape 42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25" name="Shape 4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072109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764135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Shape 45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52" name="Shape 4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512757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Shape 46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64" name="Shape 4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209212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185497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Shape 4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77" name="Shape 4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871270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Shape 48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82" name="Shape 4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037857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Shape 48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88" name="Shape 4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756468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Shape 50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03" name="Shape 5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134142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Shape 51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17" name="Shape 5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763172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Shape 52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22" name="Shape 5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734639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Shape 52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28" name="Shape 5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480669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Shape 53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33" name="Shape 5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141158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39" name="Shape 5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667129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Shape 54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3034682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Shape 5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63" name="Shape 5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6050892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Shape 5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93" name="Shape 5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275094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Shape 62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22" name="Shape 6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2989131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Shape 6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28" name="Shape 6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3150222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Shape 6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34" name="Shape 6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28072224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Shape 63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40" name="Shape 6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4060935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Shape 6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9" name="Shape 64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2342780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11"/>
        <p:cNvGrpSpPr/>
        <p:nvPr/>
      </p:nvGrpSpPr>
      <p:grpSpPr>
        <a:xfrm>
          <a:off x="0" y="0"/>
          <a:ext cx="0" cy="0"/>
          <a:chOff x="0" y="0"/>
          <a:chExt cx="0" cy="0"/>
        </a:xfrm>
      </p:grpSpPr>
      <p:sp>
        <p:nvSpPr>
          <p:cNvPr id="12" name="Shape 12"/>
          <p:cNvSpPr txBox="1">
            <a:spLocks noGrp="1"/>
          </p:cNvSpPr>
          <p:nvPr>
            <p:ph type="title"/>
          </p:nvPr>
        </p:nvSpPr>
        <p:spPr>
          <a:xfrm rot="5400000">
            <a:off x="11231562" y="1909762"/>
            <a:ext cx="4229100" cy="3482975"/>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3" name="Shape 13"/>
          <p:cNvSpPr txBox="1">
            <a:spLocks noGrp="1"/>
          </p:cNvSpPr>
          <p:nvPr>
            <p:ph type="body" idx="1"/>
          </p:nvPr>
        </p:nvSpPr>
        <p:spPr>
          <a:xfrm rot="5400000">
            <a:off x="4189412" y="-1497012"/>
            <a:ext cx="4229100" cy="10296524"/>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4"/>
        <p:cNvGrpSpPr/>
        <p:nvPr/>
      </p:nvGrpSpPr>
      <p:grpSpPr>
        <a:xfrm>
          <a:off x="0" y="0"/>
          <a:ext cx="0" cy="0"/>
          <a:chOff x="0" y="0"/>
          <a:chExt cx="0" cy="0"/>
        </a:xfrm>
      </p:grpSpPr>
      <p:sp>
        <p:nvSpPr>
          <p:cNvPr id="15" name="Shape 15"/>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6" name="Shape 16"/>
          <p:cNvSpPr txBox="1">
            <a:spLocks noGrp="1"/>
          </p:cNvSpPr>
          <p:nvPr>
            <p:ph type="body" idx="1"/>
          </p:nvPr>
        </p:nvSpPr>
        <p:spPr>
          <a:xfrm rot="5400000">
            <a:off x="7594599" y="-1727200"/>
            <a:ext cx="1054100" cy="139319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9" name="Shape 19"/>
          <p:cNvSpPr>
            <a:spLocks noGrp="1"/>
          </p:cNvSpPr>
          <p:nvPr>
            <p:ph type="pic" idx="2"/>
          </p:nvPr>
        </p:nvSpPr>
        <p:spPr>
          <a:xfrm>
            <a:off x="3186113" y="817562"/>
            <a:ext cx="9753599" cy="5486399"/>
          </a:xfrm>
          <a:prstGeom prst="rect">
            <a:avLst/>
          </a:prstGeom>
          <a:noFill/>
          <a:ln>
            <a:noFill/>
          </a:ln>
        </p:spPr>
      </p:sp>
      <p:sp>
        <p:nvSpPr>
          <p:cNvPr id="20" name="Shape 20"/>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3" name="Shape 23"/>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4" name="Shape 24"/>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6"/>
        <p:cNvGrpSpPr/>
        <p:nvPr/>
      </p:nvGrpSpPr>
      <p:grpSpPr>
        <a:xfrm>
          <a:off x="0" y="0"/>
          <a:ext cx="0" cy="0"/>
          <a:chOff x="0" y="0"/>
          <a:chExt cx="0" cy="0"/>
        </a:xfrm>
      </p:grpSpPr>
      <p:sp>
        <p:nvSpPr>
          <p:cNvPr id="27" name="Shape 27"/>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812800" y="366712"/>
            <a:ext cx="14630400" cy="1524000"/>
          </a:xfrm>
          <a:prstGeom prst="rect">
            <a:avLst/>
          </a:prstGeom>
          <a:noFill/>
          <a:ln>
            <a:noFill/>
          </a:ln>
        </p:spPr>
        <p:txBody>
          <a:bodyPr lIns="91425" tIns="91425" rIns="91425" bIns="91425" anchor="b"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0" name="Shape 30"/>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31" name="Shape 31"/>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2" name="Shape 32"/>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33" name="Shape 33"/>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6" name="Shape 36"/>
          <p:cNvSpPr txBox="1">
            <a:spLocks noGrp="1"/>
          </p:cNvSpPr>
          <p:nvPr>
            <p:ph type="body" idx="1"/>
          </p:nvPr>
        </p:nvSpPr>
        <p:spPr>
          <a:xfrm>
            <a:off x="115570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7" name="Shape 37"/>
          <p:cNvSpPr txBox="1">
            <a:spLocks noGrp="1"/>
          </p:cNvSpPr>
          <p:nvPr>
            <p:ph type="body" idx="2"/>
          </p:nvPr>
        </p:nvSpPr>
        <p:spPr>
          <a:xfrm>
            <a:off x="819785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0" name="Shape 40"/>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1"/>
        <p:cNvGrpSpPr/>
        <p:nvPr/>
      </p:nvGrpSpPr>
      <p:grpSpPr>
        <a:xfrm>
          <a:off x="0" y="0"/>
          <a:ext cx="0" cy="0"/>
          <a:chOff x="0" y="0"/>
          <a:chExt cx="0" cy="0"/>
        </a:xfrm>
      </p:grpSpPr>
      <p:sp>
        <p:nvSpPr>
          <p:cNvPr id="42" name="Shape 42"/>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3" name="Shape 43"/>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4"/>
        <p:cNvGrpSpPr/>
        <p:nvPr/>
      </p:nvGrpSpPr>
      <p:grpSpPr>
        <a:xfrm>
          <a:off x="0" y="0"/>
          <a:ext cx="0" cy="0"/>
          <a:chOff x="0" y="0"/>
          <a:chExt cx="0" cy="0"/>
        </a:xfrm>
      </p:grpSpPr>
      <p:sp>
        <p:nvSpPr>
          <p:cNvPr id="45" name="Shape 45"/>
          <p:cNvSpPr txBox="1">
            <a:spLocks noGrp="1"/>
          </p:cNvSpPr>
          <p:nvPr>
            <p:ph type="ctrTitle"/>
          </p:nvPr>
        </p:nvSpPr>
        <p:spPr>
          <a:xfrm>
            <a:off x="1219200" y="2840038"/>
            <a:ext cx="13817599" cy="1960561"/>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6" name="Shape 46"/>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59"/>
        <p:cNvGrpSpPr/>
        <p:nvPr/>
      </p:nvGrpSpPr>
      <p:grpSpPr>
        <a:xfrm>
          <a:off x="0" y="0"/>
          <a:ext cx="0" cy="0"/>
          <a:chOff x="0" y="0"/>
          <a:chExt cx="0" cy="0"/>
        </a:xfrm>
      </p:grpSpPr>
      <p:sp>
        <p:nvSpPr>
          <p:cNvPr id="60" name="Shape 60"/>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1" name="Shape 61"/>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62"/>
        <p:cNvGrpSpPr/>
        <p:nvPr/>
      </p:nvGrpSpPr>
      <p:grpSpPr>
        <a:xfrm>
          <a:off x="0" y="0"/>
          <a:ext cx="0" cy="0"/>
          <a:chOff x="0" y="0"/>
          <a:chExt cx="0" cy="0"/>
        </a:xfrm>
      </p:grpSpPr>
      <p:sp>
        <p:nvSpPr>
          <p:cNvPr id="63" name="Shape 6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4" name="Shape 64"/>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 name="Shape 67"/>
          <p:cNvSpPr>
            <a:spLocks noGrp="1"/>
          </p:cNvSpPr>
          <p:nvPr>
            <p:ph type="pic" idx="2"/>
          </p:nvPr>
        </p:nvSpPr>
        <p:spPr>
          <a:xfrm>
            <a:off x="3186113" y="817562"/>
            <a:ext cx="9753599" cy="5486399"/>
          </a:xfrm>
          <a:prstGeom prst="rect">
            <a:avLst/>
          </a:prstGeom>
          <a:noFill/>
          <a:ln>
            <a:noFill/>
          </a:ln>
        </p:spPr>
      </p:sp>
      <p:sp>
        <p:nvSpPr>
          <p:cNvPr id="68" name="Shape 68"/>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69"/>
        <p:cNvGrpSpPr/>
        <p:nvPr/>
      </p:nvGrpSpPr>
      <p:grpSpPr>
        <a:xfrm>
          <a:off x="0" y="0"/>
          <a:ext cx="0" cy="0"/>
          <a:chOff x="0" y="0"/>
          <a:chExt cx="0" cy="0"/>
        </a:xfrm>
      </p:grpSpPr>
      <p:sp>
        <p:nvSpPr>
          <p:cNvPr id="70" name="Shape 70"/>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1" name="Shape 71"/>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2" name="Shape 72"/>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73"/>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76"/>
        <p:cNvGrpSpPr/>
        <p:nvPr/>
      </p:nvGrpSpPr>
      <p:grpSpPr>
        <a:xfrm>
          <a:off x="0" y="0"/>
          <a:ext cx="0" cy="0"/>
          <a:chOff x="0" y="0"/>
          <a:chExt cx="0" cy="0"/>
        </a:xfrm>
      </p:grpSpPr>
      <p:sp>
        <p:nvSpPr>
          <p:cNvPr id="77" name="Shape 77"/>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8" name="Shape 78"/>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9" name="Shape 79"/>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0" name="Shape 80"/>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81" name="Shape 81"/>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4" name="Shape 84"/>
          <p:cNvSpPr txBox="1">
            <a:spLocks noGrp="1"/>
          </p:cNvSpPr>
          <p:nvPr>
            <p:ph type="body" idx="1"/>
          </p:nvPr>
        </p:nvSpPr>
        <p:spPr>
          <a:xfrm>
            <a:off x="115570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5" name="Shape 85"/>
          <p:cNvSpPr txBox="1">
            <a:spLocks noGrp="1"/>
          </p:cNvSpPr>
          <p:nvPr>
            <p:ph type="body" idx="2"/>
          </p:nvPr>
        </p:nvSpPr>
        <p:spPr>
          <a:xfrm>
            <a:off x="819785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86"/>
        <p:cNvGrpSpPr/>
        <p:nvPr/>
      </p:nvGrpSpPr>
      <p:grpSpPr>
        <a:xfrm>
          <a:off x="0" y="0"/>
          <a:ext cx="0" cy="0"/>
          <a:chOff x="0" y="0"/>
          <a:chExt cx="0" cy="0"/>
        </a:xfrm>
      </p:grpSpPr>
      <p:sp>
        <p:nvSpPr>
          <p:cNvPr id="87" name="Shape 87"/>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8" name="Shape 88"/>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91" name="Shape 91"/>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2"/>
        <p:cNvGrpSpPr/>
        <p:nvPr/>
      </p:nvGrpSpPr>
      <p:grpSpPr>
        <a:xfrm>
          <a:off x="0" y="0"/>
          <a:ext cx="0" cy="0"/>
          <a:chOff x="0" y="0"/>
          <a:chExt cx="0" cy="0"/>
        </a:xfrm>
      </p:grpSpPr>
      <p:sp>
        <p:nvSpPr>
          <p:cNvPr id="93" name="Shape 93"/>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94" name="Shape 94"/>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138"/>
        <p:cNvGrpSpPr/>
        <p:nvPr/>
      </p:nvGrpSpPr>
      <p:grpSpPr>
        <a:xfrm>
          <a:off x="0" y="0"/>
          <a:ext cx="0" cy="0"/>
          <a:chOff x="0" y="0"/>
          <a:chExt cx="0" cy="0"/>
        </a:xfrm>
      </p:grpSpPr>
      <p:sp>
        <p:nvSpPr>
          <p:cNvPr id="139" name="Shape 139"/>
          <p:cNvSpPr txBox="1">
            <a:spLocks noGrp="1"/>
          </p:cNvSpPr>
          <p:nvPr>
            <p:ph type="title"/>
          </p:nvPr>
        </p:nvSpPr>
        <p:spPr>
          <a:xfrm rot="5400000">
            <a:off x="9236075" y="2441574"/>
            <a:ext cx="7708899" cy="330834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40" name="Shape 140"/>
          <p:cNvSpPr txBox="1">
            <a:spLocks noGrp="1"/>
          </p:cNvSpPr>
          <p:nvPr>
            <p:ph type="body" idx="1"/>
          </p:nvPr>
        </p:nvSpPr>
        <p:spPr>
          <a:xfrm rot="5400000">
            <a:off x="2543175" y="-790575"/>
            <a:ext cx="7708899" cy="9772650"/>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41"/>
        <p:cNvGrpSpPr/>
        <p:nvPr/>
      </p:nvGrpSpPr>
      <p:grpSpPr>
        <a:xfrm>
          <a:off x="0" y="0"/>
          <a:ext cx="0" cy="0"/>
          <a:chOff x="0" y="0"/>
          <a:chExt cx="0" cy="0"/>
        </a:xfrm>
      </p:grpSpPr>
      <p:sp>
        <p:nvSpPr>
          <p:cNvPr id="142" name="Shape 142"/>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43" name="Shape 143"/>
          <p:cNvSpPr txBox="1">
            <a:spLocks noGrp="1"/>
          </p:cNvSpPr>
          <p:nvPr>
            <p:ph type="body" idx="1"/>
          </p:nvPr>
        </p:nvSpPr>
        <p:spPr>
          <a:xfrm rot="5400000">
            <a:off x="5448299" y="-1346199"/>
            <a:ext cx="5359400" cy="13233399"/>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46" name="Shape 146"/>
          <p:cNvSpPr>
            <a:spLocks noGrp="1"/>
          </p:cNvSpPr>
          <p:nvPr>
            <p:ph type="pic" idx="2"/>
          </p:nvPr>
        </p:nvSpPr>
        <p:spPr>
          <a:xfrm>
            <a:off x="3186113" y="817562"/>
            <a:ext cx="9753599" cy="5486399"/>
          </a:xfrm>
          <a:prstGeom prst="rect">
            <a:avLst/>
          </a:prstGeom>
          <a:noFill/>
          <a:ln>
            <a:noFill/>
          </a:ln>
        </p:spPr>
      </p:sp>
      <p:sp>
        <p:nvSpPr>
          <p:cNvPr id="147" name="Shape 147"/>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0" name="Shape 150"/>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1" name="Shape 151"/>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52"/>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53"/>
        <p:cNvGrpSpPr/>
        <p:nvPr/>
      </p:nvGrpSpPr>
      <p:grpSpPr>
        <a:xfrm>
          <a:off x="0" y="0"/>
          <a:ext cx="0" cy="0"/>
          <a:chOff x="0" y="0"/>
          <a:chExt cx="0" cy="0"/>
        </a:xfrm>
      </p:grpSpPr>
      <p:sp>
        <p:nvSpPr>
          <p:cNvPr id="154" name="Shape 154"/>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7" name="Shape 157"/>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158" name="Shape 158"/>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9" name="Shape 159"/>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160" name="Shape 160"/>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161"/>
        <p:cNvGrpSpPr/>
        <p:nvPr/>
      </p:nvGrpSpPr>
      <p:grpSpPr>
        <a:xfrm>
          <a:off x="0" y="0"/>
          <a:ext cx="0" cy="0"/>
          <a:chOff x="0" y="0"/>
          <a:chExt cx="0" cy="0"/>
        </a:xfrm>
      </p:grpSpPr>
      <p:sp>
        <p:nvSpPr>
          <p:cNvPr id="162" name="Shape 162"/>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63" name="Shape 163"/>
          <p:cNvSpPr txBox="1">
            <a:spLocks noGrp="1"/>
          </p:cNvSpPr>
          <p:nvPr>
            <p:ph type="body" idx="1"/>
          </p:nvPr>
        </p:nvSpPr>
        <p:spPr>
          <a:xfrm>
            <a:off x="1511300" y="2590800"/>
            <a:ext cx="6540500" cy="5359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64" name="Shape 164"/>
          <p:cNvSpPr txBox="1">
            <a:spLocks noGrp="1"/>
          </p:cNvSpPr>
          <p:nvPr>
            <p:ph type="body" idx="2"/>
          </p:nvPr>
        </p:nvSpPr>
        <p:spPr>
          <a:xfrm>
            <a:off x="8204200" y="2590800"/>
            <a:ext cx="6540500" cy="5359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67" name="Shape 167"/>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68"/>
        <p:cNvGrpSpPr/>
        <p:nvPr/>
      </p:nvGrpSpPr>
      <p:grpSpPr>
        <a:xfrm>
          <a:off x="0" y="0"/>
          <a:ext cx="0" cy="0"/>
          <a:chOff x="0" y="0"/>
          <a:chExt cx="0" cy="0"/>
        </a:xfrm>
      </p:grpSpPr>
      <p:sp>
        <p:nvSpPr>
          <p:cNvPr id="169" name="Shape 169"/>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70" name="Shape 170"/>
          <p:cNvSpPr txBox="1">
            <a:spLocks noGrp="1"/>
          </p:cNvSpPr>
          <p:nvPr>
            <p:ph type="body" idx="1"/>
          </p:nvPr>
        </p:nvSpPr>
        <p:spPr>
          <a:xfrm>
            <a:off x="1511300" y="2590800"/>
            <a:ext cx="13233399" cy="5359400"/>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71"/>
        <p:cNvGrpSpPr/>
        <p:nvPr/>
      </p:nvGrpSpPr>
      <p:grpSpPr>
        <a:xfrm>
          <a:off x="0" y="0"/>
          <a:ext cx="0" cy="0"/>
          <a:chOff x="0" y="0"/>
          <a:chExt cx="0" cy="0"/>
        </a:xfrm>
      </p:grpSpPr>
      <p:sp>
        <p:nvSpPr>
          <p:cNvPr id="172" name="Shape 172"/>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173" name="Shape 173"/>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2300"/>
              </a:spcBef>
              <a:spcAft>
                <a:spcPts val="0"/>
              </a:spcAft>
              <a:buClr>
                <a:schemeClr val="lt1"/>
              </a:buClr>
              <a:buFont typeface="Cabin"/>
              <a:buNone/>
              <a:defRPr/>
            </a:lvl1pPr>
            <a:lvl2pPr marL="457200" marR="0" indent="0" algn="ctr" rtl="0">
              <a:spcBef>
                <a:spcPts val="2300"/>
              </a:spcBef>
              <a:spcAft>
                <a:spcPts val="0"/>
              </a:spcAft>
              <a:buClr>
                <a:schemeClr val="lt1"/>
              </a:buClr>
              <a:buFont typeface="Cabin"/>
              <a:buNone/>
              <a:defRPr/>
            </a:lvl2pPr>
            <a:lvl3pPr marL="914400" marR="0" indent="0" algn="ctr" rtl="0">
              <a:spcBef>
                <a:spcPts val="2300"/>
              </a:spcBef>
              <a:spcAft>
                <a:spcPts val="0"/>
              </a:spcAft>
              <a:buClr>
                <a:schemeClr val="lt1"/>
              </a:buClr>
              <a:buFont typeface="Cabin"/>
              <a:buNone/>
              <a:defRPr/>
            </a:lvl3pPr>
            <a:lvl4pPr marL="1371600" marR="0" indent="0" algn="ctr" rtl="0">
              <a:spcBef>
                <a:spcPts val="2300"/>
              </a:spcBef>
              <a:spcAft>
                <a:spcPts val="0"/>
              </a:spcAft>
              <a:buClr>
                <a:schemeClr val="lt1"/>
              </a:buClr>
              <a:buFont typeface="Cabin"/>
              <a:buNone/>
              <a:defRPr/>
            </a:lvl4pPr>
            <a:lvl5pPr marL="1828800" marR="0" indent="0" algn="ctr" rtl="0">
              <a:spcBef>
                <a:spcPts val="2300"/>
              </a:spcBef>
              <a:spcAft>
                <a:spcPts val="0"/>
              </a:spcAft>
              <a:buClr>
                <a:schemeClr val="lt1"/>
              </a:buClr>
              <a:buFont typeface="Cabin"/>
              <a:buNone/>
              <a:defRPr/>
            </a:lvl5pPr>
            <a:lvl6pPr marL="2286000" marR="0" indent="0" algn="ctr" rtl="0">
              <a:spcBef>
                <a:spcPts val="2300"/>
              </a:spcBef>
              <a:spcAft>
                <a:spcPts val="0"/>
              </a:spcAft>
              <a:buClr>
                <a:schemeClr val="lt1"/>
              </a:buClr>
              <a:buFont typeface="Cabin"/>
              <a:buNone/>
              <a:defRPr/>
            </a:lvl6pPr>
            <a:lvl7pPr marL="2743200" marR="0" indent="0" algn="ctr" rtl="0">
              <a:spcBef>
                <a:spcPts val="2300"/>
              </a:spcBef>
              <a:spcAft>
                <a:spcPts val="0"/>
              </a:spcAft>
              <a:buClr>
                <a:schemeClr val="lt1"/>
              </a:buClr>
              <a:buFont typeface="Cabin"/>
              <a:buNone/>
              <a:defRPr/>
            </a:lvl7pPr>
            <a:lvl8pPr marL="3200400" marR="0" indent="0" algn="ctr" rtl="0">
              <a:spcBef>
                <a:spcPts val="2300"/>
              </a:spcBef>
              <a:spcAft>
                <a:spcPts val="0"/>
              </a:spcAft>
              <a:buClr>
                <a:schemeClr val="lt1"/>
              </a:buClr>
              <a:buFont typeface="Cabin"/>
              <a:buNone/>
              <a:defRPr/>
            </a:lvl8pPr>
            <a:lvl9pPr marL="3657600" marR="0" indent="0" algn="ctr" rtl="0">
              <a:spcBef>
                <a:spcPts val="2300"/>
              </a:spcBef>
              <a:spcAft>
                <a:spcPts val="0"/>
              </a:spcAft>
              <a:buClr>
                <a:schemeClr val="lt1"/>
              </a:buClr>
              <a:buFont typeface="Cabin"/>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260"/>
        <p:cNvGrpSpPr/>
        <p:nvPr/>
      </p:nvGrpSpPr>
      <p:grpSpPr>
        <a:xfrm>
          <a:off x="0" y="0"/>
          <a:ext cx="0" cy="0"/>
          <a:chOff x="0" y="0"/>
          <a:chExt cx="0" cy="0"/>
        </a:xfrm>
      </p:grpSpPr>
      <p:sp>
        <p:nvSpPr>
          <p:cNvPr id="261" name="Shape 261"/>
          <p:cNvSpPr txBox="1">
            <a:spLocks noGrp="1"/>
          </p:cNvSpPr>
          <p:nvPr>
            <p:ph type="title"/>
          </p:nvPr>
        </p:nvSpPr>
        <p:spPr>
          <a:xfrm rot="5400000">
            <a:off x="10597356" y="3321843"/>
            <a:ext cx="6034087" cy="3657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62" name="Shape 262"/>
          <p:cNvSpPr txBox="1">
            <a:spLocks noGrp="1"/>
          </p:cNvSpPr>
          <p:nvPr>
            <p:ph type="body" idx="1"/>
          </p:nvPr>
        </p:nvSpPr>
        <p:spPr>
          <a:xfrm rot="5400000">
            <a:off x="3205956" y="-259556"/>
            <a:ext cx="6034087" cy="108204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263"/>
        <p:cNvGrpSpPr/>
        <p:nvPr/>
      </p:nvGrpSpPr>
      <p:grpSpPr>
        <a:xfrm>
          <a:off x="0" y="0"/>
          <a:ext cx="0" cy="0"/>
          <a:chOff x="0" y="0"/>
          <a:chExt cx="0" cy="0"/>
        </a:xfrm>
      </p:grpSpPr>
      <p:sp>
        <p:nvSpPr>
          <p:cNvPr id="264" name="Shape 264"/>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65" name="Shape 265"/>
          <p:cNvSpPr txBox="1">
            <a:spLocks noGrp="1"/>
          </p:cNvSpPr>
          <p:nvPr>
            <p:ph type="body" idx="1"/>
          </p:nvPr>
        </p:nvSpPr>
        <p:spPr>
          <a:xfrm rot="5400000">
            <a:off x="5110956" y="-2164556"/>
            <a:ext cx="6034087" cy="146304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266"/>
        <p:cNvGrpSpPr/>
        <p:nvPr/>
      </p:nvGrpSpPr>
      <p:grpSpPr>
        <a:xfrm>
          <a:off x="0" y="0"/>
          <a:ext cx="0" cy="0"/>
          <a:chOff x="0" y="0"/>
          <a:chExt cx="0" cy="0"/>
        </a:xfrm>
      </p:grpSpPr>
      <p:sp>
        <p:nvSpPr>
          <p:cNvPr id="267" name="Shape 267"/>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68" name="Shape 268"/>
          <p:cNvSpPr>
            <a:spLocks noGrp="1"/>
          </p:cNvSpPr>
          <p:nvPr>
            <p:ph type="pic" idx="2"/>
          </p:nvPr>
        </p:nvSpPr>
        <p:spPr>
          <a:xfrm>
            <a:off x="3186113" y="817562"/>
            <a:ext cx="9753599" cy="5486399"/>
          </a:xfrm>
          <a:prstGeom prst="rect">
            <a:avLst/>
          </a:prstGeom>
          <a:noFill/>
          <a:ln>
            <a:noFill/>
          </a:ln>
        </p:spPr>
      </p:sp>
      <p:sp>
        <p:nvSpPr>
          <p:cNvPr id="269" name="Shape 269"/>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270"/>
        <p:cNvGrpSpPr/>
        <p:nvPr/>
      </p:nvGrpSpPr>
      <p:grpSpPr>
        <a:xfrm>
          <a:off x="0" y="0"/>
          <a:ext cx="0" cy="0"/>
          <a:chOff x="0" y="0"/>
          <a:chExt cx="0" cy="0"/>
        </a:xfrm>
      </p:grpSpPr>
      <p:sp>
        <p:nvSpPr>
          <p:cNvPr id="271" name="Shape 271"/>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72" name="Shape 272"/>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73" name="Shape 273"/>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74"/>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75"/>
        <p:cNvGrpSpPr/>
        <p:nvPr/>
      </p:nvGrpSpPr>
      <p:grpSpPr>
        <a:xfrm>
          <a:off x="0" y="0"/>
          <a:ext cx="0" cy="0"/>
          <a:chOff x="0" y="0"/>
          <a:chExt cx="0" cy="0"/>
        </a:xfrm>
      </p:grpSpPr>
      <p:sp>
        <p:nvSpPr>
          <p:cNvPr id="276" name="Shape 276"/>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77"/>
        <p:cNvGrpSpPr/>
        <p:nvPr/>
      </p:nvGrpSpPr>
      <p:grpSpPr>
        <a:xfrm>
          <a:off x="0" y="0"/>
          <a:ext cx="0" cy="0"/>
          <a:chOff x="0" y="0"/>
          <a:chExt cx="0" cy="0"/>
        </a:xfrm>
      </p:grpSpPr>
      <p:sp>
        <p:nvSpPr>
          <p:cNvPr id="278" name="Shape 278"/>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79" name="Shape 279"/>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80" name="Shape 280"/>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1" name="Shape 281"/>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82" name="Shape 282"/>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283"/>
        <p:cNvGrpSpPr/>
        <p:nvPr/>
      </p:nvGrpSpPr>
      <p:grpSpPr>
        <a:xfrm>
          <a:off x="0" y="0"/>
          <a:ext cx="0" cy="0"/>
          <a:chOff x="0" y="0"/>
          <a:chExt cx="0" cy="0"/>
        </a:xfrm>
      </p:grpSpPr>
      <p:sp>
        <p:nvSpPr>
          <p:cNvPr id="284" name="Shape 284"/>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85" name="Shape 285"/>
          <p:cNvSpPr txBox="1">
            <a:spLocks noGrp="1"/>
          </p:cNvSpPr>
          <p:nvPr>
            <p:ph type="body" idx="1"/>
          </p:nvPr>
        </p:nvSpPr>
        <p:spPr>
          <a:xfrm>
            <a:off x="8128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6" name="Shape 286"/>
          <p:cNvSpPr txBox="1">
            <a:spLocks noGrp="1"/>
          </p:cNvSpPr>
          <p:nvPr>
            <p:ph type="body" idx="2"/>
          </p:nvPr>
        </p:nvSpPr>
        <p:spPr>
          <a:xfrm>
            <a:off x="82042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87"/>
        <p:cNvGrpSpPr/>
        <p:nvPr/>
      </p:nvGrpSpPr>
      <p:grpSpPr>
        <a:xfrm>
          <a:off x="0" y="0"/>
          <a:ext cx="0" cy="0"/>
          <a:chOff x="0" y="0"/>
          <a:chExt cx="0" cy="0"/>
        </a:xfrm>
      </p:grpSpPr>
      <p:sp>
        <p:nvSpPr>
          <p:cNvPr id="288" name="Shape 288"/>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9" name="Shape 289"/>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90"/>
        <p:cNvGrpSpPr/>
        <p:nvPr/>
      </p:nvGrpSpPr>
      <p:grpSpPr>
        <a:xfrm>
          <a:off x="0" y="0"/>
          <a:ext cx="0" cy="0"/>
          <a:chOff x="0" y="0"/>
          <a:chExt cx="0" cy="0"/>
        </a:xfrm>
      </p:grpSpPr>
      <p:sp>
        <p:nvSpPr>
          <p:cNvPr id="291" name="Shape 291"/>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92" name="Shape 292"/>
          <p:cNvSpPr txBox="1">
            <a:spLocks noGrp="1"/>
          </p:cNvSpPr>
          <p:nvPr>
            <p:ph type="body" idx="1"/>
          </p:nvPr>
        </p:nvSpPr>
        <p:spPr>
          <a:xfrm>
            <a:off x="812800" y="2133600"/>
            <a:ext cx="14630400" cy="6034087"/>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293"/>
        <p:cNvGrpSpPr/>
        <p:nvPr/>
      </p:nvGrpSpPr>
      <p:grpSpPr>
        <a:xfrm>
          <a:off x="0" y="0"/>
          <a:ext cx="0" cy="0"/>
          <a:chOff x="0" y="0"/>
          <a:chExt cx="0" cy="0"/>
        </a:xfrm>
      </p:grpSpPr>
      <p:sp>
        <p:nvSpPr>
          <p:cNvPr id="294" name="Shape 294"/>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295" name="Shape 295"/>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326"/>
        <p:cNvGrpSpPr/>
        <p:nvPr/>
      </p:nvGrpSpPr>
      <p:grpSpPr>
        <a:xfrm>
          <a:off x="0" y="0"/>
          <a:ext cx="0" cy="0"/>
          <a:chOff x="0" y="0"/>
          <a:chExt cx="0" cy="0"/>
        </a:xfrm>
      </p:grpSpPr>
      <p:sp>
        <p:nvSpPr>
          <p:cNvPr id="327" name="Shape 327"/>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28" name="Shape 328"/>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ctr" anchorCtr="0"/>
          <a:lstStyle>
            <a:lvl1pPr marL="711200" indent="-164211" algn="l" rtl="0">
              <a:spcBef>
                <a:spcPts val="3500"/>
              </a:spcBef>
              <a:spcAft>
                <a:spcPts val="0"/>
              </a:spcAft>
              <a:buClr>
                <a:schemeClr val="lt1"/>
              </a:buClr>
              <a:buFont typeface="Cabin"/>
              <a:buChar char="•"/>
              <a:defRPr/>
            </a:lvl1pPr>
            <a:lvl2pPr marL="1003300" indent="-164211" algn="l" rtl="0">
              <a:spcBef>
                <a:spcPts val="3500"/>
              </a:spcBef>
              <a:spcAft>
                <a:spcPts val="0"/>
              </a:spcAft>
              <a:buClr>
                <a:schemeClr val="lt1"/>
              </a:buClr>
              <a:buFont typeface="Cabin"/>
              <a:buChar char="•"/>
              <a:defRPr/>
            </a:lvl2pPr>
            <a:lvl3pPr marL="1295400" indent="-164211" algn="l" rtl="0">
              <a:spcBef>
                <a:spcPts val="3500"/>
              </a:spcBef>
              <a:spcAft>
                <a:spcPts val="0"/>
              </a:spcAft>
              <a:buClr>
                <a:schemeClr val="lt1"/>
              </a:buClr>
              <a:buFont typeface="Cabin"/>
              <a:buChar char="•"/>
              <a:defRPr/>
            </a:lvl3pPr>
            <a:lvl4pPr marL="1600200" indent="-164211" algn="l" rtl="0">
              <a:spcBef>
                <a:spcPts val="3500"/>
              </a:spcBef>
              <a:spcAft>
                <a:spcPts val="0"/>
              </a:spcAft>
              <a:buClr>
                <a:schemeClr val="lt1"/>
              </a:buClr>
              <a:buFont typeface="Cabin"/>
              <a:buChar char="•"/>
              <a:defRPr/>
            </a:lvl4pPr>
            <a:lvl5pPr marL="1892300" indent="-164210" algn="l" rtl="0">
              <a:spcBef>
                <a:spcPts val="3500"/>
              </a:spcBef>
              <a:spcAft>
                <a:spcPts val="0"/>
              </a:spcAft>
              <a:buClr>
                <a:schemeClr val="lt1"/>
              </a:buClr>
              <a:buFont typeface="Cabin"/>
              <a:buChar char="•"/>
              <a:defRPr/>
            </a:lvl5pPr>
            <a:lvl6pPr marL="2349500" indent="-164210" algn="l" rtl="0">
              <a:spcBef>
                <a:spcPts val="3500"/>
              </a:spcBef>
              <a:spcAft>
                <a:spcPts val="0"/>
              </a:spcAft>
              <a:buClr>
                <a:schemeClr val="lt1"/>
              </a:buClr>
              <a:buFont typeface="Cabin"/>
              <a:buChar char="•"/>
              <a:defRPr/>
            </a:lvl6pPr>
            <a:lvl7pPr marL="2806700" indent="-164210" algn="l" rtl="0">
              <a:spcBef>
                <a:spcPts val="3500"/>
              </a:spcBef>
              <a:spcAft>
                <a:spcPts val="0"/>
              </a:spcAft>
              <a:buClr>
                <a:schemeClr val="lt1"/>
              </a:buClr>
              <a:buFont typeface="Cabin"/>
              <a:buChar char="•"/>
              <a:defRPr/>
            </a:lvl7pPr>
            <a:lvl8pPr marL="3263900" indent="-164210" algn="l" rtl="0">
              <a:spcBef>
                <a:spcPts val="3500"/>
              </a:spcBef>
              <a:spcAft>
                <a:spcPts val="0"/>
              </a:spcAft>
              <a:buClr>
                <a:schemeClr val="lt1"/>
              </a:buClr>
              <a:buFont typeface="Cabin"/>
              <a:buChar char="•"/>
              <a:defRPr/>
            </a:lvl8pPr>
            <a:lvl9pPr marL="3721100" indent="-164210"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329"/>
        <p:cNvGrpSpPr/>
        <p:nvPr/>
      </p:nvGrpSpPr>
      <p:grpSpPr>
        <a:xfrm>
          <a:off x="0" y="0"/>
          <a:ext cx="0" cy="0"/>
          <a:chOff x="0" y="0"/>
          <a:chExt cx="0" cy="0"/>
        </a:xfrm>
      </p:grpSpPr>
      <p:sp>
        <p:nvSpPr>
          <p:cNvPr id="330" name="Shape 330"/>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31" name="Shape 331"/>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ctr" anchorCtr="0"/>
          <a:lstStyle>
            <a:lvl1pPr marL="711200" indent="-164211" algn="l" rtl="0">
              <a:spcBef>
                <a:spcPts val="3500"/>
              </a:spcBef>
              <a:spcAft>
                <a:spcPts val="0"/>
              </a:spcAft>
              <a:buClr>
                <a:schemeClr val="lt1"/>
              </a:buClr>
              <a:buFont typeface="Cabin"/>
              <a:buChar char="•"/>
              <a:defRPr/>
            </a:lvl1pPr>
            <a:lvl2pPr marL="1003300" indent="-164211" algn="l" rtl="0">
              <a:spcBef>
                <a:spcPts val="3500"/>
              </a:spcBef>
              <a:spcAft>
                <a:spcPts val="0"/>
              </a:spcAft>
              <a:buClr>
                <a:schemeClr val="lt1"/>
              </a:buClr>
              <a:buFont typeface="Cabin"/>
              <a:buChar char="•"/>
              <a:defRPr/>
            </a:lvl2pPr>
            <a:lvl3pPr marL="1295400" indent="-164211" algn="l" rtl="0">
              <a:spcBef>
                <a:spcPts val="3500"/>
              </a:spcBef>
              <a:spcAft>
                <a:spcPts val="0"/>
              </a:spcAft>
              <a:buClr>
                <a:schemeClr val="lt1"/>
              </a:buClr>
              <a:buFont typeface="Cabin"/>
              <a:buChar char="•"/>
              <a:defRPr/>
            </a:lvl3pPr>
            <a:lvl4pPr marL="1600200" indent="-164211" algn="l" rtl="0">
              <a:spcBef>
                <a:spcPts val="3500"/>
              </a:spcBef>
              <a:spcAft>
                <a:spcPts val="0"/>
              </a:spcAft>
              <a:buClr>
                <a:schemeClr val="lt1"/>
              </a:buClr>
              <a:buFont typeface="Cabin"/>
              <a:buChar char="•"/>
              <a:defRPr/>
            </a:lvl4pPr>
            <a:lvl5pPr marL="1892300" indent="-164210" algn="l" rtl="0">
              <a:spcBef>
                <a:spcPts val="3500"/>
              </a:spcBef>
              <a:spcAft>
                <a:spcPts val="0"/>
              </a:spcAft>
              <a:buClr>
                <a:schemeClr val="lt1"/>
              </a:buClr>
              <a:buFont typeface="Cabin"/>
              <a:buChar char="•"/>
              <a:defRPr/>
            </a:lvl5pPr>
            <a:lvl6pPr marL="2349500" indent="-164210" algn="l" rtl="0">
              <a:spcBef>
                <a:spcPts val="3500"/>
              </a:spcBef>
              <a:spcAft>
                <a:spcPts val="0"/>
              </a:spcAft>
              <a:buClr>
                <a:schemeClr val="lt1"/>
              </a:buClr>
              <a:buFont typeface="Cabin"/>
              <a:buChar char="•"/>
              <a:defRPr/>
            </a:lvl6pPr>
            <a:lvl7pPr marL="2806700" indent="-164210" algn="l" rtl="0">
              <a:spcBef>
                <a:spcPts val="3500"/>
              </a:spcBef>
              <a:spcAft>
                <a:spcPts val="0"/>
              </a:spcAft>
              <a:buClr>
                <a:schemeClr val="lt1"/>
              </a:buClr>
              <a:buFont typeface="Cabin"/>
              <a:buChar char="•"/>
              <a:defRPr/>
            </a:lvl7pPr>
            <a:lvl8pPr marL="3263900" indent="-164210" algn="l" rtl="0">
              <a:spcBef>
                <a:spcPts val="3500"/>
              </a:spcBef>
              <a:spcAft>
                <a:spcPts val="0"/>
              </a:spcAft>
              <a:buClr>
                <a:schemeClr val="lt1"/>
              </a:buClr>
              <a:buFont typeface="Cabin"/>
              <a:buChar char="•"/>
              <a:defRPr/>
            </a:lvl8pPr>
            <a:lvl9pPr marL="3721100" indent="-164210"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4" name="Shape 334"/>
          <p:cNvSpPr>
            <a:spLocks noGrp="1"/>
          </p:cNvSpPr>
          <p:nvPr>
            <p:ph type="pic" idx="2"/>
          </p:nvPr>
        </p:nvSpPr>
        <p:spPr>
          <a:xfrm>
            <a:off x="3186113" y="817562"/>
            <a:ext cx="9753599" cy="5486399"/>
          </a:xfrm>
          <a:prstGeom prst="rect">
            <a:avLst/>
          </a:prstGeom>
          <a:noFill/>
          <a:ln>
            <a:noFill/>
          </a:ln>
        </p:spPr>
      </p:sp>
      <p:sp>
        <p:nvSpPr>
          <p:cNvPr id="335" name="Shape 335"/>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336"/>
        <p:cNvGrpSpPr/>
        <p:nvPr/>
      </p:nvGrpSpPr>
      <p:grpSpPr>
        <a:xfrm>
          <a:off x="0" y="0"/>
          <a:ext cx="0" cy="0"/>
          <a:chOff x="0" y="0"/>
          <a:chExt cx="0" cy="0"/>
        </a:xfrm>
      </p:grpSpPr>
      <p:sp>
        <p:nvSpPr>
          <p:cNvPr id="337" name="Shape 337"/>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8" name="Shape 338"/>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9" name="Shape 339"/>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41"/>
        <p:cNvGrpSpPr/>
        <p:nvPr/>
      </p:nvGrpSpPr>
      <p:grpSpPr>
        <a:xfrm>
          <a:off x="0" y="0"/>
          <a:ext cx="0" cy="0"/>
          <a:chOff x="0" y="0"/>
          <a:chExt cx="0" cy="0"/>
        </a:xfrm>
      </p:grpSpPr>
      <p:sp>
        <p:nvSpPr>
          <p:cNvPr id="342" name="Shape 342"/>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43"/>
        <p:cNvGrpSpPr/>
        <p:nvPr/>
      </p:nvGrpSpPr>
      <p:grpSpPr>
        <a:xfrm>
          <a:off x="0" y="0"/>
          <a:ext cx="0" cy="0"/>
          <a:chOff x="0" y="0"/>
          <a:chExt cx="0" cy="0"/>
        </a:xfrm>
      </p:grpSpPr>
      <p:sp>
        <p:nvSpPr>
          <p:cNvPr id="344" name="Shape 344"/>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45" name="Shape 345"/>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346" name="Shape 346"/>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47" name="Shape 347"/>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348" name="Shape 348"/>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49"/>
        <p:cNvGrpSpPr/>
        <p:nvPr/>
      </p:nvGrpSpPr>
      <p:grpSpPr>
        <a:xfrm>
          <a:off x="0" y="0"/>
          <a:ext cx="0" cy="0"/>
          <a:chOff x="0" y="0"/>
          <a:chExt cx="0" cy="0"/>
        </a:xfrm>
      </p:grpSpPr>
      <p:sp>
        <p:nvSpPr>
          <p:cNvPr id="350" name="Shape 350"/>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51" name="Shape 351"/>
          <p:cNvSpPr txBox="1">
            <a:spLocks noGrp="1"/>
          </p:cNvSpPr>
          <p:nvPr>
            <p:ph type="body" idx="1"/>
          </p:nvPr>
        </p:nvSpPr>
        <p:spPr>
          <a:xfrm>
            <a:off x="115570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52" name="Shape 352"/>
          <p:cNvSpPr txBox="1">
            <a:spLocks noGrp="1"/>
          </p:cNvSpPr>
          <p:nvPr>
            <p:ph type="body" idx="2"/>
          </p:nvPr>
        </p:nvSpPr>
        <p:spPr>
          <a:xfrm>
            <a:off x="819785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53"/>
        <p:cNvGrpSpPr/>
        <p:nvPr/>
      </p:nvGrpSpPr>
      <p:grpSpPr>
        <a:xfrm>
          <a:off x="0" y="0"/>
          <a:ext cx="0" cy="0"/>
          <a:chOff x="0" y="0"/>
          <a:chExt cx="0" cy="0"/>
        </a:xfrm>
      </p:grpSpPr>
      <p:sp>
        <p:nvSpPr>
          <p:cNvPr id="354" name="Shape 354"/>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55" name="Shape 355"/>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56"/>
        <p:cNvGrpSpPr/>
        <p:nvPr/>
      </p:nvGrpSpPr>
      <p:grpSpPr>
        <a:xfrm>
          <a:off x="0" y="0"/>
          <a:ext cx="0" cy="0"/>
          <a:chOff x="0" y="0"/>
          <a:chExt cx="0" cy="0"/>
        </a:xfrm>
      </p:grpSpPr>
      <p:sp>
        <p:nvSpPr>
          <p:cNvPr id="357" name="Shape 357"/>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58" name="Shape 358"/>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indent="-164211" algn="l" rtl="0">
              <a:spcBef>
                <a:spcPts val="3500"/>
              </a:spcBef>
              <a:spcAft>
                <a:spcPts val="0"/>
              </a:spcAft>
              <a:buClr>
                <a:schemeClr val="lt1"/>
              </a:buClr>
              <a:buFont typeface="Cabin"/>
              <a:buChar char="•"/>
              <a:defRPr/>
            </a:lvl1pPr>
            <a:lvl2pPr marL="1003300" indent="-164211" algn="l" rtl="0">
              <a:spcBef>
                <a:spcPts val="3500"/>
              </a:spcBef>
              <a:spcAft>
                <a:spcPts val="0"/>
              </a:spcAft>
              <a:buClr>
                <a:schemeClr val="lt1"/>
              </a:buClr>
              <a:buFont typeface="Cabin"/>
              <a:buChar char="•"/>
              <a:defRPr/>
            </a:lvl2pPr>
            <a:lvl3pPr marL="1295400" indent="-164211" algn="l" rtl="0">
              <a:spcBef>
                <a:spcPts val="3500"/>
              </a:spcBef>
              <a:spcAft>
                <a:spcPts val="0"/>
              </a:spcAft>
              <a:buClr>
                <a:schemeClr val="lt1"/>
              </a:buClr>
              <a:buFont typeface="Cabin"/>
              <a:buChar char="•"/>
              <a:defRPr/>
            </a:lvl3pPr>
            <a:lvl4pPr marL="1600200" indent="-164211" algn="l" rtl="0">
              <a:spcBef>
                <a:spcPts val="3500"/>
              </a:spcBef>
              <a:spcAft>
                <a:spcPts val="0"/>
              </a:spcAft>
              <a:buClr>
                <a:schemeClr val="lt1"/>
              </a:buClr>
              <a:buFont typeface="Cabin"/>
              <a:buChar char="•"/>
              <a:defRPr/>
            </a:lvl4pPr>
            <a:lvl5pPr marL="1892300" indent="-164210" algn="l" rtl="0">
              <a:spcBef>
                <a:spcPts val="3500"/>
              </a:spcBef>
              <a:spcAft>
                <a:spcPts val="0"/>
              </a:spcAft>
              <a:buClr>
                <a:schemeClr val="lt1"/>
              </a:buClr>
              <a:buFont typeface="Cabin"/>
              <a:buChar char="•"/>
              <a:defRPr/>
            </a:lvl5pPr>
            <a:lvl6pPr marL="2349500" indent="-164210" algn="l" rtl="0">
              <a:spcBef>
                <a:spcPts val="3500"/>
              </a:spcBef>
              <a:spcAft>
                <a:spcPts val="0"/>
              </a:spcAft>
              <a:buClr>
                <a:schemeClr val="lt1"/>
              </a:buClr>
              <a:buFont typeface="Cabin"/>
              <a:buChar char="•"/>
              <a:defRPr/>
            </a:lvl6pPr>
            <a:lvl7pPr marL="2806700" indent="-164210" algn="l" rtl="0">
              <a:spcBef>
                <a:spcPts val="3500"/>
              </a:spcBef>
              <a:spcAft>
                <a:spcPts val="0"/>
              </a:spcAft>
              <a:buClr>
                <a:schemeClr val="lt1"/>
              </a:buClr>
              <a:buFont typeface="Cabin"/>
              <a:buChar char="•"/>
              <a:defRPr/>
            </a:lvl7pPr>
            <a:lvl8pPr marL="3263900" indent="-164210" algn="l" rtl="0">
              <a:spcBef>
                <a:spcPts val="3500"/>
              </a:spcBef>
              <a:spcAft>
                <a:spcPts val="0"/>
              </a:spcAft>
              <a:buClr>
                <a:schemeClr val="lt1"/>
              </a:buClr>
              <a:buFont typeface="Cabin"/>
              <a:buChar char="•"/>
              <a:defRPr/>
            </a:lvl8pPr>
            <a:lvl9pPr marL="3721100" indent="-164210"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359"/>
        <p:cNvGrpSpPr/>
        <p:nvPr/>
      </p:nvGrpSpPr>
      <p:grpSpPr>
        <a:xfrm>
          <a:off x="0" y="0"/>
          <a:ext cx="0" cy="0"/>
          <a:chOff x="0" y="0"/>
          <a:chExt cx="0" cy="0"/>
        </a:xfrm>
      </p:grpSpPr>
      <p:sp>
        <p:nvSpPr>
          <p:cNvPr id="360" name="Shape 360"/>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361" name="Shape 361"/>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54"/>
        <p:cNvGrpSpPr/>
        <p:nvPr/>
      </p:nvGrpSpPr>
      <p:grpSpPr>
        <a:xfrm>
          <a:off x="0" y="0"/>
          <a:ext cx="0" cy="0"/>
          <a:chOff x="0" y="0"/>
          <a:chExt cx="0" cy="0"/>
        </a:xfrm>
      </p:grpSpPr>
      <p:sp>
        <p:nvSpPr>
          <p:cNvPr id="455" name="Shape 455"/>
          <p:cNvSpPr txBox="1">
            <a:spLocks noGrp="1"/>
          </p:cNvSpPr>
          <p:nvPr>
            <p:ph type="title"/>
          </p:nvPr>
        </p:nvSpPr>
        <p:spPr>
          <a:xfrm>
            <a:off x="812800" y="366712"/>
            <a:ext cx="14630400" cy="15240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56" name="Shape 456"/>
          <p:cNvSpPr txBox="1">
            <a:spLocks noGrp="1"/>
          </p:cNvSpPr>
          <p:nvPr>
            <p:ph type="body" idx="1"/>
          </p:nvPr>
        </p:nvSpPr>
        <p:spPr>
          <a:xfrm>
            <a:off x="812800" y="2133600"/>
            <a:ext cx="14630400" cy="6034087"/>
          </a:xfrm>
          <a:prstGeom prst="rect">
            <a:avLst/>
          </a:prstGeom>
          <a:noFill/>
          <a:ln>
            <a:noFill/>
          </a:ln>
        </p:spPr>
        <p:txBody>
          <a:bodyPr lIns="91425" tIns="91425" rIns="91425" bIns="91425" anchor="t" anchorCtr="0"/>
          <a:lstStyle>
            <a:lvl1pPr marL="749300" indent="-142494" algn="l" rtl="0">
              <a:spcBef>
                <a:spcPts val="3500"/>
              </a:spcBef>
              <a:spcAft>
                <a:spcPts val="0"/>
              </a:spcAft>
              <a:buClr>
                <a:schemeClr val="lt1"/>
              </a:buClr>
              <a:buFont typeface="Cabin"/>
              <a:buChar char="•"/>
              <a:defRPr/>
            </a:lvl1pPr>
            <a:lvl2pPr marL="1041400" indent="-142494" algn="l" rtl="0">
              <a:spcBef>
                <a:spcPts val="3500"/>
              </a:spcBef>
              <a:spcAft>
                <a:spcPts val="0"/>
              </a:spcAft>
              <a:buClr>
                <a:schemeClr val="lt1"/>
              </a:buClr>
              <a:buFont typeface="Cabin"/>
              <a:buChar char="•"/>
              <a:defRPr/>
            </a:lvl2pPr>
            <a:lvl3pPr marL="1333500" indent="-142494" algn="l" rtl="0">
              <a:spcBef>
                <a:spcPts val="3500"/>
              </a:spcBef>
              <a:spcAft>
                <a:spcPts val="0"/>
              </a:spcAft>
              <a:buClr>
                <a:schemeClr val="lt1"/>
              </a:buClr>
              <a:buFont typeface="Cabin"/>
              <a:buChar char="•"/>
              <a:defRPr/>
            </a:lvl3pPr>
            <a:lvl4pPr marL="1638300" indent="-142494" algn="l" rtl="0">
              <a:spcBef>
                <a:spcPts val="3500"/>
              </a:spcBef>
              <a:spcAft>
                <a:spcPts val="0"/>
              </a:spcAft>
              <a:buClr>
                <a:schemeClr val="lt1"/>
              </a:buClr>
              <a:buFont typeface="Cabin"/>
              <a:buChar char="•"/>
              <a:defRPr/>
            </a:lvl4pPr>
            <a:lvl5pPr marL="1930400" indent="-142494" algn="l" rtl="0">
              <a:spcBef>
                <a:spcPts val="3500"/>
              </a:spcBef>
              <a:spcAft>
                <a:spcPts val="0"/>
              </a:spcAft>
              <a:buClr>
                <a:schemeClr val="lt1"/>
              </a:buClr>
              <a:buFont typeface="Cabin"/>
              <a:buChar char="•"/>
              <a:defRPr/>
            </a:lvl5pPr>
            <a:lvl6pPr marL="2387600" indent="-142494" algn="l" rtl="0">
              <a:spcBef>
                <a:spcPts val="3500"/>
              </a:spcBef>
              <a:spcAft>
                <a:spcPts val="0"/>
              </a:spcAft>
              <a:buClr>
                <a:schemeClr val="lt1"/>
              </a:buClr>
              <a:buFont typeface="Cabin"/>
              <a:buChar char="•"/>
              <a:defRPr/>
            </a:lvl6pPr>
            <a:lvl7pPr marL="2844800" indent="-142494" algn="l" rtl="0">
              <a:spcBef>
                <a:spcPts val="3500"/>
              </a:spcBef>
              <a:spcAft>
                <a:spcPts val="0"/>
              </a:spcAft>
              <a:buClr>
                <a:schemeClr val="lt1"/>
              </a:buClr>
              <a:buFont typeface="Cabin"/>
              <a:buChar char="•"/>
              <a:defRPr/>
            </a:lvl7pPr>
            <a:lvl8pPr marL="3302000" indent="-142494" algn="l" rtl="0">
              <a:spcBef>
                <a:spcPts val="3500"/>
              </a:spcBef>
              <a:spcAft>
                <a:spcPts val="0"/>
              </a:spcAft>
              <a:buClr>
                <a:schemeClr val="lt1"/>
              </a:buClr>
              <a:buFont typeface="Cabin"/>
              <a:buChar char="•"/>
              <a:defRPr/>
            </a:lvl8pPr>
            <a:lvl9pPr marL="37592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theme" Target="../theme/theme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10" name="Shape 1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indent="-342900" algn="ctr" rtl="0">
              <a:spcBef>
                <a:spcPts val="0"/>
              </a:spcBef>
              <a:spcAft>
                <a:spcPts val="0"/>
              </a:spcAft>
              <a:defRPr/>
            </a:lvl1pPr>
            <a:lvl2pPr marL="742950" marR="0" indent="-285750" algn="ctr" rtl="0">
              <a:spcBef>
                <a:spcPts val="0"/>
              </a:spcBef>
              <a:spcAft>
                <a:spcPts val="0"/>
              </a:spcAft>
              <a:defRPr/>
            </a:lvl2pPr>
            <a:lvl3pPr marL="1143000" marR="0" indent="-228600" algn="ctr" rtl="0">
              <a:spcBef>
                <a:spcPts val="0"/>
              </a:spcBef>
              <a:spcAft>
                <a:spcPts val="0"/>
              </a:spcAft>
              <a:defRPr/>
            </a:lvl3pPr>
            <a:lvl4pPr marL="1600200" marR="0" indent="-228600" algn="ctr" rtl="0">
              <a:spcBef>
                <a:spcPts val="0"/>
              </a:spcBef>
              <a:spcAft>
                <a:spcPts val="0"/>
              </a:spcAft>
              <a:defRPr/>
            </a:lvl4pPr>
            <a:lvl5pPr marL="2057400" marR="0" indent="-22860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6"/>
        <p:cNvGrpSpPr/>
        <p:nvPr/>
      </p:nvGrpSpPr>
      <p:grpSpPr>
        <a:xfrm>
          <a:off x="0" y="0"/>
          <a:ext cx="0" cy="0"/>
          <a:chOff x="0" y="0"/>
          <a:chExt cx="0" cy="0"/>
        </a:xfrm>
      </p:grpSpPr>
      <p:sp>
        <p:nvSpPr>
          <p:cNvPr id="57" name="Shape 57"/>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58" name="Shape 58"/>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marR="0" indent="-142494" algn="l" rtl="0">
              <a:spcBef>
                <a:spcPts val="3500"/>
              </a:spcBef>
              <a:spcAft>
                <a:spcPts val="0"/>
              </a:spcAft>
              <a:buClr>
                <a:schemeClr val="lt1"/>
              </a:buClr>
              <a:buFont typeface="Cabin"/>
              <a:buChar char="•"/>
              <a:defRPr/>
            </a:lvl1pPr>
            <a:lvl2pPr marL="1003300" marR="0" indent="-142494" algn="l" rtl="0">
              <a:spcBef>
                <a:spcPts val="3500"/>
              </a:spcBef>
              <a:spcAft>
                <a:spcPts val="0"/>
              </a:spcAft>
              <a:buClr>
                <a:schemeClr val="lt1"/>
              </a:buClr>
              <a:buFont typeface="Cabin"/>
              <a:buChar char="•"/>
              <a:defRPr/>
            </a:lvl2pPr>
            <a:lvl3pPr marL="1295400" marR="0" indent="-142494" algn="l" rtl="0">
              <a:spcBef>
                <a:spcPts val="3500"/>
              </a:spcBef>
              <a:spcAft>
                <a:spcPts val="0"/>
              </a:spcAft>
              <a:buClr>
                <a:schemeClr val="lt1"/>
              </a:buClr>
              <a:buFont typeface="Cabin"/>
              <a:buChar char="•"/>
              <a:defRPr/>
            </a:lvl3pPr>
            <a:lvl4pPr marL="1600200" marR="0" indent="-142494" algn="l" rtl="0">
              <a:spcBef>
                <a:spcPts val="3500"/>
              </a:spcBef>
              <a:spcAft>
                <a:spcPts val="0"/>
              </a:spcAft>
              <a:buClr>
                <a:schemeClr val="lt1"/>
              </a:buClr>
              <a:buFont typeface="Cabin"/>
              <a:buChar char="•"/>
              <a:defRPr/>
            </a:lvl4pPr>
            <a:lvl5pPr marL="1892300" marR="0" indent="-142494" algn="l" rtl="0">
              <a:spcBef>
                <a:spcPts val="3500"/>
              </a:spcBef>
              <a:spcAft>
                <a:spcPts val="0"/>
              </a:spcAft>
              <a:buClr>
                <a:schemeClr val="lt1"/>
              </a:buClr>
              <a:buFont typeface="Cabin"/>
              <a:buChar char="•"/>
              <a:defRPr/>
            </a:lvl5pPr>
            <a:lvl6pPr marL="2349500" marR="0" indent="-142494" algn="l" rtl="0">
              <a:spcBef>
                <a:spcPts val="3500"/>
              </a:spcBef>
              <a:spcAft>
                <a:spcPts val="0"/>
              </a:spcAft>
              <a:buClr>
                <a:schemeClr val="lt1"/>
              </a:buClr>
              <a:buFont typeface="Cabin"/>
              <a:buChar char="•"/>
              <a:defRPr/>
            </a:lvl6pPr>
            <a:lvl7pPr marL="2806700" marR="0" indent="-142494" algn="l" rtl="0">
              <a:spcBef>
                <a:spcPts val="3500"/>
              </a:spcBef>
              <a:spcAft>
                <a:spcPts val="0"/>
              </a:spcAft>
              <a:buClr>
                <a:schemeClr val="lt1"/>
              </a:buClr>
              <a:buFont typeface="Cabin"/>
              <a:buChar char="•"/>
              <a:defRPr/>
            </a:lvl7pPr>
            <a:lvl8pPr marL="3263900" marR="0" indent="-142494" algn="l" rtl="0">
              <a:spcBef>
                <a:spcPts val="3500"/>
              </a:spcBef>
              <a:spcAft>
                <a:spcPts val="0"/>
              </a:spcAft>
              <a:buClr>
                <a:schemeClr val="lt1"/>
              </a:buClr>
              <a:buFont typeface="Cabin"/>
              <a:buChar char="•"/>
              <a:defRPr/>
            </a:lvl8pPr>
            <a:lvl9pPr marL="3721100" marR="0" indent="-142494"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35"/>
        <p:cNvGrpSpPr/>
        <p:nvPr/>
      </p:nvGrpSpPr>
      <p:grpSpPr>
        <a:xfrm>
          <a:off x="0" y="0"/>
          <a:ext cx="0" cy="0"/>
          <a:chOff x="0" y="0"/>
          <a:chExt cx="0" cy="0"/>
        </a:xfrm>
      </p:grpSpPr>
      <p:sp>
        <p:nvSpPr>
          <p:cNvPr id="136" name="Shape 136"/>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137" name="Shape 137"/>
          <p:cNvSpPr txBox="1">
            <a:spLocks noGrp="1"/>
          </p:cNvSpPr>
          <p:nvPr>
            <p:ph type="body" idx="1"/>
          </p:nvPr>
        </p:nvSpPr>
        <p:spPr>
          <a:xfrm>
            <a:off x="1511300" y="2590800"/>
            <a:ext cx="13233399" cy="5359400"/>
          </a:xfrm>
          <a:prstGeom prst="rect">
            <a:avLst/>
          </a:prstGeom>
          <a:noFill/>
          <a:ln>
            <a:noFill/>
          </a:ln>
        </p:spPr>
        <p:txBody>
          <a:bodyPr lIns="91425" tIns="91425" rIns="91425" bIns="91425" anchor="ctr" anchorCtr="0"/>
          <a:lstStyle>
            <a:lvl1pPr marL="1054100" marR="0" indent="-374776" algn="l" rtl="0">
              <a:spcBef>
                <a:spcPts val="2300"/>
              </a:spcBef>
              <a:spcAft>
                <a:spcPts val="0"/>
              </a:spcAft>
              <a:buClr>
                <a:schemeClr val="lt1"/>
              </a:buClr>
              <a:buFont typeface="Cabin"/>
              <a:buChar char="•"/>
              <a:defRPr/>
            </a:lvl1pPr>
            <a:lvl2pPr marL="1498600" marR="0" indent="-374776" algn="l" rtl="0">
              <a:spcBef>
                <a:spcPts val="2300"/>
              </a:spcBef>
              <a:spcAft>
                <a:spcPts val="0"/>
              </a:spcAft>
              <a:buClr>
                <a:schemeClr val="lt1"/>
              </a:buClr>
              <a:buFont typeface="Cabin"/>
              <a:buChar char="•"/>
              <a:defRPr/>
            </a:lvl2pPr>
            <a:lvl3pPr marL="1943100" marR="0" indent="-374776" algn="l" rtl="0">
              <a:spcBef>
                <a:spcPts val="2300"/>
              </a:spcBef>
              <a:spcAft>
                <a:spcPts val="0"/>
              </a:spcAft>
              <a:buClr>
                <a:schemeClr val="lt1"/>
              </a:buClr>
              <a:buFont typeface="Cabin"/>
              <a:buChar char="•"/>
              <a:defRPr/>
            </a:lvl3pPr>
            <a:lvl4pPr marL="2387600" marR="0" indent="-374776" algn="l" rtl="0">
              <a:spcBef>
                <a:spcPts val="2300"/>
              </a:spcBef>
              <a:spcAft>
                <a:spcPts val="0"/>
              </a:spcAft>
              <a:buClr>
                <a:schemeClr val="lt1"/>
              </a:buClr>
              <a:buFont typeface="Cabin"/>
              <a:buChar char="•"/>
              <a:defRPr/>
            </a:lvl4pPr>
            <a:lvl5pPr marL="2832100" marR="0" indent="-374776" algn="l" rtl="0">
              <a:spcBef>
                <a:spcPts val="2300"/>
              </a:spcBef>
              <a:spcAft>
                <a:spcPts val="0"/>
              </a:spcAft>
              <a:buClr>
                <a:schemeClr val="lt1"/>
              </a:buClr>
              <a:buFont typeface="Cabin"/>
              <a:buChar char="•"/>
              <a:defRPr/>
            </a:lvl5pPr>
            <a:lvl6pPr marL="3289300" marR="0" indent="-374776" algn="l" rtl="0">
              <a:spcBef>
                <a:spcPts val="2300"/>
              </a:spcBef>
              <a:spcAft>
                <a:spcPts val="0"/>
              </a:spcAft>
              <a:buClr>
                <a:schemeClr val="lt1"/>
              </a:buClr>
              <a:buFont typeface="Cabin"/>
              <a:buChar char="•"/>
              <a:defRPr/>
            </a:lvl6pPr>
            <a:lvl7pPr marL="3746500" marR="0" indent="-374777" algn="l" rtl="0">
              <a:spcBef>
                <a:spcPts val="2300"/>
              </a:spcBef>
              <a:spcAft>
                <a:spcPts val="0"/>
              </a:spcAft>
              <a:buClr>
                <a:schemeClr val="lt1"/>
              </a:buClr>
              <a:buFont typeface="Cabin"/>
              <a:buChar char="•"/>
              <a:defRPr/>
            </a:lvl7pPr>
            <a:lvl8pPr marL="4203700" marR="0" indent="-374777" algn="l" rtl="0">
              <a:spcBef>
                <a:spcPts val="2300"/>
              </a:spcBef>
              <a:spcAft>
                <a:spcPts val="0"/>
              </a:spcAft>
              <a:buClr>
                <a:schemeClr val="lt1"/>
              </a:buClr>
              <a:buFont typeface="Cabin"/>
              <a:buChar char="•"/>
              <a:defRPr/>
            </a:lvl8pPr>
            <a:lvl9pPr marL="4660900" marR="0" indent="-374777" algn="l" rtl="0">
              <a:spcBef>
                <a:spcPts val="23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58"/>
        <p:cNvGrpSpPr/>
        <p:nvPr/>
      </p:nvGrpSpPr>
      <p:grpSpPr>
        <a:xfrm>
          <a:off x="0" y="0"/>
          <a:ext cx="0" cy="0"/>
          <a:chOff x="0" y="0"/>
          <a:chExt cx="0" cy="0"/>
        </a:xfrm>
      </p:grpSpPr>
      <p:sp>
        <p:nvSpPr>
          <p:cNvPr id="259" name="Shape 259"/>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23"/>
        <p:cNvGrpSpPr/>
        <p:nvPr/>
      </p:nvGrpSpPr>
      <p:grpSpPr>
        <a:xfrm>
          <a:off x="0" y="0"/>
          <a:ext cx="0" cy="0"/>
          <a:chOff x="0" y="0"/>
          <a:chExt cx="0" cy="0"/>
        </a:xfrm>
      </p:grpSpPr>
      <p:sp>
        <p:nvSpPr>
          <p:cNvPr id="324" name="Shape 324"/>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325" name="Shape 325"/>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marR="0" indent="-164211" algn="l" rtl="0">
              <a:spcBef>
                <a:spcPts val="3500"/>
              </a:spcBef>
              <a:spcAft>
                <a:spcPts val="0"/>
              </a:spcAft>
              <a:buClr>
                <a:schemeClr val="lt1"/>
              </a:buClr>
              <a:buFont typeface="Cabin"/>
              <a:buChar char="•"/>
              <a:defRPr/>
            </a:lvl1pPr>
            <a:lvl2pPr marL="1003300" marR="0" indent="-164211" algn="l" rtl="0">
              <a:spcBef>
                <a:spcPts val="3500"/>
              </a:spcBef>
              <a:spcAft>
                <a:spcPts val="0"/>
              </a:spcAft>
              <a:buClr>
                <a:schemeClr val="lt1"/>
              </a:buClr>
              <a:buFont typeface="Cabin"/>
              <a:buChar char="•"/>
              <a:defRPr/>
            </a:lvl2pPr>
            <a:lvl3pPr marL="1295400" marR="0" indent="-164211" algn="l" rtl="0">
              <a:spcBef>
                <a:spcPts val="3500"/>
              </a:spcBef>
              <a:spcAft>
                <a:spcPts val="0"/>
              </a:spcAft>
              <a:buClr>
                <a:schemeClr val="lt1"/>
              </a:buClr>
              <a:buFont typeface="Cabin"/>
              <a:buChar char="•"/>
              <a:defRPr/>
            </a:lvl3pPr>
            <a:lvl4pPr marL="1600200" marR="0" indent="-164211" algn="l" rtl="0">
              <a:spcBef>
                <a:spcPts val="3500"/>
              </a:spcBef>
              <a:spcAft>
                <a:spcPts val="0"/>
              </a:spcAft>
              <a:buClr>
                <a:schemeClr val="lt1"/>
              </a:buClr>
              <a:buFont typeface="Cabin"/>
              <a:buChar char="•"/>
              <a:defRPr/>
            </a:lvl4pPr>
            <a:lvl5pPr marL="1892300" marR="0" indent="-164210" algn="l" rtl="0">
              <a:spcBef>
                <a:spcPts val="3500"/>
              </a:spcBef>
              <a:spcAft>
                <a:spcPts val="0"/>
              </a:spcAft>
              <a:buClr>
                <a:schemeClr val="lt1"/>
              </a:buClr>
              <a:buFont typeface="Cabin"/>
              <a:buChar char="•"/>
              <a:defRPr/>
            </a:lvl5pPr>
            <a:lvl6pPr marL="2349500" marR="0" indent="-164210" algn="l" rtl="0">
              <a:spcBef>
                <a:spcPts val="3500"/>
              </a:spcBef>
              <a:spcAft>
                <a:spcPts val="0"/>
              </a:spcAft>
              <a:buClr>
                <a:schemeClr val="lt1"/>
              </a:buClr>
              <a:buFont typeface="Cabin"/>
              <a:buChar char="•"/>
              <a:defRPr/>
            </a:lvl6pPr>
            <a:lvl7pPr marL="2806700" marR="0" indent="-164210" algn="l" rtl="0">
              <a:spcBef>
                <a:spcPts val="3500"/>
              </a:spcBef>
              <a:spcAft>
                <a:spcPts val="0"/>
              </a:spcAft>
              <a:buClr>
                <a:schemeClr val="lt1"/>
              </a:buClr>
              <a:buFont typeface="Cabin"/>
              <a:buChar char="•"/>
              <a:defRPr/>
            </a:lvl7pPr>
            <a:lvl8pPr marL="3263900" marR="0" indent="-164210" algn="l" rtl="0">
              <a:spcBef>
                <a:spcPts val="3500"/>
              </a:spcBef>
              <a:spcAft>
                <a:spcPts val="0"/>
              </a:spcAft>
              <a:buClr>
                <a:schemeClr val="lt1"/>
              </a:buClr>
              <a:buFont typeface="Cabin"/>
              <a:buChar char="•"/>
              <a:defRPr/>
            </a:lvl8pPr>
            <a:lvl9pPr marL="3721100" marR="0" indent="-164210"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7" r:id="rId5"/>
    <p:sldLayoutId id="2147483698" r:id="rId6"/>
    <p:sldLayoutId id="2147483699" r:id="rId7"/>
    <p:sldLayoutId id="2147483700" r:id="rId8"/>
    <p:sldLayoutId id="2147483701" r:id="rId9"/>
    <p:sldLayoutId id="2147483702" r:id="rId10"/>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5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2.xml"/><Relationship Id="rId6" Type="http://schemas.openxmlformats.org/officeDocument/2006/relationships/image" Target="../media/image3.jpeg"/><Relationship Id="rId5" Type="http://schemas.openxmlformats.org/officeDocument/2006/relationships/image" Target="../media/image7.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53.xml"/><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4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43.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1155700" y="1536700"/>
            <a:ext cx="139320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a:solidFill>
                  <a:srgbClr val="FF00FF"/>
                </a:solidFill>
                <a:latin typeface="Cabin"/>
                <a:ea typeface="Cabin"/>
                <a:cs typeface="Cabin"/>
                <a:sym typeface="Cabin"/>
              </a:rPr>
              <a:t>Why Program?</a:t>
            </a:r>
          </a:p>
        </p:txBody>
      </p:sp>
      <p:sp>
        <p:nvSpPr>
          <p:cNvPr id="49" name="Shape 49"/>
          <p:cNvSpPr txBox="1">
            <a:spLocks noGrp="1"/>
          </p:cNvSpPr>
          <p:nvPr>
            <p:ph type="body" idx="1"/>
          </p:nvPr>
        </p:nvSpPr>
        <p:spPr>
          <a:xfrm>
            <a:off x="1155700" y="4711700"/>
            <a:ext cx="13931900" cy="15494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a:solidFill>
                  <a:schemeClr val="lt1"/>
                </a:solidFill>
                <a:latin typeface="Cabin"/>
                <a:ea typeface="Cabin"/>
                <a:cs typeface="Cabin"/>
                <a:sym typeface="Cabin"/>
              </a:rPr>
              <a:t>Chapter 1</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Computers want to be helpful...</a:t>
            </a:r>
          </a:p>
        </p:txBody>
      </p:sp>
      <p:sp>
        <p:nvSpPr>
          <p:cNvPr id="97" name="Shape 97"/>
          <p:cNvSpPr txBox="1">
            <a:spLocks noGrp="1"/>
          </p:cNvSpPr>
          <p:nvPr>
            <p:ph type="body" idx="1"/>
          </p:nvPr>
        </p:nvSpPr>
        <p:spPr>
          <a:xfrm>
            <a:off x="1155700" y="2603500"/>
            <a:ext cx="8331200" cy="5702299"/>
          </a:xfrm>
          <a:prstGeom prst="rect">
            <a:avLst/>
          </a:prstGeom>
          <a:noFill/>
          <a:ln>
            <a:noFill/>
          </a:ln>
        </p:spPr>
        <p:txBody>
          <a:bodyPr lIns="38100" tIns="38100" rIns="38100" bIns="38100" anchor="ctr" anchorCtr="0">
            <a:noAutofit/>
          </a:bodyPr>
          <a:lstStyle/>
          <a:p>
            <a:pPr marL="749300" marR="0" lvl="0" indent="-345694" algn="l" rtl="0">
              <a:lnSpc>
                <a:spcPct val="100000"/>
              </a:lnSpc>
              <a:spcBef>
                <a:spcPts val="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Computers are built for one purpose - to do things for us</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But we need to speak their language to describe what we want done</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Users have it easy - someone already put many different programs (instructions) into the computer and users just pick the ones we want to use</a:t>
            </a:r>
          </a:p>
        </p:txBody>
      </p:sp>
      <p:sp>
        <p:nvSpPr>
          <p:cNvPr id="98" name="Shape 98"/>
          <p:cNvSpPr/>
          <p:nvPr/>
        </p:nvSpPr>
        <p:spPr>
          <a:xfrm>
            <a:off x="9982200" y="5118100"/>
            <a:ext cx="5702299" cy="3149600"/>
          </a:xfrm>
          <a:prstGeom prst="roundRect">
            <a:avLst>
              <a:gd name="adj" fmla="val 1306"/>
            </a:avLst>
          </a:prstGeom>
          <a:solidFill>
            <a:schemeClr val="accent1">
              <a:alpha val="49411"/>
            </a:schemeClr>
          </a:solid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99" name="Shape 99"/>
          <p:cNvSpPr/>
          <p:nvPr/>
        </p:nvSpPr>
        <p:spPr>
          <a:xfrm>
            <a:off x="10401300" y="55245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
        <p:nvSpPr>
          <p:cNvPr id="100" name="Shape 100"/>
          <p:cNvSpPr/>
          <p:nvPr/>
        </p:nvSpPr>
        <p:spPr>
          <a:xfrm>
            <a:off x="10401300" y="69088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
        <p:nvSpPr>
          <p:cNvPr id="101" name="Shape 101"/>
          <p:cNvSpPr/>
          <p:nvPr/>
        </p:nvSpPr>
        <p:spPr>
          <a:xfrm>
            <a:off x="11823700" y="55245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
        <p:nvSpPr>
          <p:cNvPr id="102" name="Shape 102"/>
          <p:cNvSpPr/>
          <p:nvPr/>
        </p:nvSpPr>
        <p:spPr>
          <a:xfrm>
            <a:off x="11823700" y="69088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
        <p:nvSpPr>
          <p:cNvPr id="103" name="Shape 103"/>
          <p:cNvSpPr/>
          <p:nvPr/>
        </p:nvSpPr>
        <p:spPr>
          <a:xfrm>
            <a:off x="13246100" y="69088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
        <p:nvSpPr>
          <p:cNvPr id="104" name="Shape 104"/>
          <p:cNvSpPr/>
          <p:nvPr/>
        </p:nvSpPr>
        <p:spPr>
          <a:xfrm>
            <a:off x="13246100" y="55245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
        <p:nvSpPr>
          <p:cNvPr id="105" name="Shape 105"/>
          <p:cNvSpPr/>
          <p:nvPr/>
        </p:nvSpPr>
        <p:spPr>
          <a:xfrm>
            <a:off x="14541500" y="6248400"/>
            <a:ext cx="876300" cy="876300"/>
          </a:xfrm>
          <a:prstGeom prst="ellipse">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pic>
        <p:nvPicPr>
          <p:cNvPr id="106" name="Shape 106"/>
          <p:cNvPicPr preferRelativeResize="0"/>
          <p:nvPr/>
        </p:nvPicPr>
        <p:blipFill rotWithShape="1">
          <a:blip r:embed="rId4">
            <a:alphaModFix/>
          </a:blip>
          <a:srcRect/>
          <a:stretch/>
        </p:blipFill>
        <p:spPr>
          <a:xfrm>
            <a:off x="11557000" y="2589211"/>
            <a:ext cx="2006600" cy="1995486"/>
          </a:xfrm>
          <a:prstGeom prst="rect">
            <a:avLst/>
          </a:prstGeom>
          <a:noFill/>
          <a:ln>
            <a:noFill/>
          </a:ln>
        </p:spPr>
      </p:pic>
      <p:sp>
        <p:nvSpPr>
          <p:cNvPr id="107" name="Shape 107"/>
          <p:cNvSpPr/>
          <p:nvPr/>
        </p:nvSpPr>
        <p:spPr>
          <a:xfrm>
            <a:off x="12992100" y="2171700"/>
            <a:ext cx="1803400" cy="1270000"/>
          </a:xfrm>
          <a:prstGeom prst="wedgeEllipseCallout">
            <a:avLst>
              <a:gd name="adj1" fmla="val -29134"/>
              <a:gd name="adj2" fmla="val 66404"/>
            </a:avLst>
          </a:prstGeom>
          <a:blipFill rotWithShape="1">
            <a:blip r:embed="rId3">
              <a:alphaModFix/>
            </a:blip>
            <a:tile tx="0" ty="0" sx="100000" sy="100000"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1155700" y="317500"/>
            <a:ext cx="11772899"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200" b="0" i="0" u="none" strike="noStrike" cap="none" baseline="0">
                <a:solidFill>
                  <a:srgbClr val="00FF00"/>
                </a:solidFill>
                <a:latin typeface="Cabin"/>
                <a:ea typeface="Cabin"/>
                <a:cs typeface="Cabin"/>
                <a:sym typeface="Cabin"/>
              </a:rPr>
              <a:t>Programmers Anticipate Needs</a:t>
            </a:r>
          </a:p>
        </p:txBody>
      </p:sp>
      <p:sp>
        <p:nvSpPr>
          <p:cNvPr id="113" name="Shape 113"/>
          <p:cNvSpPr txBox="1">
            <a:spLocks noGrp="1"/>
          </p:cNvSpPr>
          <p:nvPr>
            <p:ph type="body" idx="1"/>
          </p:nvPr>
        </p:nvSpPr>
        <p:spPr>
          <a:xfrm>
            <a:off x="1155700" y="2832100"/>
            <a:ext cx="8013600" cy="5702399"/>
          </a:xfrm>
          <a:prstGeom prst="rect">
            <a:avLst/>
          </a:prstGeom>
          <a:noFill/>
          <a:ln>
            <a:noFill/>
          </a:ln>
        </p:spPr>
        <p:txBody>
          <a:bodyPr lIns="38100" tIns="38100" rIns="38100" bIns="38100" anchor="ctr" anchorCtr="0">
            <a:noAutofit/>
          </a:bodyPr>
          <a:lstStyle/>
          <a:p>
            <a:pPr marL="749300" marR="0" lvl="0" indent="-345694" algn="l" rtl="0">
              <a:lnSpc>
                <a:spcPct val="100000"/>
              </a:lnSpc>
              <a:spcBef>
                <a:spcPts val="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iPhone Applications are a market</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iPhone Applications have over 3 Billion downloads</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Programmers have left their jobs to be full-time iPhone developers</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Programmers know the </a:t>
            </a:r>
            <a:r>
              <a:rPr lang="en-US" sz="3200" b="0" i="0" u="none" strike="noStrike" cap="none" baseline="0">
                <a:solidFill>
                  <a:srgbClr val="00FF00"/>
                </a:solidFill>
                <a:latin typeface="Cabin"/>
                <a:ea typeface="Cabin"/>
                <a:cs typeface="Cabin"/>
                <a:sym typeface="Cabin"/>
              </a:rPr>
              <a:t>ways of the program</a:t>
            </a:r>
          </a:p>
        </p:txBody>
      </p:sp>
      <p:sp>
        <p:nvSpPr>
          <p:cNvPr id="114" name="Shape 114"/>
          <p:cNvSpPr/>
          <p:nvPr/>
        </p:nvSpPr>
        <p:spPr>
          <a:xfrm>
            <a:off x="9740900" y="5283200"/>
            <a:ext cx="5702299" cy="3149600"/>
          </a:xfrm>
          <a:prstGeom prst="roundRect">
            <a:avLst>
              <a:gd name="adj" fmla="val 1306"/>
            </a:avLst>
          </a:prstGeom>
          <a:solidFill>
            <a:schemeClr val="accent1">
              <a:alpha val="49411"/>
            </a:schemeClr>
          </a:solid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115" name="Shape 115"/>
          <p:cNvSpPr/>
          <p:nvPr/>
        </p:nvSpPr>
        <p:spPr>
          <a:xfrm>
            <a:off x="10160000" y="56896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Pick</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Me!</a:t>
            </a:r>
          </a:p>
        </p:txBody>
      </p:sp>
      <p:sp>
        <p:nvSpPr>
          <p:cNvPr id="116" name="Shape 116"/>
          <p:cNvSpPr/>
          <p:nvPr/>
        </p:nvSpPr>
        <p:spPr>
          <a:xfrm>
            <a:off x="10160000" y="70739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Pick</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Me!</a:t>
            </a:r>
          </a:p>
        </p:txBody>
      </p:sp>
      <p:sp>
        <p:nvSpPr>
          <p:cNvPr id="117" name="Shape 117"/>
          <p:cNvSpPr/>
          <p:nvPr/>
        </p:nvSpPr>
        <p:spPr>
          <a:xfrm>
            <a:off x="11582400" y="56896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Pick</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Me!</a:t>
            </a:r>
          </a:p>
        </p:txBody>
      </p:sp>
      <p:sp>
        <p:nvSpPr>
          <p:cNvPr id="118" name="Shape 118"/>
          <p:cNvSpPr/>
          <p:nvPr/>
        </p:nvSpPr>
        <p:spPr>
          <a:xfrm>
            <a:off x="11582400" y="70739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Pick</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Me!</a:t>
            </a:r>
          </a:p>
        </p:txBody>
      </p:sp>
      <p:sp>
        <p:nvSpPr>
          <p:cNvPr id="119" name="Shape 119"/>
          <p:cNvSpPr/>
          <p:nvPr/>
        </p:nvSpPr>
        <p:spPr>
          <a:xfrm>
            <a:off x="13004800" y="7073900"/>
            <a:ext cx="1092199" cy="1092199"/>
          </a:xfrm>
          <a:prstGeom prst="roundRect">
            <a:avLst>
              <a:gd name="adj" fmla="val 3767"/>
            </a:avLst>
          </a:prstGeom>
          <a:solidFill>
            <a:srgbClr val="00FF00"/>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Pay</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Me!</a:t>
            </a:r>
          </a:p>
        </p:txBody>
      </p:sp>
      <p:sp>
        <p:nvSpPr>
          <p:cNvPr id="120" name="Shape 120"/>
          <p:cNvSpPr/>
          <p:nvPr/>
        </p:nvSpPr>
        <p:spPr>
          <a:xfrm>
            <a:off x="13004800" y="5689600"/>
            <a:ext cx="1092199" cy="1092199"/>
          </a:xfrm>
          <a:prstGeom prst="roundRect">
            <a:avLst>
              <a:gd name="adj" fmla="val 3767"/>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Pick</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Me!</a:t>
            </a:r>
          </a:p>
        </p:txBody>
      </p:sp>
      <p:sp>
        <p:nvSpPr>
          <p:cNvPr id="121" name="Shape 121"/>
          <p:cNvSpPr/>
          <p:nvPr/>
        </p:nvSpPr>
        <p:spPr>
          <a:xfrm>
            <a:off x="14300200" y="6413500"/>
            <a:ext cx="876300" cy="876300"/>
          </a:xfrm>
          <a:prstGeom prst="ellipse">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pic>
        <p:nvPicPr>
          <p:cNvPr id="122" name="Shape 122"/>
          <p:cNvPicPr preferRelativeResize="0"/>
          <p:nvPr/>
        </p:nvPicPr>
        <p:blipFill rotWithShape="1">
          <a:blip r:embed="rId4">
            <a:alphaModFix/>
          </a:blip>
          <a:srcRect/>
          <a:stretch/>
        </p:blipFill>
        <p:spPr>
          <a:xfrm>
            <a:off x="13398500" y="793750"/>
            <a:ext cx="2171700" cy="4025899"/>
          </a:xfrm>
          <a:prstGeom prst="rect">
            <a:avLst/>
          </a:prstGeom>
          <a:noFill/>
          <a:ln>
            <a:noFill/>
          </a:ln>
        </p:spPr>
      </p:pic>
      <p:pic>
        <p:nvPicPr>
          <p:cNvPr id="123" name="Shape 123"/>
          <p:cNvPicPr preferRelativeResize="0"/>
          <p:nvPr/>
        </p:nvPicPr>
        <p:blipFill rotWithShape="1">
          <a:blip r:embed="rId5">
            <a:alphaModFix/>
          </a:blip>
          <a:srcRect/>
          <a:stretch/>
        </p:blipFill>
        <p:spPr>
          <a:xfrm>
            <a:off x="9810750" y="3546475"/>
            <a:ext cx="800099" cy="1139825"/>
          </a:xfrm>
          <a:prstGeom prst="rect">
            <a:avLst/>
          </a:prstGeom>
          <a:noFill/>
          <a:ln>
            <a:noFill/>
          </a:ln>
        </p:spPr>
      </p:pic>
      <p:sp>
        <p:nvSpPr>
          <p:cNvPr id="124" name="Shape 124"/>
          <p:cNvSpPr/>
          <p:nvPr/>
        </p:nvSpPr>
        <p:spPr>
          <a:xfrm>
            <a:off x="10718800" y="2463800"/>
            <a:ext cx="2412999" cy="1270000"/>
          </a:xfrm>
          <a:prstGeom prst="wedgeEllipseCallout">
            <a:avLst>
              <a:gd name="adj1" fmla="val -47109"/>
              <a:gd name="adj2" fmla="val 66488"/>
            </a:avLst>
          </a:prstGeom>
          <a:blipFill rotWithShape="1">
            <a:blip r:embed="rId6">
              <a:alphaModFix/>
            </a:blip>
            <a:stretch>
              <a:fillRect/>
            </a:stretch>
          </a:blipFill>
          <a:ln w="508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125" name="Shape 125"/>
          <p:cNvCxnSpPr/>
          <p:nvPr/>
        </p:nvCxnSpPr>
        <p:spPr>
          <a:xfrm>
            <a:off x="12376150" y="3783012"/>
            <a:ext cx="609599" cy="3194049"/>
          </a:xfrm>
          <a:prstGeom prst="straightConnector1">
            <a:avLst/>
          </a:prstGeom>
          <a:noFill/>
          <a:ln w="88900" cap="rnd" cmpd="sng">
            <a:solidFill>
              <a:srgbClr val="00FF00"/>
            </a:solidFill>
            <a:prstDash val="solid"/>
            <a:miter/>
            <a:headEnd type="none" w="med" len="med"/>
            <a:tailEnd type="stealth" w="med" len="med"/>
          </a:ln>
        </p:spPr>
      </p:cxn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Users</a:t>
            </a:r>
            <a:r>
              <a:rPr lang="en-US" sz="7600">
                <a:solidFill>
                  <a:srgbClr val="00FF00"/>
                </a:solidFill>
                <a:latin typeface="Cabin"/>
                <a:ea typeface="Cabin"/>
                <a:cs typeface="Cabin"/>
                <a:sym typeface="Cabin"/>
              </a:rPr>
              <a:t> </a:t>
            </a:r>
            <a:r>
              <a:rPr lang="en-US" sz="7600" b="0" i="0" u="none" strike="noStrike" cap="none" baseline="0">
                <a:solidFill>
                  <a:srgbClr val="00FF00"/>
                </a:solidFill>
                <a:latin typeface="Cabin"/>
                <a:ea typeface="Cabin"/>
                <a:cs typeface="Cabin"/>
                <a:sym typeface="Cabin"/>
              </a:rPr>
              <a:t>vs. Programmers</a:t>
            </a:r>
          </a:p>
        </p:txBody>
      </p:sp>
      <p:sp>
        <p:nvSpPr>
          <p:cNvPr id="131" name="Shape 131"/>
          <p:cNvSpPr txBox="1">
            <a:spLocks noGrp="1"/>
          </p:cNvSpPr>
          <p:nvPr>
            <p:ph type="body" idx="1"/>
          </p:nvPr>
        </p:nvSpPr>
        <p:spPr>
          <a:xfrm>
            <a:off x="1155700" y="2451100"/>
            <a:ext cx="13932000" cy="5702399"/>
          </a:xfrm>
          <a:prstGeom prst="rect">
            <a:avLst/>
          </a:prstGeom>
          <a:noFill/>
          <a:ln>
            <a:noFill/>
          </a:ln>
        </p:spPr>
        <p:txBody>
          <a:bodyPr lIns="38100" tIns="38100" rIns="38100" bIns="38100" anchor="ctr" anchorCtr="0">
            <a:noAutofit/>
          </a:bodyPr>
          <a:lstStyle/>
          <a:p>
            <a:pPr marL="749300" marR="0" lvl="0" indent="-345694" algn="l" rtl="0">
              <a:lnSpc>
                <a:spcPct val="100000"/>
              </a:lnSpc>
              <a:spcBef>
                <a:spcPts val="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Users see computers as a set of tools - word processor, spreadsheet, map, todo list, etc.</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Programmers learn the computer </a:t>
            </a:r>
            <a:r>
              <a:rPr lang="en-US" sz="3200" b="0" i="0" u="none" strike="noStrike" cap="none" baseline="0">
                <a:solidFill>
                  <a:schemeClr val="lt1"/>
                </a:solidFill>
                <a:latin typeface="Arial"/>
                <a:ea typeface="Arial"/>
                <a:cs typeface="Arial"/>
                <a:sym typeface="Arial"/>
              </a:rPr>
              <a:t>“</a:t>
            </a:r>
            <a:r>
              <a:rPr lang="en-US" sz="3200" b="0" i="0" u="none" strike="noStrike" cap="none" baseline="0">
                <a:solidFill>
                  <a:schemeClr val="lt1"/>
                </a:solidFill>
                <a:latin typeface="Cabin"/>
                <a:ea typeface="Cabin"/>
                <a:cs typeface="Cabin"/>
                <a:sym typeface="Cabin"/>
              </a:rPr>
              <a:t>ways</a:t>
            </a:r>
            <a:r>
              <a:rPr lang="en-US" sz="3200" b="0" i="0" u="none" strike="noStrike" cap="none" baseline="0">
                <a:solidFill>
                  <a:schemeClr val="lt1"/>
                </a:solidFill>
                <a:latin typeface="Arial"/>
                <a:ea typeface="Arial"/>
                <a:cs typeface="Arial"/>
                <a:sym typeface="Arial"/>
              </a:rPr>
              <a:t>”</a:t>
            </a:r>
            <a:r>
              <a:rPr lang="en-US" sz="3200" b="0" i="0" u="none" strike="noStrike" cap="none" baseline="0">
                <a:solidFill>
                  <a:schemeClr val="lt1"/>
                </a:solidFill>
                <a:latin typeface="Cabin"/>
                <a:ea typeface="Cabin"/>
                <a:cs typeface="Cabin"/>
                <a:sym typeface="Cabin"/>
              </a:rPr>
              <a:t> and the computer language</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Programmers have some tools that allow them to build new tools</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Programmers sometimes write tools for lots of users and sometimes programmers write little </a:t>
            </a:r>
            <a:r>
              <a:rPr lang="en-US" sz="3200" b="0" i="0" u="none" strike="noStrike" cap="none" baseline="0">
                <a:solidFill>
                  <a:schemeClr val="lt1"/>
                </a:solidFill>
                <a:latin typeface="Arial"/>
                <a:ea typeface="Arial"/>
                <a:cs typeface="Arial"/>
                <a:sym typeface="Arial"/>
              </a:rPr>
              <a:t>“</a:t>
            </a:r>
            <a:r>
              <a:rPr lang="en-US" sz="3200" b="0" i="0" u="none" strike="noStrike" cap="none" baseline="0">
                <a:solidFill>
                  <a:schemeClr val="lt1"/>
                </a:solidFill>
                <a:latin typeface="Cabin"/>
                <a:ea typeface="Cabin"/>
                <a:cs typeface="Cabin"/>
                <a:sym typeface="Cabin"/>
              </a:rPr>
              <a:t>helpers</a:t>
            </a:r>
            <a:r>
              <a:rPr lang="en-US" sz="3200" b="0" i="0" u="none" strike="noStrike" cap="none" baseline="0">
                <a:solidFill>
                  <a:schemeClr val="lt1"/>
                </a:solidFill>
                <a:latin typeface="Arial"/>
                <a:ea typeface="Arial"/>
                <a:cs typeface="Arial"/>
                <a:sym typeface="Arial"/>
              </a:rPr>
              <a:t>”</a:t>
            </a:r>
            <a:r>
              <a:rPr lang="en-US" sz="3200" b="0" i="0" u="none" strike="noStrike" cap="none" baseline="0">
                <a:solidFill>
                  <a:schemeClr val="lt1"/>
                </a:solidFill>
                <a:latin typeface="Cabin"/>
                <a:ea typeface="Cabin"/>
                <a:cs typeface="Cabin"/>
                <a:sym typeface="Cabin"/>
              </a:rPr>
              <a:t> for themselves to automate a task</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cxnSp>
        <p:nvCxnSpPr>
          <p:cNvPr id="175" name="Shape 175"/>
          <p:cNvCxnSpPr/>
          <p:nvPr/>
        </p:nvCxnSpPr>
        <p:spPr>
          <a:xfrm rot="10800000" flipH="1">
            <a:off x="4168775" y="4079874"/>
            <a:ext cx="1254125" cy="1517650"/>
          </a:xfrm>
          <a:prstGeom prst="straightConnector1">
            <a:avLst/>
          </a:prstGeom>
          <a:noFill/>
          <a:ln w="215900" cap="rnd" cmpd="sng">
            <a:solidFill>
              <a:srgbClr val="2E2F30"/>
            </a:solidFill>
            <a:prstDash val="solid"/>
            <a:miter/>
            <a:headEnd type="none" w="med" len="med"/>
            <a:tailEnd type="none" w="med" len="med"/>
          </a:ln>
        </p:spPr>
      </p:cxnSp>
      <p:cxnSp>
        <p:nvCxnSpPr>
          <p:cNvPr id="176" name="Shape 176"/>
          <p:cNvCxnSpPr/>
          <p:nvPr/>
        </p:nvCxnSpPr>
        <p:spPr>
          <a:xfrm rot="10800000" flipH="1">
            <a:off x="7369175" y="4213225"/>
            <a:ext cx="80961" cy="1214437"/>
          </a:xfrm>
          <a:prstGeom prst="straightConnector1">
            <a:avLst/>
          </a:prstGeom>
          <a:noFill/>
          <a:ln w="215900" cap="rnd" cmpd="sng">
            <a:solidFill>
              <a:srgbClr val="2E2F30"/>
            </a:solidFill>
            <a:prstDash val="solid"/>
            <a:miter/>
            <a:headEnd type="none" w="med" len="med"/>
            <a:tailEnd type="none" w="med" len="med"/>
          </a:ln>
        </p:spPr>
      </p:cxnSp>
      <p:cxnSp>
        <p:nvCxnSpPr>
          <p:cNvPr id="177" name="Shape 177"/>
          <p:cNvCxnSpPr/>
          <p:nvPr/>
        </p:nvCxnSpPr>
        <p:spPr>
          <a:xfrm rot="10800000">
            <a:off x="8783636" y="4189412"/>
            <a:ext cx="2771774" cy="930275"/>
          </a:xfrm>
          <a:prstGeom prst="straightConnector1">
            <a:avLst/>
          </a:prstGeom>
          <a:noFill/>
          <a:ln w="215900" cap="rnd" cmpd="sng">
            <a:solidFill>
              <a:srgbClr val="2E2F30"/>
            </a:solidFill>
            <a:prstDash val="solid"/>
            <a:miter/>
            <a:headEnd type="none" w="med" len="med"/>
            <a:tailEnd type="none" w="med" len="med"/>
          </a:ln>
        </p:spPr>
      </p:cxnSp>
      <p:pic>
        <p:nvPicPr>
          <p:cNvPr id="178" name="Shape 178"/>
          <p:cNvPicPr preferRelativeResize="0"/>
          <p:nvPr/>
        </p:nvPicPr>
        <p:blipFill rotWithShape="1">
          <a:blip r:embed="rId3">
            <a:alphaModFix/>
          </a:blip>
          <a:srcRect/>
          <a:stretch/>
        </p:blipFill>
        <p:spPr>
          <a:xfrm>
            <a:off x="9067800" y="546100"/>
            <a:ext cx="1187449" cy="1689100"/>
          </a:xfrm>
          <a:prstGeom prst="rect">
            <a:avLst/>
          </a:prstGeom>
          <a:noFill/>
          <a:ln>
            <a:noFill/>
          </a:ln>
        </p:spPr>
      </p:pic>
      <p:sp>
        <p:nvSpPr>
          <p:cNvPr id="179" name="Shape 179"/>
          <p:cNvSpPr txBox="1"/>
          <p:nvPr/>
        </p:nvSpPr>
        <p:spPr>
          <a:xfrm>
            <a:off x="2870200" y="2730500"/>
            <a:ext cx="9931400" cy="1587499"/>
          </a:xfrm>
          <a:prstGeom prst="rect">
            <a:avLst/>
          </a:prstGeom>
          <a:blipFill rotWithShape="1">
            <a:blip r:embed="rId4">
              <a:alphaModFix/>
            </a:blip>
            <a:stretch>
              <a:fillRect/>
            </a:stretch>
          </a:blipFill>
          <a:ln w="25400" cap="rnd" cmpd="sng">
            <a:solidFill>
              <a:srgbClr val="000000"/>
            </a:solidFill>
            <a:prstDash val="solid"/>
            <a:miter/>
            <a:headEnd type="none" w="med" len="med"/>
            <a:tailEnd type="none" w="med" len="med"/>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Ovo"/>
              <a:buNone/>
            </a:pPr>
            <a:r>
              <a:rPr lang="en-US" sz="4800" b="0" i="0" u="none" strike="noStrike" cap="none" baseline="0">
                <a:solidFill>
                  <a:schemeClr val="lt1"/>
                </a:solidFill>
                <a:latin typeface="Ovo"/>
                <a:ea typeface="Ovo"/>
                <a:cs typeface="Ovo"/>
                <a:sym typeface="Ovo"/>
              </a:rPr>
              <a:t>Computer</a:t>
            </a:r>
          </a:p>
          <a:p>
            <a:pPr marL="0" marR="0" lvl="0" indent="0" algn="ctr" rtl="0">
              <a:lnSpc>
                <a:spcPct val="100000"/>
              </a:lnSpc>
              <a:spcBef>
                <a:spcPts val="0"/>
              </a:spcBef>
              <a:spcAft>
                <a:spcPts val="0"/>
              </a:spcAft>
              <a:buClr>
                <a:schemeClr val="lt1"/>
              </a:buClr>
              <a:buSzPct val="25000"/>
              <a:buFont typeface="Ovo"/>
              <a:buNone/>
            </a:pPr>
            <a:r>
              <a:rPr lang="en-US" sz="4800" b="0" i="0" u="none" strike="noStrike" cap="none" baseline="0">
                <a:solidFill>
                  <a:schemeClr val="lt1"/>
                </a:solidFill>
                <a:latin typeface="Ovo"/>
                <a:ea typeface="Ovo"/>
                <a:cs typeface="Ovo"/>
                <a:sym typeface="Ovo"/>
              </a:rPr>
              <a:t>Hardware + Software</a:t>
            </a:r>
          </a:p>
        </p:txBody>
      </p:sp>
      <p:sp>
        <p:nvSpPr>
          <p:cNvPr id="180" name="Shape 180"/>
          <p:cNvSpPr/>
          <p:nvPr/>
        </p:nvSpPr>
        <p:spPr>
          <a:xfrm>
            <a:off x="10147300" y="5003800"/>
            <a:ext cx="2908299" cy="1371599"/>
          </a:xfrm>
          <a:prstGeom prst="roundRect">
            <a:avLst>
              <a:gd name="adj" fmla="val 3000"/>
            </a:avLst>
          </a:prstGeom>
          <a:blipFill rotWithShape="1">
            <a:blip r:embed="rId4">
              <a:alphaModFix/>
            </a:blip>
            <a:stretch>
              <a:fillRect/>
            </a:stretch>
          </a:blipFill>
          <a:ln w="25400" cap="rnd" cmpd="sng">
            <a:solidFill>
              <a:srgbClr val="000000"/>
            </a:solidFill>
            <a:prstDash val="solid"/>
            <a:miter/>
            <a:headEnd type="none" w="med" len="med"/>
            <a:tailEnd type="none" w="med" len="med"/>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Ovo"/>
              <a:buNone/>
            </a:pPr>
            <a:r>
              <a:rPr lang="en-US" sz="3800" b="0" i="0" u="none" strike="noStrike" cap="none" baseline="0">
                <a:solidFill>
                  <a:schemeClr val="lt1"/>
                </a:solidFill>
                <a:latin typeface="Ovo"/>
                <a:ea typeface="Ovo"/>
                <a:cs typeface="Ovo"/>
                <a:sym typeface="Ovo"/>
              </a:rPr>
              <a:t>Networks</a:t>
            </a:r>
          </a:p>
        </p:txBody>
      </p:sp>
      <p:sp>
        <p:nvSpPr>
          <p:cNvPr id="181" name="Shape 181"/>
          <p:cNvSpPr txBox="1"/>
          <p:nvPr/>
        </p:nvSpPr>
        <p:spPr>
          <a:xfrm>
            <a:off x="9221786" y="5465762"/>
            <a:ext cx="571500" cy="6350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Ovo"/>
              <a:buNone/>
            </a:pPr>
            <a:r>
              <a:rPr lang="en-US" sz="3800" b="0" i="0" u="none" strike="noStrike" cap="none" baseline="0">
                <a:solidFill>
                  <a:schemeClr val="lt1"/>
                </a:solidFill>
                <a:latin typeface="Ovo"/>
                <a:ea typeface="Ovo"/>
                <a:cs typeface="Ovo"/>
                <a:sym typeface="Ovo"/>
              </a:rPr>
              <a:t>....</a:t>
            </a:r>
          </a:p>
        </p:txBody>
      </p:sp>
      <p:pic>
        <p:nvPicPr>
          <p:cNvPr id="182" name="Shape 182"/>
          <p:cNvPicPr preferRelativeResize="0"/>
          <p:nvPr/>
        </p:nvPicPr>
        <p:blipFill rotWithShape="1">
          <a:blip r:embed="rId5">
            <a:alphaModFix/>
          </a:blip>
          <a:srcRect/>
          <a:stretch/>
        </p:blipFill>
        <p:spPr>
          <a:xfrm>
            <a:off x="3390900" y="431800"/>
            <a:ext cx="3632199" cy="1908174"/>
          </a:xfrm>
          <a:prstGeom prst="rect">
            <a:avLst/>
          </a:prstGeom>
          <a:noFill/>
          <a:ln>
            <a:noFill/>
          </a:ln>
        </p:spPr>
      </p:pic>
      <p:pic>
        <p:nvPicPr>
          <p:cNvPr id="183" name="Shape 183"/>
          <p:cNvPicPr preferRelativeResize="0"/>
          <p:nvPr/>
        </p:nvPicPr>
        <p:blipFill rotWithShape="1">
          <a:blip r:embed="rId6">
            <a:alphaModFix/>
          </a:blip>
          <a:srcRect/>
          <a:stretch/>
        </p:blipFill>
        <p:spPr>
          <a:xfrm>
            <a:off x="10756900" y="241300"/>
            <a:ext cx="1235074" cy="2292349"/>
          </a:xfrm>
          <a:prstGeom prst="rect">
            <a:avLst/>
          </a:prstGeom>
          <a:noFill/>
          <a:ln>
            <a:noFill/>
          </a:ln>
        </p:spPr>
      </p:pic>
      <p:sp>
        <p:nvSpPr>
          <p:cNvPr id="184" name="Shape 184"/>
          <p:cNvSpPr txBox="1"/>
          <p:nvPr/>
        </p:nvSpPr>
        <p:spPr>
          <a:xfrm>
            <a:off x="2098675" y="6607175"/>
            <a:ext cx="11899899" cy="21082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Ovo"/>
              <a:buNone/>
            </a:pPr>
            <a:r>
              <a:rPr lang="en-US" sz="2800" b="0" i="0" u="none" strike="noStrike" cap="none" baseline="0">
                <a:solidFill>
                  <a:schemeClr val="lt1"/>
                </a:solidFill>
                <a:latin typeface="Ovo"/>
                <a:ea typeface="Ovo"/>
                <a:cs typeface="Ovo"/>
                <a:sym typeface="Ovo"/>
              </a:rPr>
              <a:t>From a software creator</a:t>
            </a:r>
            <a:r>
              <a:rPr lang="en-US" sz="2800" b="0" i="0" u="none" strike="noStrike" cap="none" baseline="0">
                <a:solidFill>
                  <a:schemeClr val="lt1"/>
                </a:solidFill>
                <a:latin typeface="Arial"/>
                <a:ea typeface="Arial"/>
                <a:cs typeface="Arial"/>
                <a:sym typeface="Arial"/>
              </a:rPr>
              <a:t>’</a:t>
            </a:r>
            <a:r>
              <a:rPr lang="en-US" sz="2800" b="0" i="0" u="none" strike="noStrike" cap="none" baseline="0">
                <a:solidFill>
                  <a:schemeClr val="lt1"/>
                </a:solidFill>
                <a:latin typeface="Ovo"/>
                <a:ea typeface="Ovo"/>
                <a:cs typeface="Ovo"/>
                <a:sym typeface="Ovo"/>
              </a:rPr>
              <a:t>s point of view, we build the software. The end users (stakeholders/actors) are our masters - who we want to please - often they pay us money when they are pleased.  But the data, information, and networks are our problem to solve on their behalf.  The hardware and software are our friends and allies in this quest.</a:t>
            </a:r>
          </a:p>
        </p:txBody>
      </p:sp>
      <p:sp>
        <p:nvSpPr>
          <p:cNvPr id="185" name="Shape 185"/>
          <p:cNvSpPr/>
          <p:nvPr/>
        </p:nvSpPr>
        <p:spPr>
          <a:xfrm>
            <a:off x="5956300" y="5003800"/>
            <a:ext cx="2908299" cy="1371599"/>
          </a:xfrm>
          <a:prstGeom prst="roundRect">
            <a:avLst>
              <a:gd name="adj" fmla="val 3000"/>
            </a:avLst>
          </a:prstGeom>
          <a:blipFill rotWithShape="1">
            <a:blip r:embed="rId4">
              <a:alphaModFix/>
            </a:blip>
            <a:stretch>
              <a:fillRect/>
            </a:stretch>
          </a:blipFill>
          <a:ln w="25400" cap="rnd" cmpd="sng">
            <a:solidFill>
              <a:srgbClr val="000000"/>
            </a:solidFill>
            <a:prstDash val="solid"/>
            <a:miter/>
            <a:headEnd type="none" w="med" len="med"/>
            <a:tailEnd type="none" w="med" len="med"/>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Ovo"/>
              <a:buNone/>
            </a:pPr>
            <a:r>
              <a:rPr lang="en-US" sz="3800" b="0" i="0" u="none" strike="noStrike" cap="none" baseline="0">
                <a:solidFill>
                  <a:schemeClr val="lt1"/>
                </a:solidFill>
                <a:latin typeface="Ovo"/>
                <a:ea typeface="Ovo"/>
                <a:cs typeface="Ovo"/>
                <a:sym typeface="Ovo"/>
              </a:rPr>
              <a:t>Information</a:t>
            </a:r>
          </a:p>
        </p:txBody>
      </p:sp>
      <p:sp>
        <p:nvSpPr>
          <p:cNvPr id="186" name="Shape 186"/>
          <p:cNvSpPr/>
          <p:nvPr/>
        </p:nvSpPr>
        <p:spPr>
          <a:xfrm>
            <a:off x="2654300" y="5003800"/>
            <a:ext cx="2908299" cy="1371599"/>
          </a:xfrm>
          <a:prstGeom prst="roundRect">
            <a:avLst>
              <a:gd name="adj" fmla="val 3000"/>
            </a:avLst>
          </a:prstGeom>
          <a:blipFill rotWithShape="1">
            <a:blip r:embed="rId4">
              <a:alphaModFix/>
            </a:blip>
            <a:stretch>
              <a:fillRect/>
            </a:stretch>
          </a:blipFill>
          <a:ln w="25400" cap="rnd" cmpd="sng">
            <a:solidFill>
              <a:srgbClr val="000000"/>
            </a:solidFill>
            <a:prstDash val="solid"/>
            <a:miter/>
            <a:headEnd type="none" w="med" len="med"/>
            <a:tailEnd type="none" w="med" len="med"/>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Ovo"/>
              <a:buNone/>
            </a:pPr>
            <a:r>
              <a:rPr lang="en-US" sz="3800" b="0" i="0" u="none" strike="noStrike" cap="none" baseline="0">
                <a:solidFill>
                  <a:schemeClr val="lt1"/>
                </a:solidFill>
                <a:latin typeface="Ovo"/>
                <a:ea typeface="Ovo"/>
                <a:cs typeface="Ovo"/>
                <a:sym typeface="Ovo"/>
              </a:rPr>
              <a:t>Data</a:t>
            </a:r>
          </a:p>
        </p:txBody>
      </p:sp>
      <p:sp>
        <p:nvSpPr>
          <p:cNvPr id="187" name="Shape 187"/>
          <p:cNvSpPr txBox="1"/>
          <p:nvPr/>
        </p:nvSpPr>
        <p:spPr>
          <a:xfrm>
            <a:off x="7516811" y="1136650"/>
            <a:ext cx="1065212" cy="660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User</a:t>
            </a:r>
          </a:p>
        </p:txBody>
      </p:sp>
      <p:grpSp>
        <p:nvGrpSpPr>
          <p:cNvPr id="188" name="Shape 188"/>
          <p:cNvGrpSpPr/>
          <p:nvPr/>
        </p:nvGrpSpPr>
        <p:grpSpPr>
          <a:xfrm>
            <a:off x="10113961" y="2147886"/>
            <a:ext cx="5765463" cy="1706463"/>
            <a:chOff x="0" y="0"/>
            <a:chExt cx="5765463" cy="1706463"/>
          </a:xfrm>
        </p:grpSpPr>
        <p:pic>
          <p:nvPicPr>
            <p:cNvPr id="189" name="Shape 189"/>
            <p:cNvPicPr preferRelativeResize="0"/>
            <p:nvPr/>
          </p:nvPicPr>
          <p:blipFill rotWithShape="1">
            <a:blip r:embed="rId3">
              <a:alphaModFix/>
            </a:blip>
            <a:srcRect/>
            <a:stretch/>
          </p:blipFill>
          <p:spPr>
            <a:xfrm>
              <a:off x="1376362" y="1050925"/>
              <a:ext cx="457200" cy="650874"/>
            </a:xfrm>
            <a:prstGeom prst="rect">
              <a:avLst/>
            </a:prstGeom>
            <a:noFill/>
            <a:ln>
              <a:noFill/>
            </a:ln>
          </p:spPr>
        </p:pic>
        <p:sp>
          <p:nvSpPr>
            <p:cNvPr id="190" name="Shape 190"/>
            <p:cNvSpPr txBox="1"/>
            <p:nvPr/>
          </p:nvSpPr>
          <p:spPr>
            <a:xfrm>
              <a:off x="2857263" y="1046163"/>
              <a:ext cx="29081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Programmer</a:t>
              </a:r>
            </a:p>
          </p:txBody>
        </p:sp>
        <p:cxnSp>
          <p:nvCxnSpPr>
            <p:cNvPr id="191" name="Shape 191"/>
            <p:cNvCxnSpPr/>
            <p:nvPr/>
          </p:nvCxnSpPr>
          <p:spPr>
            <a:xfrm rot="10800000">
              <a:off x="0" y="0"/>
              <a:ext cx="1101725" cy="1063624"/>
            </a:xfrm>
            <a:prstGeom prst="straightConnector1">
              <a:avLst/>
            </a:prstGeom>
            <a:noFill/>
            <a:ln w="101600" cap="rnd" cmpd="sng">
              <a:solidFill>
                <a:srgbClr val="FFFF00"/>
              </a:solidFill>
              <a:prstDash val="solid"/>
              <a:miter/>
              <a:headEnd type="stealth" w="med" len="med"/>
              <a:tailEnd type="none" w="med" len="med"/>
            </a:ln>
          </p:spPr>
        </p:cxnSp>
      </p:gr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Shape 19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Why be a programmer?</a:t>
            </a:r>
          </a:p>
        </p:txBody>
      </p:sp>
      <p:sp>
        <p:nvSpPr>
          <p:cNvPr id="197" name="Shape 197"/>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rgbClr val="00FF00"/>
              </a:buClr>
              <a:buSzPct val="100000"/>
              <a:buFont typeface="Cabin"/>
              <a:buChar char="•"/>
            </a:pPr>
            <a:r>
              <a:rPr lang="en-US" sz="3600" b="0" i="0" u="none" strike="noStrike" cap="none" baseline="0" dirty="0">
                <a:solidFill>
                  <a:srgbClr val="00FF00"/>
                </a:solidFill>
                <a:latin typeface="Cabin"/>
                <a:ea typeface="Cabin"/>
                <a:cs typeface="Cabin"/>
                <a:sym typeface="Cabin"/>
              </a:rPr>
              <a:t>To get some task done - we are the user and programmer</a:t>
            </a:r>
          </a:p>
          <a:p>
            <a:pPr marL="1041400" marR="0" lvl="1" indent="-142494" algn="l" rtl="0">
              <a:lnSpc>
                <a:spcPct val="100000"/>
              </a:lnSpc>
              <a:spcBef>
                <a:spcPts val="3500"/>
              </a:spcBef>
              <a:spcAft>
                <a:spcPts val="0"/>
              </a:spcAft>
              <a:buClr>
                <a:schemeClr val="lt1"/>
              </a:buClr>
              <a:buSzPct val="100000"/>
              <a:buFont typeface="Cabin"/>
            </a:pPr>
            <a:r>
              <a:rPr lang="en-US" sz="3600" dirty="0">
                <a:solidFill>
                  <a:schemeClr val="lt1"/>
                </a:solidFill>
                <a:latin typeface="Cabin"/>
                <a:ea typeface="Cabin"/>
                <a:cs typeface="Cabin"/>
                <a:sym typeface="Cabin"/>
              </a:rPr>
              <a:t> </a:t>
            </a:r>
            <a:r>
              <a:rPr lang="en-US" sz="3600" b="0" i="0" u="none" strike="noStrike" cap="none" baseline="0" dirty="0">
                <a:solidFill>
                  <a:schemeClr val="lt1"/>
                </a:solidFill>
                <a:latin typeface="Cabin"/>
                <a:ea typeface="Cabin"/>
                <a:cs typeface="Cabin"/>
                <a:sym typeface="Cabin"/>
              </a:rPr>
              <a:t>Clean up survey data</a:t>
            </a:r>
          </a:p>
          <a:p>
            <a:pPr marL="749300" marR="0" lvl="0" indent="-371094" algn="l" rtl="0">
              <a:lnSpc>
                <a:spcPct val="100000"/>
              </a:lnSpc>
              <a:spcBef>
                <a:spcPts val="3500"/>
              </a:spcBef>
              <a:spcAft>
                <a:spcPts val="0"/>
              </a:spcAft>
              <a:buClr>
                <a:srgbClr val="FF7F00"/>
              </a:buClr>
              <a:buSzPct val="100000"/>
              <a:buFont typeface="Cabin"/>
              <a:buChar char="•"/>
            </a:pPr>
            <a:r>
              <a:rPr lang="en-US" sz="3600" b="0" i="0" u="none" strike="noStrike" cap="none" baseline="0" dirty="0">
                <a:solidFill>
                  <a:srgbClr val="FF7F00"/>
                </a:solidFill>
                <a:latin typeface="Cabin"/>
                <a:ea typeface="Cabin"/>
                <a:cs typeface="Cabin"/>
                <a:sym typeface="Cabin"/>
              </a:rPr>
              <a:t>To produce something for others to use - a programming job</a:t>
            </a:r>
          </a:p>
          <a:p>
            <a:pPr marL="1041400" marR="0" lvl="1" indent="-142494" algn="l" rtl="0">
              <a:lnSpc>
                <a:spcPct val="100000"/>
              </a:lnSpc>
              <a:spcBef>
                <a:spcPts val="3500"/>
              </a:spcBef>
              <a:spcAft>
                <a:spcPts val="0"/>
              </a:spcAft>
              <a:buClr>
                <a:schemeClr val="lt1"/>
              </a:buClr>
              <a:buSzPct val="100000"/>
              <a:buFont typeface="Cabin"/>
            </a:pPr>
            <a:r>
              <a:rPr lang="en-US" sz="3600" dirty="0">
                <a:solidFill>
                  <a:schemeClr val="lt1"/>
                </a:solidFill>
                <a:latin typeface="Cabin"/>
                <a:ea typeface="Cabin"/>
                <a:cs typeface="Cabin"/>
                <a:sym typeface="Cabin"/>
              </a:rPr>
              <a:t> </a:t>
            </a:r>
            <a:r>
              <a:rPr lang="en-US" sz="3600" b="0" i="0" u="none" strike="noStrike" cap="none" baseline="0" dirty="0">
                <a:solidFill>
                  <a:schemeClr val="lt1"/>
                </a:solidFill>
                <a:latin typeface="Cabin"/>
                <a:ea typeface="Cabin"/>
                <a:cs typeface="Cabin"/>
                <a:sym typeface="Cabin"/>
              </a:rPr>
              <a:t>Fix a performance problem in the </a:t>
            </a:r>
            <a:r>
              <a:rPr lang="en-US" sz="3600" dirty="0" smtClean="0">
                <a:solidFill>
                  <a:schemeClr val="lt1"/>
                </a:solidFill>
                <a:latin typeface="Cabin"/>
                <a:ea typeface="Cabin"/>
                <a:cs typeface="Cabin"/>
                <a:sym typeface="Cabin"/>
              </a:rPr>
              <a:t>companies </a:t>
            </a:r>
            <a:r>
              <a:rPr lang="en-US" sz="3600" dirty="0" err="1" smtClean="0">
                <a:solidFill>
                  <a:schemeClr val="lt1"/>
                </a:solidFill>
                <a:latin typeface="Cabin"/>
                <a:ea typeface="Cabin"/>
                <a:cs typeface="Cabin"/>
                <a:sym typeface="Cabin"/>
              </a:rPr>
              <a:t>softwares</a:t>
            </a:r>
            <a:endParaRPr lang="en-US" sz="3600" b="0" i="0" u="none" strike="noStrike" cap="none" baseline="0" dirty="0">
              <a:solidFill>
                <a:schemeClr val="lt1"/>
              </a:solidFill>
              <a:latin typeface="Cabin"/>
              <a:ea typeface="Cabin"/>
              <a:cs typeface="Cabin"/>
              <a:sym typeface="Cabin"/>
            </a:endParaRPr>
          </a:p>
          <a:p>
            <a:pPr marL="1041400" marR="0" lvl="1" indent="-142494" algn="l" rtl="0">
              <a:lnSpc>
                <a:spcPct val="100000"/>
              </a:lnSpc>
              <a:spcBef>
                <a:spcPts val="3500"/>
              </a:spcBef>
              <a:spcAft>
                <a:spcPts val="0"/>
              </a:spcAft>
              <a:buClr>
                <a:schemeClr val="lt1"/>
              </a:buClr>
              <a:buSzPct val="100000"/>
              <a:buFont typeface="Cabin"/>
            </a:pPr>
            <a:r>
              <a:rPr lang="en-US" sz="3600" dirty="0">
                <a:solidFill>
                  <a:schemeClr val="lt1"/>
                </a:solidFill>
                <a:latin typeface="Cabin"/>
                <a:ea typeface="Cabin"/>
                <a:cs typeface="Cabin"/>
                <a:sym typeface="Cabin"/>
              </a:rPr>
              <a:t> </a:t>
            </a:r>
            <a:r>
              <a:rPr lang="en-US" sz="3600" b="0" i="0" u="none" strike="noStrike" cap="none" baseline="0" dirty="0">
                <a:solidFill>
                  <a:schemeClr val="lt1"/>
                </a:solidFill>
                <a:latin typeface="Cabin"/>
                <a:ea typeface="Cabin"/>
                <a:cs typeface="Cabin"/>
                <a:sym typeface="Cabin"/>
              </a:rPr>
              <a:t>Add  guestbook to a web site</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Shape 202"/>
          <p:cNvSpPr txBox="1">
            <a:spLocks noGrp="1"/>
          </p:cNvSpPr>
          <p:nvPr>
            <p:ph type="title"/>
          </p:nvPr>
        </p:nvSpPr>
        <p:spPr>
          <a:xfrm>
            <a:off x="1155700" y="546100"/>
            <a:ext cx="139320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What is Code?  Software?  </a:t>
            </a:r>
            <a:br>
              <a:rPr lang="en-US" sz="7600" b="0" i="0" u="none" strike="noStrike" cap="none" baseline="0">
                <a:solidFill>
                  <a:srgbClr val="FF7F00"/>
                </a:solidFill>
                <a:latin typeface="Cabin"/>
                <a:ea typeface="Cabin"/>
                <a:cs typeface="Cabin"/>
                <a:sym typeface="Cabin"/>
              </a:rPr>
            </a:br>
            <a:r>
              <a:rPr lang="en-US" sz="7600" b="0" i="0" u="none" strike="noStrike" cap="none" baseline="0">
                <a:solidFill>
                  <a:srgbClr val="FF7F00"/>
                </a:solidFill>
                <a:latin typeface="Cabin"/>
                <a:ea typeface="Cabin"/>
                <a:cs typeface="Cabin"/>
                <a:sym typeface="Cabin"/>
              </a:rPr>
              <a:t>A Program?</a:t>
            </a:r>
          </a:p>
        </p:txBody>
      </p:sp>
      <p:sp>
        <p:nvSpPr>
          <p:cNvPr id="203" name="Shape 203"/>
          <p:cNvSpPr txBox="1">
            <a:spLocks noGrp="1"/>
          </p:cNvSpPr>
          <p:nvPr>
            <p:ph type="body" idx="1"/>
          </p:nvPr>
        </p:nvSpPr>
        <p:spPr>
          <a:xfrm>
            <a:off x="1155700" y="2984500"/>
            <a:ext cx="13932000" cy="5702399"/>
          </a:xfrm>
          <a:prstGeom prst="rect">
            <a:avLst/>
          </a:prstGeom>
          <a:noFill/>
          <a:ln>
            <a:noFill/>
          </a:ln>
        </p:spPr>
        <p:txBody>
          <a:bodyPr lIns="38100" tIns="38100" rIns="38100" bIns="38100" anchor="ctr" anchorCtr="0">
            <a:noAutofit/>
          </a:bodyPr>
          <a:lstStyle/>
          <a:p>
            <a:pPr marL="749300" marR="0" lvl="0" indent="-345694" algn="l" rtl="0">
              <a:lnSpc>
                <a:spcPct val="100000"/>
              </a:lnSpc>
              <a:spcBef>
                <a:spcPts val="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A sequence of stored instructions </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a:solidFill>
                  <a:schemeClr val="lt1"/>
                </a:solidFill>
                <a:latin typeface="Cabin"/>
                <a:ea typeface="Cabin"/>
                <a:cs typeface="Cabin"/>
                <a:sym typeface="Cabin"/>
              </a:rPr>
              <a:t>It is a little piece of our intelligence in the computer</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a:solidFill>
                  <a:schemeClr val="lt1"/>
                </a:solidFill>
                <a:latin typeface="Cabin"/>
                <a:ea typeface="Cabin"/>
                <a:cs typeface="Cabin"/>
                <a:sym typeface="Cabin"/>
              </a:rPr>
              <a:t>It is a little piece of our intelligence we can give to others - we figure something out and then we encode it and then give it to someone else to save them the time and energy of figuring it out</a:t>
            </a:r>
          </a:p>
          <a:p>
            <a:pPr marL="749300" marR="0" lvl="0" indent="-345694" algn="l" rtl="0">
              <a:lnSpc>
                <a:spcPct val="100000"/>
              </a:lnSpc>
              <a:spcBef>
                <a:spcPts val="3500"/>
              </a:spcBef>
              <a:spcAft>
                <a:spcPts val="0"/>
              </a:spcAft>
              <a:buClr>
                <a:schemeClr val="lt1"/>
              </a:buClr>
              <a:buSzPct val="100000"/>
              <a:buFont typeface="Cabin"/>
              <a:buChar char="•"/>
            </a:pPr>
            <a:r>
              <a:rPr lang="en-US" sz="3200" b="0" i="0" u="none" strike="noStrike" cap="none" baseline="0">
                <a:solidFill>
                  <a:schemeClr val="lt1"/>
                </a:solidFill>
                <a:latin typeface="Cabin"/>
                <a:ea typeface="Cabin"/>
                <a:cs typeface="Cabin"/>
                <a:sym typeface="Cabin"/>
              </a:rPr>
              <a:t>A piece of creative art - particularly when we do a good job on user experience</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Shape 223"/>
          <p:cNvSpPr txBox="1">
            <a:spLocks noGrp="1"/>
          </p:cNvSpPr>
          <p:nvPr>
            <p:ph type="title"/>
          </p:nvPr>
        </p:nvSpPr>
        <p:spPr>
          <a:xfrm>
            <a:off x="7353300" y="241300"/>
            <a:ext cx="7734299"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Programs for Humans...</a:t>
            </a:r>
          </a:p>
        </p:txBody>
      </p:sp>
      <p:sp>
        <p:nvSpPr>
          <p:cNvPr id="224" name="Shape 224"/>
          <p:cNvSpPr txBox="1"/>
          <p:nvPr/>
        </p:nvSpPr>
        <p:spPr>
          <a:xfrm>
            <a:off x="1125537" y="349250"/>
            <a:ext cx="5873749" cy="84328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while music is playing:</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out and up</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out and up</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Flip Left hand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Flip Right hand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to right shoulder</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to left shoulder</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to back of head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a:t>
            </a:r>
            <a:r>
              <a:rPr lang="en-US" sz="3200" b="0" i="0" u="none" strike="noStrike" cap="none" baseline="0">
                <a:solidFill>
                  <a:srgbClr val="FF00FF"/>
                </a:solidFill>
                <a:latin typeface="Cabin"/>
                <a:ea typeface="Cabin"/>
                <a:cs typeface="Cabin"/>
                <a:sym typeface="Cabin"/>
              </a:rPr>
              <a:t>ham</a:t>
            </a:r>
            <a:r>
              <a:rPr lang="en-US" sz="3200" b="0" i="0" u="none" strike="noStrike" cap="none" baseline="0">
                <a:solidFill>
                  <a:schemeClr val="lt1"/>
                </a:solidFill>
                <a:latin typeface="Cabin"/>
                <a:ea typeface="Cabin"/>
                <a:cs typeface="Cabin"/>
                <a:sym typeface="Cabin"/>
              </a:rPr>
              <a:t> to back of head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to right </a:t>
            </a:r>
            <a:r>
              <a:rPr lang="en-US" sz="3200" b="0" i="0" u="none" strike="noStrike" cap="none" baseline="0">
                <a:solidFill>
                  <a:srgbClr val="00FF00"/>
                </a:solidFill>
                <a:latin typeface="Cabin"/>
                <a:ea typeface="Cabin"/>
                <a:cs typeface="Cabin"/>
                <a:sym typeface="Cabin"/>
              </a:rPr>
              <a:t>hit</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to left </a:t>
            </a:r>
            <a:r>
              <a:rPr lang="en-US" sz="3200" b="0" i="0" u="none" strike="noStrike" cap="none" baseline="0">
                <a:solidFill>
                  <a:srgbClr val="00FF00"/>
                </a:solidFill>
                <a:latin typeface="Cabin"/>
                <a:ea typeface="Cabin"/>
                <a:cs typeface="Cabin"/>
                <a:sym typeface="Cabin"/>
              </a:rPr>
              <a:t>hit</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on left bottom</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on right bottom</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Wiggle</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Wiggle</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Jump</a:t>
            </a:r>
          </a:p>
        </p:txBody>
      </p:sp>
      <p:pic>
        <p:nvPicPr>
          <p:cNvPr id="225" name="Shape 225"/>
          <p:cNvPicPr preferRelativeResize="0"/>
          <p:nvPr/>
        </p:nvPicPr>
        <p:blipFill rotWithShape="1">
          <a:blip r:embed="rId3">
            <a:alphaModFix/>
          </a:blip>
          <a:srcRect/>
          <a:stretch/>
        </p:blipFill>
        <p:spPr>
          <a:xfrm>
            <a:off x="8267700" y="2781300"/>
            <a:ext cx="5905500" cy="4279900"/>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Shape 231"/>
          <p:cNvSpPr txBox="1">
            <a:spLocks noGrp="1"/>
          </p:cNvSpPr>
          <p:nvPr>
            <p:ph type="title"/>
          </p:nvPr>
        </p:nvSpPr>
        <p:spPr>
          <a:xfrm>
            <a:off x="7353300" y="241300"/>
            <a:ext cx="7734299"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Programs for Humans...</a:t>
            </a:r>
          </a:p>
        </p:txBody>
      </p:sp>
      <p:sp>
        <p:nvSpPr>
          <p:cNvPr id="232" name="Shape 232"/>
          <p:cNvSpPr txBox="1"/>
          <p:nvPr/>
        </p:nvSpPr>
        <p:spPr>
          <a:xfrm>
            <a:off x="1125537" y="349250"/>
            <a:ext cx="5873749" cy="84328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while music is playing:</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out and up</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out and up</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Flip Left hand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Flip Right hand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to right shoulder</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to left shoulder</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to back of head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to back of head</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to right hip</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to left hip</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Left hand on left bottom</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Right hand on right bottom</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Wiggle</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Wiggle</a:t>
            </a:r>
          </a:p>
          <a:p>
            <a:pPr marL="685800" marR="0" lvl="2" indent="0" algn="l"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Jump</a:t>
            </a:r>
          </a:p>
        </p:txBody>
      </p:sp>
      <p:pic>
        <p:nvPicPr>
          <p:cNvPr id="233" name="Shape 233"/>
          <p:cNvPicPr preferRelativeResize="0"/>
          <p:nvPr/>
        </p:nvPicPr>
        <p:blipFill rotWithShape="1">
          <a:blip r:embed="rId3">
            <a:alphaModFix/>
          </a:blip>
          <a:srcRect/>
          <a:stretch/>
        </p:blipFill>
        <p:spPr>
          <a:xfrm>
            <a:off x="8267700" y="2781300"/>
            <a:ext cx="5905500" cy="4279900"/>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Shape 252"/>
          <p:cNvSpPr txBox="1"/>
          <p:nvPr/>
        </p:nvSpPr>
        <p:spPr>
          <a:xfrm>
            <a:off x="930550" y="263550"/>
            <a:ext cx="9772499" cy="86168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name = raw_input(</a:t>
            </a:r>
            <a:r>
              <a:rPr lang="en-US" sz="2600" i="0" u="none" strike="noStrike" cap="none" baseline="0">
                <a:solidFill>
                  <a:srgbClr val="00FF00"/>
                </a:solidFill>
                <a:latin typeface="Courier New"/>
                <a:ea typeface="Courier New"/>
                <a:cs typeface="Courier New"/>
                <a:sym typeface="Courier New"/>
              </a:rPr>
              <a:t>'En</a:t>
            </a:r>
            <a:r>
              <a:rPr lang="en-US" sz="2600" b="0" i="0" u="none" strike="noStrike" cap="none" baseline="0">
                <a:solidFill>
                  <a:srgbClr val="00FF00"/>
                </a:solidFill>
                <a:latin typeface="Courier New"/>
                <a:ea typeface="Courier New"/>
                <a:cs typeface="Courier New"/>
                <a:sym typeface="Courier New"/>
              </a:rPr>
              <a:t>ter file:')</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handle = open(name, 'r')</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text = handle.read()</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words = text.split()</a:t>
            </a:r>
          </a:p>
          <a:p>
            <a:pPr marL="0" marR="0" lvl="0" indent="0" algn="ctr" rtl="0">
              <a:lnSpc>
                <a:spcPct val="100000"/>
              </a:lnSpc>
              <a:spcBef>
                <a:spcPts val="0"/>
              </a:spcBef>
              <a:spcAft>
                <a:spcPts val="0"/>
              </a:spcAft>
              <a:buNone/>
            </a:pPr>
            <a:endParaRPr sz="2600" b="0" i="0" u="none" strike="noStrike" cap="none" baseline="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counts = dict()</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for word in words:</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   counts[word] = counts.get(word,0) + 1</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bigcount = None</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bigword = None</a:t>
            </a:r>
          </a:p>
          <a:p>
            <a:pPr marL="0" marR="0" lvl="0" indent="0" algn="ctr" rtl="0">
              <a:lnSpc>
                <a:spcPct val="100000"/>
              </a:lnSpc>
              <a:spcBef>
                <a:spcPts val="0"/>
              </a:spcBef>
              <a:spcAft>
                <a:spcPts val="0"/>
              </a:spcAft>
              <a:buNone/>
            </a:pPr>
            <a:endParaRPr sz="2600" b="0" i="0" u="none" strike="noStrike" cap="none" baseline="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for word,count in counts.items():</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    if bigcount is None or count &gt; bigcount:</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        bigword = word</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        bigcount = count</a:t>
            </a:r>
          </a:p>
          <a:p>
            <a:pPr marL="0" marR="0" lvl="0" indent="0" algn="l"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ourier New"/>
                <a:ea typeface="Courier New"/>
                <a:cs typeface="Courier New"/>
                <a:sym typeface="Courier New"/>
              </a:rPr>
              <a:t>print bigword, bigcount</a:t>
            </a:r>
          </a:p>
        </p:txBody>
      </p:sp>
      <p:sp>
        <p:nvSpPr>
          <p:cNvPr id="253" name="Shape 253"/>
          <p:cNvSpPr txBox="1"/>
          <p:nvPr/>
        </p:nvSpPr>
        <p:spPr>
          <a:xfrm>
            <a:off x="10702925" y="1778000"/>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python words.py </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Enter file: </a:t>
            </a:r>
            <a:r>
              <a:rPr lang="en-US" sz="3600" b="0" i="0" u="none" strike="noStrike" cap="none" baseline="0">
                <a:solidFill>
                  <a:schemeClr val="lt1"/>
                </a:solidFill>
                <a:latin typeface="Cabin"/>
                <a:ea typeface="Cabin"/>
                <a:cs typeface="Cabin"/>
                <a:sym typeface="Cabin"/>
              </a:rPr>
              <a:t>words.txt</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to 16</a:t>
            </a:r>
          </a:p>
        </p:txBody>
      </p:sp>
      <p:sp>
        <p:nvSpPr>
          <p:cNvPr id="254" name="Shape 254"/>
          <p:cNvSpPr txBox="1"/>
          <p:nvPr/>
        </p:nvSpPr>
        <p:spPr>
          <a:xfrm>
            <a:off x="10693400" y="5283200"/>
            <a:ext cx="4445000" cy="16891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python words.py </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Enter file: </a:t>
            </a:r>
            <a:r>
              <a:rPr lang="en-US" sz="3600" b="0" i="0" u="none" strike="noStrike" cap="none" baseline="0">
                <a:solidFill>
                  <a:schemeClr val="lt1"/>
                </a:solidFill>
                <a:latin typeface="Cabin"/>
                <a:ea typeface="Cabin"/>
                <a:cs typeface="Cabin"/>
                <a:sym typeface="Cabin"/>
              </a:rPr>
              <a:t>clown.txt</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the 7</a:t>
            </a:r>
          </a:p>
        </p:txBody>
      </p:sp>
    </p:spTree>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Shape 297"/>
          <p:cNvSpPr txBox="1">
            <a:spLocks noGrp="1"/>
          </p:cNvSpPr>
          <p:nvPr>
            <p:ph type="title"/>
          </p:nvPr>
        </p:nvSpPr>
        <p:spPr>
          <a:xfrm>
            <a:off x="1155700" y="2781300"/>
            <a:ext cx="13931900" cy="356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Hardware Architecture</a:t>
            </a:r>
          </a:p>
        </p:txBody>
      </p:sp>
    </p:spTree>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Shape 308"/>
          <p:cNvSpPr txBox="1"/>
          <p:nvPr/>
        </p:nvSpPr>
        <p:spPr>
          <a:xfrm>
            <a:off x="6096000" y="1041400"/>
            <a:ext cx="3454399" cy="6489699"/>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l" rtl="0">
              <a:lnSpc>
                <a:spcPct val="100000"/>
              </a:lnSpc>
              <a:spcBef>
                <a:spcPts val="1000"/>
              </a:spcBef>
              <a:spcAft>
                <a:spcPts val="0"/>
              </a:spcAft>
              <a:buClr>
                <a:srgbClr val="FF00FF"/>
              </a:buClr>
              <a:buSzPct val="25000"/>
              <a:buFont typeface="Cabin"/>
              <a:buNone/>
            </a:pPr>
            <a:r>
              <a:rPr lang="en-US" sz="3200" b="0" i="0" u="none" strike="noStrike" cap="none" baseline="0">
                <a:solidFill>
                  <a:srgbClr val="FF00FF"/>
                </a:solidFill>
                <a:latin typeface="Cabin"/>
                <a:ea typeface="Cabin"/>
                <a:cs typeface="Cabin"/>
                <a:sym typeface="Cabin"/>
              </a:rPr>
              <a:t>  Software</a:t>
            </a:r>
          </a:p>
        </p:txBody>
      </p:sp>
      <p:sp>
        <p:nvSpPr>
          <p:cNvPr id="309" name="Shape 309"/>
          <p:cNvSpPr txBox="1"/>
          <p:nvPr/>
        </p:nvSpPr>
        <p:spPr>
          <a:xfrm>
            <a:off x="2832100" y="1790700"/>
            <a:ext cx="2184399" cy="21843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Input</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and Output</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Devices</a:t>
            </a:r>
          </a:p>
        </p:txBody>
      </p:sp>
      <p:sp>
        <p:nvSpPr>
          <p:cNvPr id="310" name="Shape 310"/>
          <p:cNvSpPr txBox="1"/>
          <p:nvPr/>
        </p:nvSpPr>
        <p:spPr>
          <a:xfrm>
            <a:off x="6731000" y="1892300"/>
            <a:ext cx="2133599" cy="19811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Central</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Processing</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Unit</a:t>
            </a:r>
          </a:p>
        </p:txBody>
      </p:sp>
      <p:sp>
        <p:nvSpPr>
          <p:cNvPr id="311" name="Shape 311"/>
          <p:cNvSpPr txBox="1"/>
          <p:nvPr/>
        </p:nvSpPr>
        <p:spPr>
          <a:xfrm>
            <a:off x="6731000" y="4927600"/>
            <a:ext cx="2171700" cy="21335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Main</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Memory</a:t>
            </a:r>
          </a:p>
        </p:txBody>
      </p:sp>
      <p:sp>
        <p:nvSpPr>
          <p:cNvPr id="312" name="Shape 312"/>
          <p:cNvSpPr txBox="1"/>
          <p:nvPr/>
        </p:nvSpPr>
        <p:spPr>
          <a:xfrm>
            <a:off x="11264900" y="3098800"/>
            <a:ext cx="2184399" cy="21843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Secondary</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Memory</a:t>
            </a:r>
          </a:p>
        </p:txBody>
      </p:sp>
      <p:cxnSp>
        <p:nvCxnSpPr>
          <p:cNvPr id="313" name="Shape 313"/>
          <p:cNvCxnSpPr/>
          <p:nvPr/>
        </p:nvCxnSpPr>
        <p:spPr>
          <a:xfrm flipH="1">
            <a:off x="5030786" y="2917825"/>
            <a:ext cx="1058862" cy="17461"/>
          </a:xfrm>
          <a:prstGeom prst="straightConnector1">
            <a:avLst/>
          </a:prstGeom>
          <a:noFill/>
          <a:ln w="88900" cap="rnd" cmpd="sng">
            <a:solidFill>
              <a:srgbClr val="FFFF00"/>
            </a:solidFill>
            <a:prstDash val="solid"/>
            <a:miter/>
            <a:headEnd type="stealth" w="med" len="med"/>
            <a:tailEnd type="stealth" w="med" len="med"/>
          </a:ln>
        </p:spPr>
      </p:cxnSp>
      <p:cxnSp>
        <p:nvCxnSpPr>
          <p:cNvPr id="314" name="Shape 314"/>
          <p:cNvCxnSpPr/>
          <p:nvPr/>
        </p:nvCxnSpPr>
        <p:spPr>
          <a:xfrm rot="10800000">
            <a:off x="7391400" y="3902074"/>
            <a:ext cx="0" cy="971550"/>
          </a:xfrm>
          <a:prstGeom prst="straightConnector1">
            <a:avLst/>
          </a:prstGeom>
          <a:noFill/>
          <a:ln w="88900" cap="rnd" cmpd="sng">
            <a:solidFill>
              <a:srgbClr val="FFFF00"/>
            </a:solidFill>
            <a:prstDash val="solid"/>
            <a:miter/>
            <a:headEnd type="stealth" w="med" len="med"/>
            <a:tailEnd type="none" w="med" len="med"/>
          </a:ln>
        </p:spPr>
      </p:cxnSp>
      <p:cxnSp>
        <p:nvCxnSpPr>
          <p:cNvPr id="315" name="Shape 315"/>
          <p:cNvCxnSpPr/>
          <p:nvPr/>
        </p:nvCxnSpPr>
        <p:spPr>
          <a:xfrm>
            <a:off x="8345486" y="3919537"/>
            <a:ext cx="0" cy="919162"/>
          </a:xfrm>
          <a:prstGeom prst="straightConnector1">
            <a:avLst/>
          </a:prstGeom>
          <a:noFill/>
          <a:ln w="88900" cap="rnd" cmpd="sng">
            <a:solidFill>
              <a:srgbClr val="FFFF00"/>
            </a:solidFill>
            <a:prstDash val="solid"/>
            <a:miter/>
            <a:headEnd type="stealth" w="med" len="med"/>
            <a:tailEnd type="none" w="med" len="med"/>
          </a:ln>
        </p:spPr>
      </p:cxnSp>
      <p:cxnSp>
        <p:nvCxnSpPr>
          <p:cNvPr id="316" name="Shape 316"/>
          <p:cNvCxnSpPr/>
          <p:nvPr/>
        </p:nvCxnSpPr>
        <p:spPr>
          <a:xfrm flipH="1">
            <a:off x="9655175" y="3541712"/>
            <a:ext cx="1562099" cy="17461"/>
          </a:xfrm>
          <a:prstGeom prst="straightConnector1">
            <a:avLst/>
          </a:prstGeom>
          <a:noFill/>
          <a:ln w="88900" cap="rnd" cmpd="sng">
            <a:solidFill>
              <a:srgbClr val="FFFF00"/>
            </a:solidFill>
            <a:prstDash val="solid"/>
            <a:miter/>
            <a:headEnd type="stealth" w="med" len="med"/>
            <a:tailEnd type="none" w="med" len="med"/>
          </a:ln>
        </p:spPr>
      </p:cxnSp>
      <p:cxnSp>
        <p:nvCxnSpPr>
          <p:cNvPr id="317" name="Shape 317"/>
          <p:cNvCxnSpPr/>
          <p:nvPr/>
        </p:nvCxnSpPr>
        <p:spPr>
          <a:xfrm>
            <a:off x="9620250" y="4546600"/>
            <a:ext cx="1579562" cy="0"/>
          </a:xfrm>
          <a:prstGeom prst="straightConnector1">
            <a:avLst/>
          </a:prstGeom>
          <a:noFill/>
          <a:ln w="88900" cap="rnd" cmpd="sng">
            <a:solidFill>
              <a:srgbClr val="FFFF00"/>
            </a:solidFill>
            <a:prstDash val="solid"/>
            <a:miter/>
            <a:headEnd type="stealth" w="med" len="med"/>
            <a:tailEnd type="none" w="med" len="med"/>
          </a:ln>
        </p:spPr>
      </p:cxnSp>
      <p:sp>
        <p:nvSpPr>
          <p:cNvPr id="318" name="Shape 318"/>
          <p:cNvSpPr txBox="1"/>
          <p:nvPr/>
        </p:nvSpPr>
        <p:spPr>
          <a:xfrm>
            <a:off x="12438061" y="692150"/>
            <a:ext cx="2052636"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Generic</a:t>
            </a:r>
          </a:p>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Computer</a:t>
            </a:r>
          </a:p>
        </p:txBody>
      </p:sp>
      <p:sp>
        <p:nvSpPr>
          <p:cNvPr id="319" name="Shape 319"/>
          <p:cNvSpPr/>
          <p:nvPr/>
        </p:nvSpPr>
        <p:spPr>
          <a:xfrm>
            <a:off x="9182100" y="838200"/>
            <a:ext cx="1803400" cy="1270000"/>
          </a:xfrm>
          <a:prstGeom prst="wedgeEllipseCallout">
            <a:avLst>
              <a:gd name="adj1" fmla="val -43827"/>
              <a:gd name="adj2" fmla="val 80222"/>
            </a:avLst>
          </a:prstGeom>
          <a:blipFill rotWithShape="1">
            <a:blip r:embed="rId3">
              <a:alphaModFix/>
            </a:blip>
            <a:tile tx="0" ty="0" sx="100000" sy="100000"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3" name="Shape 303"/>
          <p:cNvPicPr preferRelativeResize="0"/>
          <p:nvPr/>
        </p:nvPicPr>
        <p:blipFill rotWithShape="1">
          <a:blip r:embed="rId3">
            <a:alphaModFix/>
          </a:blip>
          <a:srcRect/>
          <a:stretch/>
        </p:blipFill>
        <p:spPr>
          <a:xfrm>
            <a:off x="2209800" y="315912"/>
            <a:ext cx="11836499" cy="7888200"/>
          </a:xfrm>
          <a:prstGeom prst="rect">
            <a:avLst/>
          </a:prstGeom>
          <a:noFill/>
          <a:ln>
            <a:noFill/>
          </a:ln>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Shape 36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400" b="0" i="0" u="none" strike="noStrike" cap="none" baseline="0">
                <a:solidFill>
                  <a:srgbClr val="00FF00"/>
                </a:solidFill>
                <a:latin typeface="Cabin"/>
                <a:ea typeface="Cabin"/>
                <a:cs typeface="Cabin"/>
                <a:sym typeface="Cabin"/>
              </a:rPr>
              <a:t>Definitions</a:t>
            </a:r>
          </a:p>
        </p:txBody>
      </p:sp>
      <p:sp>
        <p:nvSpPr>
          <p:cNvPr id="364" name="Shape 364"/>
          <p:cNvSpPr txBox="1">
            <a:spLocks noGrp="1"/>
          </p:cNvSpPr>
          <p:nvPr>
            <p:ph type="body" idx="1"/>
          </p:nvPr>
        </p:nvSpPr>
        <p:spPr>
          <a:xfrm>
            <a:off x="1155700" y="2374900"/>
            <a:ext cx="13932000" cy="6260999"/>
          </a:xfrm>
          <a:prstGeom prst="rect">
            <a:avLst/>
          </a:prstGeom>
          <a:noFill/>
          <a:ln>
            <a:noFill/>
          </a:ln>
        </p:spPr>
        <p:txBody>
          <a:bodyPr lIns="38100" tIns="38100" rIns="38100" bIns="38100" anchor="ctr" anchorCtr="0">
            <a:noAutofit/>
          </a:bodyPr>
          <a:lstStyle/>
          <a:p>
            <a:pPr marL="749300" marR="0" lvl="0" indent="-354711" algn="l" rtl="0">
              <a:lnSpc>
                <a:spcPct val="100000"/>
              </a:lnSpc>
              <a:spcBef>
                <a:spcPts val="0"/>
              </a:spcBef>
              <a:spcAft>
                <a:spcPts val="0"/>
              </a:spcAft>
              <a:buClr>
                <a:srgbClr val="00FF00"/>
              </a:buClr>
              <a:buSzPct val="100000"/>
              <a:buFont typeface="Cabin"/>
              <a:buChar char="•"/>
            </a:pPr>
            <a:r>
              <a:rPr lang="en-US" sz="3000" b="0" i="0" u="none" strike="noStrike" cap="none" baseline="0">
                <a:solidFill>
                  <a:srgbClr val="00FF00"/>
                </a:solidFill>
                <a:latin typeface="Cabin"/>
                <a:ea typeface="Cabin"/>
                <a:cs typeface="Cabin"/>
                <a:sym typeface="Cabin"/>
              </a:rPr>
              <a:t>Central Processing Unit</a:t>
            </a:r>
            <a:r>
              <a:rPr lang="en-US" sz="3000" b="0" i="0" u="none" strike="noStrike" cap="none" baseline="0">
                <a:solidFill>
                  <a:schemeClr val="lt1"/>
                </a:solidFill>
                <a:latin typeface="Cabin"/>
                <a:ea typeface="Cabin"/>
                <a:cs typeface="Cabin"/>
                <a:sym typeface="Cabin"/>
              </a:rPr>
              <a:t>:  Runs the Program - The CPU is </a:t>
            </a:r>
            <a:br>
              <a:rPr lang="en-US" sz="3000" b="0" i="0" u="none" strike="noStrike" cap="none" baseline="0">
                <a:solidFill>
                  <a:schemeClr val="lt1"/>
                </a:solidFill>
                <a:latin typeface="Cabin"/>
                <a:ea typeface="Cabin"/>
                <a:cs typeface="Cabin"/>
                <a:sym typeface="Cabin"/>
              </a:rPr>
            </a:br>
            <a:r>
              <a:rPr lang="en-US" sz="3000" b="0" i="0" u="none" strike="noStrike" cap="none" baseline="0">
                <a:solidFill>
                  <a:schemeClr val="lt1"/>
                </a:solidFill>
                <a:latin typeface="Cabin"/>
                <a:ea typeface="Cabin"/>
                <a:cs typeface="Cabin"/>
                <a:sym typeface="Cabin"/>
              </a:rPr>
              <a:t>always wondering </a:t>
            </a:r>
            <a:r>
              <a:rPr lang="en-US" sz="3000" b="0" i="0" u="none" strike="noStrike" cap="none" baseline="0">
                <a:solidFill>
                  <a:schemeClr val="lt1"/>
                </a:solidFill>
                <a:latin typeface="Arial"/>
                <a:ea typeface="Arial"/>
                <a:cs typeface="Arial"/>
                <a:sym typeface="Arial"/>
              </a:rPr>
              <a:t>“</a:t>
            </a:r>
            <a:r>
              <a:rPr lang="en-US" sz="3000" b="0" i="0" u="none" strike="noStrike" cap="none" baseline="0">
                <a:solidFill>
                  <a:schemeClr val="lt1"/>
                </a:solidFill>
                <a:latin typeface="Cabin"/>
                <a:ea typeface="Cabin"/>
                <a:cs typeface="Cabin"/>
                <a:sym typeface="Cabin"/>
              </a:rPr>
              <a:t>what to do next</a:t>
            </a:r>
            <a:r>
              <a:rPr lang="en-US" sz="3000" b="0" i="0" u="none" strike="noStrike" cap="none" baseline="0">
                <a:solidFill>
                  <a:schemeClr val="lt1"/>
                </a:solidFill>
                <a:latin typeface="Arial"/>
                <a:ea typeface="Arial"/>
                <a:cs typeface="Arial"/>
                <a:sym typeface="Arial"/>
              </a:rPr>
              <a:t>”</a:t>
            </a:r>
            <a:r>
              <a:rPr lang="en-US" sz="3000" b="0" i="0" u="none" strike="noStrike" cap="none" baseline="0">
                <a:solidFill>
                  <a:schemeClr val="lt1"/>
                </a:solidFill>
                <a:latin typeface="Cabin"/>
                <a:ea typeface="Cabin"/>
                <a:cs typeface="Cabin"/>
                <a:sym typeface="Cabin"/>
              </a:rPr>
              <a:t>?  Not the brains </a:t>
            </a:r>
            <a:br>
              <a:rPr lang="en-US" sz="3000" b="0" i="0" u="none" strike="noStrike" cap="none" baseline="0">
                <a:solidFill>
                  <a:schemeClr val="lt1"/>
                </a:solidFill>
                <a:latin typeface="Cabin"/>
                <a:ea typeface="Cabin"/>
                <a:cs typeface="Cabin"/>
                <a:sym typeface="Cabin"/>
              </a:rPr>
            </a:br>
            <a:r>
              <a:rPr lang="en-US" sz="3000" b="0" i="0" u="none" strike="noStrike" cap="none" baseline="0">
                <a:solidFill>
                  <a:schemeClr val="lt1"/>
                </a:solidFill>
                <a:latin typeface="Cabin"/>
                <a:ea typeface="Cabin"/>
                <a:cs typeface="Cabin"/>
                <a:sym typeface="Cabin"/>
              </a:rPr>
              <a:t>exactly - very dumb but very very fast</a:t>
            </a:r>
          </a:p>
          <a:p>
            <a:pPr marL="749300" marR="0" lvl="0" indent="-354711" algn="l" rtl="0">
              <a:lnSpc>
                <a:spcPct val="100000"/>
              </a:lnSpc>
              <a:spcBef>
                <a:spcPts val="3500"/>
              </a:spcBef>
              <a:spcAft>
                <a:spcPts val="0"/>
              </a:spcAft>
              <a:buClr>
                <a:srgbClr val="00FF00"/>
              </a:buClr>
              <a:buSzPct val="100000"/>
              <a:buFont typeface="Cabin"/>
              <a:buChar char="•"/>
            </a:pPr>
            <a:r>
              <a:rPr lang="en-US" sz="3000" b="0" i="0" u="none" strike="noStrike" cap="none" baseline="0">
                <a:solidFill>
                  <a:srgbClr val="00FF00"/>
                </a:solidFill>
                <a:latin typeface="Cabin"/>
                <a:ea typeface="Cabin"/>
                <a:cs typeface="Cabin"/>
                <a:sym typeface="Cabin"/>
              </a:rPr>
              <a:t>Input Devices</a:t>
            </a:r>
            <a:r>
              <a:rPr lang="en-US" sz="3000" b="0" i="0" u="none" strike="noStrike" cap="none" baseline="0">
                <a:solidFill>
                  <a:schemeClr val="lt1"/>
                </a:solidFill>
                <a:latin typeface="Cabin"/>
                <a:ea typeface="Cabin"/>
                <a:cs typeface="Cabin"/>
                <a:sym typeface="Cabin"/>
              </a:rPr>
              <a:t>:  Keyboard, Mouse, Touch Screen</a:t>
            </a:r>
          </a:p>
          <a:p>
            <a:pPr marL="749300" marR="0" lvl="0" indent="-354711" algn="l" rtl="0">
              <a:lnSpc>
                <a:spcPct val="100000"/>
              </a:lnSpc>
              <a:spcBef>
                <a:spcPts val="3500"/>
              </a:spcBef>
              <a:spcAft>
                <a:spcPts val="0"/>
              </a:spcAft>
              <a:buClr>
                <a:srgbClr val="00FF00"/>
              </a:buClr>
              <a:buSzPct val="100000"/>
              <a:buFont typeface="Cabin"/>
              <a:buChar char="•"/>
            </a:pPr>
            <a:r>
              <a:rPr lang="en-US" sz="3000" b="0" i="0" u="none" strike="noStrike" cap="none" baseline="0">
                <a:solidFill>
                  <a:srgbClr val="00FF00"/>
                </a:solidFill>
                <a:latin typeface="Cabin"/>
                <a:ea typeface="Cabin"/>
                <a:cs typeface="Cabin"/>
                <a:sym typeface="Cabin"/>
              </a:rPr>
              <a:t>Output Devices</a:t>
            </a:r>
            <a:r>
              <a:rPr lang="en-US" sz="3000" b="0" i="0" u="none" strike="noStrike" cap="none" baseline="0">
                <a:solidFill>
                  <a:schemeClr val="lt1"/>
                </a:solidFill>
                <a:latin typeface="Cabin"/>
                <a:ea typeface="Cabin"/>
                <a:cs typeface="Cabin"/>
                <a:sym typeface="Cabin"/>
              </a:rPr>
              <a:t>:  Screen, Speakers, Printer, DVD Burner</a:t>
            </a:r>
          </a:p>
          <a:p>
            <a:pPr marL="749300" marR="0" lvl="0" indent="-354711" algn="l" rtl="0">
              <a:lnSpc>
                <a:spcPct val="100000"/>
              </a:lnSpc>
              <a:spcBef>
                <a:spcPts val="3500"/>
              </a:spcBef>
              <a:spcAft>
                <a:spcPts val="0"/>
              </a:spcAft>
              <a:buClr>
                <a:srgbClr val="00FF00"/>
              </a:buClr>
              <a:buSzPct val="100000"/>
              <a:buFont typeface="Cabin"/>
              <a:buChar char="•"/>
            </a:pPr>
            <a:r>
              <a:rPr lang="en-US" sz="3000" b="0" i="0" u="none" strike="noStrike" cap="none" baseline="0">
                <a:solidFill>
                  <a:srgbClr val="00FF00"/>
                </a:solidFill>
                <a:latin typeface="Cabin"/>
                <a:ea typeface="Cabin"/>
                <a:cs typeface="Cabin"/>
                <a:sym typeface="Cabin"/>
              </a:rPr>
              <a:t>Main Memory</a:t>
            </a:r>
            <a:r>
              <a:rPr lang="en-US" sz="3000" b="0" i="0" u="none" strike="noStrike" cap="none" baseline="0">
                <a:solidFill>
                  <a:schemeClr val="lt1"/>
                </a:solidFill>
                <a:latin typeface="Cabin"/>
                <a:ea typeface="Cabin"/>
                <a:cs typeface="Cabin"/>
                <a:sym typeface="Cabin"/>
              </a:rPr>
              <a:t>:  Fast small temporary storage - lost on reboot - aka RAM</a:t>
            </a:r>
          </a:p>
          <a:p>
            <a:pPr marL="749300" marR="0" lvl="0" indent="-354711" algn="l" rtl="0">
              <a:lnSpc>
                <a:spcPct val="100000"/>
              </a:lnSpc>
              <a:spcBef>
                <a:spcPts val="3500"/>
              </a:spcBef>
              <a:spcAft>
                <a:spcPts val="0"/>
              </a:spcAft>
              <a:buClr>
                <a:srgbClr val="00FF00"/>
              </a:buClr>
              <a:buSzPct val="100000"/>
              <a:buFont typeface="Cabin"/>
              <a:buChar char="•"/>
            </a:pPr>
            <a:r>
              <a:rPr lang="en-US" sz="3000" b="0" i="0" u="none" strike="noStrike" cap="none" baseline="0">
                <a:solidFill>
                  <a:srgbClr val="00FF00"/>
                </a:solidFill>
                <a:latin typeface="Cabin"/>
                <a:ea typeface="Cabin"/>
                <a:cs typeface="Cabin"/>
                <a:sym typeface="Cabin"/>
              </a:rPr>
              <a:t>Secondary Memory</a:t>
            </a:r>
            <a:r>
              <a:rPr lang="en-US" sz="3000" b="0" i="0" u="none" strike="noStrike" cap="none" baseline="0">
                <a:solidFill>
                  <a:schemeClr val="lt1"/>
                </a:solidFill>
                <a:latin typeface="Cabin"/>
                <a:ea typeface="Cabin"/>
                <a:cs typeface="Cabin"/>
                <a:sym typeface="Cabin"/>
              </a:rPr>
              <a:t>:  Slower large permanent storage - lasts until deleted - disk drive / memory stick</a:t>
            </a:r>
          </a:p>
        </p:txBody>
      </p:sp>
      <p:pic>
        <p:nvPicPr>
          <p:cNvPr id="365" name="Shape 365"/>
          <p:cNvPicPr preferRelativeResize="0"/>
          <p:nvPr/>
        </p:nvPicPr>
        <p:blipFill rotWithShape="1">
          <a:blip r:embed="rId3">
            <a:alphaModFix/>
          </a:blip>
          <a:srcRect/>
          <a:stretch/>
        </p:blipFill>
        <p:spPr>
          <a:xfrm>
            <a:off x="12674600" y="2805111"/>
            <a:ext cx="2006600" cy="1995486"/>
          </a:xfrm>
          <a:prstGeom prst="rect">
            <a:avLst/>
          </a:prstGeom>
          <a:noFill/>
          <a:ln>
            <a:noFill/>
          </a:ln>
        </p:spPr>
      </p:pic>
      <p:sp>
        <p:nvSpPr>
          <p:cNvPr id="366" name="Shape 366"/>
          <p:cNvSpPr/>
          <p:nvPr/>
        </p:nvSpPr>
        <p:spPr>
          <a:xfrm>
            <a:off x="14071600" y="2349500"/>
            <a:ext cx="1803400" cy="1270000"/>
          </a:xfrm>
          <a:prstGeom prst="wedgeEllipseCallout">
            <a:avLst>
              <a:gd name="adj1" fmla="val -36159"/>
              <a:gd name="adj2" fmla="val 66254"/>
            </a:avLst>
          </a:prstGeom>
          <a:blipFill rotWithShape="1">
            <a:blip r:embed="rId4">
              <a:alphaModFix/>
            </a:blip>
            <a:tile tx="0" ty="0" sx="100000" sy="100000"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Shape 371"/>
          <p:cNvSpPr txBox="1"/>
          <p:nvPr/>
        </p:nvSpPr>
        <p:spPr>
          <a:xfrm>
            <a:off x="6096000" y="1041400"/>
            <a:ext cx="3454399" cy="6489699"/>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l" rtl="0">
              <a:lnSpc>
                <a:spcPct val="100000"/>
              </a:lnSpc>
              <a:spcBef>
                <a:spcPts val="1000"/>
              </a:spcBef>
              <a:spcAft>
                <a:spcPts val="0"/>
              </a:spcAft>
              <a:buClr>
                <a:srgbClr val="FF00FF"/>
              </a:buClr>
              <a:buSzPct val="25000"/>
              <a:buFont typeface="Cabin"/>
              <a:buNone/>
            </a:pPr>
            <a:r>
              <a:rPr lang="en-US" sz="3200" b="0" i="0" u="none" strike="noStrike" cap="none" baseline="0">
                <a:solidFill>
                  <a:srgbClr val="FF00FF"/>
                </a:solidFill>
                <a:latin typeface="Cabin"/>
                <a:ea typeface="Cabin"/>
                <a:cs typeface="Cabin"/>
                <a:sym typeface="Cabin"/>
              </a:rPr>
              <a:t>  Software</a:t>
            </a:r>
          </a:p>
        </p:txBody>
      </p:sp>
      <p:sp>
        <p:nvSpPr>
          <p:cNvPr id="372" name="Shape 372"/>
          <p:cNvSpPr txBox="1"/>
          <p:nvPr/>
        </p:nvSpPr>
        <p:spPr>
          <a:xfrm>
            <a:off x="2832100" y="1790700"/>
            <a:ext cx="2184399" cy="21843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Input</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and Output</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Devices</a:t>
            </a:r>
          </a:p>
        </p:txBody>
      </p:sp>
      <p:sp>
        <p:nvSpPr>
          <p:cNvPr id="373" name="Shape 373"/>
          <p:cNvSpPr txBox="1"/>
          <p:nvPr/>
        </p:nvSpPr>
        <p:spPr>
          <a:xfrm>
            <a:off x="6731000" y="1892300"/>
            <a:ext cx="2133599" cy="19811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Central</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Processing</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Unit</a:t>
            </a:r>
          </a:p>
        </p:txBody>
      </p:sp>
      <p:sp>
        <p:nvSpPr>
          <p:cNvPr id="374" name="Shape 374"/>
          <p:cNvSpPr txBox="1"/>
          <p:nvPr/>
        </p:nvSpPr>
        <p:spPr>
          <a:xfrm>
            <a:off x="6731000" y="4927600"/>
            <a:ext cx="2171700" cy="21335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Main</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Memory</a:t>
            </a:r>
          </a:p>
        </p:txBody>
      </p:sp>
      <p:sp>
        <p:nvSpPr>
          <p:cNvPr id="375" name="Shape 375"/>
          <p:cNvSpPr txBox="1"/>
          <p:nvPr/>
        </p:nvSpPr>
        <p:spPr>
          <a:xfrm>
            <a:off x="11264900" y="3098800"/>
            <a:ext cx="2184399" cy="21843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Secondary</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Memory</a:t>
            </a:r>
          </a:p>
        </p:txBody>
      </p:sp>
      <p:cxnSp>
        <p:nvCxnSpPr>
          <p:cNvPr id="376" name="Shape 376"/>
          <p:cNvCxnSpPr/>
          <p:nvPr/>
        </p:nvCxnSpPr>
        <p:spPr>
          <a:xfrm flipH="1">
            <a:off x="5030786" y="2917825"/>
            <a:ext cx="1058862" cy="17461"/>
          </a:xfrm>
          <a:prstGeom prst="straightConnector1">
            <a:avLst/>
          </a:prstGeom>
          <a:noFill/>
          <a:ln w="88900" cap="rnd" cmpd="sng">
            <a:solidFill>
              <a:srgbClr val="FFFF00"/>
            </a:solidFill>
            <a:prstDash val="solid"/>
            <a:miter/>
            <a:headEnd type="stealth" w="med" len="med"/>
            <a:tailEnd type="stealth" w="med" len="med"/>
          </a:ln>
        </p:spPr>
      </p:cxnSp>
      <p:cxnSp>
        <p:nvCxnSpPr>
          <p:cNvPr id="377" name="Shape 377"/>
          <p:cNvCxnSpPr/>
          <p:nvPr/>
        </p:nvCxnSpPr>
        <p:spPr>
          <a:xfrm rot="10800000">
            <a:off x="7391400" y="3902074"/>
            <a:ext cx="0" cy="971550"/>
          </a:xfrm>
          <a:prstGeom prst="straightConnector1">
            <a:avLst/>
          </a:prstGeom>
          <a:noFill/>
          <a:ln w="88900" cap="rnd" cmpd="sng">
            <a:solidFill>
              <a:srgbClr val="FFFF00"/>
            </a:solidFill>
            <a:prstDash val="solid"/>
            <a:miter/>
            <a:headEnd type="stealth" w="med" len="med"/>
            <a:tailEnd type="none" w="med" len="med"/>
          </a:ln>
        </p:spPr>
      </p:cxnSp>
      <p:cxnSp>
        <p:nvCxnSpPr>
          <p:cNvPr id="378" name="Shape 378"/>
          <p:cNvCxnSpPr/>
          <p:nvPr/>
        </p:nvCxnSpPr>
        <p:spPr>
          <a:xfrm>
            <a:off x="8345486" y="3919537"/>
            <a:ext cx="0" cy="919162"/>
          </a:xfrm>
          <a:prstGeom prst="straightConnector1">
            <a:avLst/>
          </a:prstGeom>
          <a:noFill/>
          <a:ln w="88900" cap="rnd" cmpd="sng">
            <a:solidFill>
              <a:srgbClr val="FFFF00"/>
            </a:solidFill>
            <a:prstDash val="solid"/>
            <a:miter/>
            <a:headEnd type="stealth" w="med" len="med"/>
            <a:tailEnd type="none" w="med" len="med"/>
          </a:ln>
        </p:spPr>
      </p:cxnSp>
      <p:cxnSp>
        <p:nvCxnSpPr>
          <p:cNvPr id="379" name="Shape 379"/>
          <p:cNvCxnSpPr/>
          <p:nvPr/>
        </p:nvCxnSpPr>
        <p:spPr>
          <a:xfrm flipH="1">
            <a:off x="9655175" y="3541712"/>
            <a:ext cx="1562099" cy="17461"/>
          </a:xfrm>
          <a:prstGeom prst="straightConnector1">
            <a:avLst/>
          </a:prstGeom>
          <a:noFill/>
          <a:ln w="88900" cap="rnd" cmpd="sng">
            <a:solidFill>
              <a:srgbClr val="FFFF00"/>
            </a:solidFill>
            <a:prstDash val="solid"/>
            <a:miter/>
            <a:headEnd type="stealth" w="med" len="med"/>
            <a:tailEnd type="none" w="med" len="med"/>
          </a:ln>
        </p:spPr>
      </p:cxnSp>
      <p:cxnSp>
        <p:nvCxnSpPr>
          <p:cNvPr id="380" name="Shape 380"/>
          <p:cNvCxnSpPr/>
          <p:nvPr/>
        </p:nvCxnSpPr>
        <p:spPr>
          <a:xfrm>
            <a:off x="9620250" y="4546600"/>
            <a:ext cx="1579562" cy="0"/>
          </a:xfrm>
          <a:prstGeom prst="straightConnector1">
            <a:avLst/>
          </a:prstGeom>
          <a:noFill/>
          <a:ln w="88900" cap="rnd" cmpd="sng">
            <a:solidFill>
              <a:srgbClr val="FFFF00"/>
            </a:solidFill>
            <a:prstDash val="solid"/>
            <a:miter/>
            <a:headEnd type="stealth" w="med" len="med"/>
            <a:tailEnd type="none" w="med" len="med"/>
          </a:ln>
        </p:spPr>
      </p:cxnSp>
      <p:sp>
        <p:nvSpPr>
          <p:cNvPr id="381" name="Shape 381"/>
          <p:cNvSpPr txBox="1"/>
          <p:nvPr/>
        </p:nvSpPr>
        <p:spPr>
          <a:xfrm>
            <a:off x="12438061" y="692150"/>
            <a:ext cx="2052636"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Generic</a:t>
            </a:r>
          </a:p>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Computer</a:t>
            </a:r>
          </a:p>
        </p:txBody>
      </p:sp>
      <p:sp>
        <p:nvSpPr>
          <p:cNvPr id="382" name="Shape 382"/>
          <p:cNvSpPr/>
          <p:nvPr/>
        </p:nvSpPr>
        <p:spPr>
          <a:xfrm>
            <a:off x="9182100" y="838200"/>
            <a:ext cx="1803400" cy="1270000"/>
          </a:xfrm>
          <a:prstGeom prst="wedgeEllipseCallout">
            <a:avLst>
              <a:gd name="adj1" fmla="val -64148"/>
              <a:gd name="adj2" fmla="val 74451"/>
            </a:avLst>
          </a:prstGeom>
          <a:blipFill rotWithShape="1">
            <a:blip r:embed="rId3">
              <a:alphaModFix/>
            </a:blip>
            <a:tile tx="0" ty="0" sx="100000" sy="100000"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pic>
        <p:nvPicPr>
          <p:cNvPr id="383" name="Shape 383"/>
          <p:cNvPicPr preferRelativeResize="0"/>
          <p:nvPr/>
        </p:nvPicPr>
        <p:blipFill rotWithShape="1">
          <a:blip r:embed="rId4">
            <a:alphaModFix/>
          </a:blip>
          <a:srcRect/>
          <a:stretch/>
        </p:blipFill>
        <p:spPr>
          <a:xfrm>
            <a:off x="6881811" y="5168900"/>
            <a:ext cx="457200" cy="649286"/>
          </a:xfrm>
          <a:prstGeom prst="rect">
            <a:avLst/>
          </a:prstGeom>
          <a:noFill/>
          <a:ln>
            <a:noFill/>
          </a:ln>
        </p:spPr>
      </p:pic>
      <p:sp>
        <p:nvSpPr>
          <p:cNvPr id="384" name="Shape 384"/>
          <p:cNvSpPr/>
          <p:nvPr/>
        </p:nvSpPr>
        <p:spPr>
          <a:xfrm>
            <a:off x="7670800" y="3962400"/>
            <a:ext cx="2768599" cy="1270000"/>
          </a:xfrm>
          <a:prstGeom prst="wedgeEllipseCallout">
            <a:avLst>
              <a:gd name="adj1" fmla="val -17963"/>
              <a:gd name="adj2" fmla="val 84303"/>
            </a:avLst>
          </a:prstGeom>
          <a:solidFill>
            <a:schemeClr val="accent1"/>
          </a:solid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2600" b="0" i="0" u="none" strike="noStrike" cap="none" baseline="0">
                <a:solidFill>
                  <a:srgbClr val="00FF00"/>
                </a:solidFill>
                <a:latin typeface="Cabin"/>
                <a:ea typeface="Cabin"/>
                <a:cs typeface="Cabin"/>
                <a:sym typeface="Cabin"/>
              </a:rPr>
              <a:t>if x&lt; 3: print</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Shape 389"/>
          <p:cNvSpPr txBox="1"/>
          <p:nvPr/>
        </p:nvSpPr>
        <p:spPr>
          <a:xfrm>
            <a:off x="6096000" y="1041400"/>
            <a:ext cx="3454399" cy="6489699"/>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l" rtl="0">
              <a:lnSpc>
                <a:spcPct val="100000"/>
              </a:lnSpc>
              <a:spcBef>
                <a:spcPts val="1000"/>
              </a:spcBef>
              <a:spcAft>
                <a:spcPts val="0"/>
              </a:spcAft>
              <a:buClr>
                <a:srgbClr val="FF00FF"/>
              </a:buClr>
              <a:buSzPct val="25000"/>
              <a:buFont typeface="Cabin"/>
              <a:buNone/>
            </a:pPr>
            <a:r>
              <a:rPr lang="en-US" sz="3200" b="0" i="0" u="none" strike="noStrike" cap="none" baseline="0">
                <a:solidFill>
                  <a:srgbClr val="FF00FF"/>
                </a:solidFill>
                <a:latin typeface="Cabin"/>
                <a:ea typeface="Cabin"/>
                <a:cs typeface="Cabin"/>
                <a:sym typeface="Cabin"/>
              </a:rPr>
              <a:t>  Software</a:t>
            </a:r>
          </a:p>
        </p:txBody>
      </p:sp>
      <p:sp>
        <p:nvSpPr>
          <p:cNvPr id="390" name="Shape 390"/>
          <p:cNvSpPr txBox="1"/>
          <p:nvPr/>
        </p:nvSpPr>
        <p:spPr>
          <a:xfrm>
            <a:off x="2832100" y="1790700"/>
            <a:ext cx="2184399" cy="21843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Input</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and Output</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Devices</a:t>
            </a:r>
          </a:p>
        </p:txBody>
      </p:sp>
      <p:sp>
        <p:nvSpPr>
          <p:cNvPr id="391" name="Shape 391"/>
          <p:cNvSpPr txBox="1"/>
          <p:nvPr/>
        </p:nvSpPr>
        <p:spPr>
          <a:xfrm>
            <a:off x="6731000" y="1892300"/>
            <a:ext cx="2133599" cy="19811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Central</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Processing</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Unit</a:t>
            </a:r>
          </a:p>
        </p:txBody>
      </p:sp>
      <p:sp>
        <p:nvSpPr>
          <p:cNvPr id="392" name="Shape 392"/>
          <p:cNvSpPr txBox="1"/>
          <p:nvPr/>
        </p:nvSpPr>
        <p:spPr>
          <a:xfrm>
            <a:off x="6731000" y="4927600"/>
            <a:ext cx="2171700" cy="21335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Main</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Memory</a:t>
            </a:r>
          </a:p>
        </p:txBody>
      </p:sp>
      <p:sp>
        <p:nvSpPr>
          <p:cNvPr id="393" name="Shape 393"/>
          <p:cNvSpPr txBox="1"/>
          <p:nvPr/>
        </p:nvSpPr>
        <p:spPr>
          <a:xfrm>
            <a:off x="11264900" y="3098800"/>
            <a:ext cx="2184399" cy="21843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Secondary</a:t>
            </a:r>
          </a:p>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Memory</a:t>
            </a:r>
          </a:p>
        </p:txBody>
      </p:sp>
      <p:cxnSp>
        <p:nvCxnSpPr>
          <p:cNvPr id="394" name="Shape 394"/>
          <p:cNvCxnSpPr/>
          <p:nvPr/>
        </p:nvCxnSpPr>
        <p:spPr>
          <a:xfrm flipH="1">
            <a:off x="5030786" y="2917825"/>
            <a:ext cx="1058862" cy="17461"/>
          </a:xfrm>
          <a:prstGeom prst="straightConnector1">
            <a:avLst/>
          </a:prstGeom>
          <a:noFill/>
          <a:ln w="88900" cap="rnd" cmpd="sng">
            <a:solidFill>
              <a:srgbClr val="FFFF00"/>
            </a:solidFill>
            <a:prstDash val="solid"/>
            <a:miter/>
            <a:headEnd type="stealth" w="med" len="med"/>
            <a:tailEnd type="stealth" w="med" len="med"/>
          </a:ln>
        </p:spPr>
      </p:cxnSp>
      <p:cxnSp>
        <p:nvCxnSpPr>
          <p:cNvPr id="395" name="Shape 395"/>
          <p:cNvCxnSpPr/>
          <p:nvPr/>
        </p:nvCxnSpPr>
        <p:spPr>
          <a:xfrm rot="10800000">
            <a:off x="7391400" y="3902074"/>
            <a:ext cx="0" cy="971550"/>
          </a:xfrm>
          <a:prstGeom prst="straightConnector1">
            <a:avLst/>
          </a:prstGeom>
          <a:noFill/>
          <a:ln w="88900" cap="rnd" cmpd="sng">
            <a:solidFill>
              <a:srgbClr val="FFFF00"/>
            </a:solidFill>
            <a:prstDash val="solid"/>
            <a:miter/>
            <a:headEnd type="stealth" w="med" len="med"/>
            <a:tailEnd type="none" w="med" len="med"/>
          </a:ln>
        </p:spPr>
      </p:cxnSp>
      <p:cxnSp>
        <p:nvCxnSpPr>
          <p:cNvPr id="396" name="Shape 396"/>
          <p:cNvCxnSpPr/>
          <p:nvPr/>
        </p:nvCxnSpPr>
        <p:spPr>
          <a:xfrm>
            <a:off x="8345486" y="3919537"/>
            <a:ext cx="0" cy="919162"/>
          </a:xfrm>
          <a:prstGeom prst="straightConnector1">
            <a:avLst/>
          </a:prstGeom>
          <a:noFill/>
          <a:ln w="88900" cap="rnd" cmpd="sng">
            <a:solidFill>
              <a:srgbClr val="FFFF00"/>
            </a:solidFill>
            <a:prstDash val="solid"/>
            <a:miter/>
            <a:headEnd type="stealth" w="med" len="med"/>
            <a:tailEnd type="none" w="med" len="med"/>
          </a:ln>
        </p:spPr>
      </p:cxnSp>
      <p:cxnSp>
        <p:nvCxnSpPr>
          <p:cNvPr id="397" name="Shape 397"/>
          <p:cNvCxnSpPr/>
          <p:nvPr/>
        </p:nvCxnSpPr>
        <p:spPr>
          <a:xfrm flipH="1">
            <a:off x="9655175" y="3541712"/>
            <a:ext cx="1562099" cy="17461"/>
          </a:xfrm>
          <a:prstGeom prst="straightConnector1">
            <a:avLst/>
          </a:prstGeom>
          <a:noFill/>
          <a:ln w="88900" cap="rnd" cmpd="sng">
            <a:solidFill>
              <a:srgbClr val="FFFF00"/>
            </a:solidFill>
            <a:prstDash val="solid"/>
            <a:miter/>
            <a:headEnd type="stealth" w="med" len="med"/>
            <a:tailEnd type="none" w="med" len="med"/>
          </a:ln>
        </p:spPr>
      </p:cxnSp>
      <p:cxnSp>
        <p:nvCxnSpPr>
          <p:cNvPr id="398" name="Shape 398"/>
          <p:cNvCxnSpPr/>
          <p:nvPr/>
        </p:nvCxnSpPr>
        <p:spPr>
          <a:xfrm>
            <a:off x="9620250" y="4546600"/>
            <a:ext cx="1579562" cy="0"/>
          </a:xfrm>
          <a:prstGeom prst="straightConnector1">
            <a:avLst/>
          </a:prstGeom>
          <a:noFill/>
          <a:ln w="88900" cap="rnd" cmpd="sng">
            <a:solidFill>
              <a:srgbClr val="FFFF00"/>
            </a:solidFill>
            <a:prstDash val="solid"/>
            <a:miter/>
            <a:headEnd type="stealth" w="med" len="med"/>
            <a:tailEnd type="none" w="med" len="med"/>
          </a:ln>
        </p:spPr>
      </p:cxnSp>
      <p:sp>
        <p:nvSpPr>
          <p:cNvPr id="399" name="Shape 399"/>
          <p:cNvSpPr txBox="1"/>
          <p:nvPr/>
        </p:nvSpPr>
        <p:spPr>
          <a:xfrm>
            <a:off x="12642850" y="6762750"/>
            <a:ext cx="21717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8080"/>
              </a:buClr>
              <a:buSzPct val="25000"/>
              <a:buFont typeface="Cabin"/>
              <a:buNone/>
            </a:pPr>
            <a:r>
              <a:rPr lang="en-US" sz="3600" b="0" i="0" u="none" strike="noStrike" cap="none" baseline="0">
                <a:solidFill>
                  <a:srgbClr val="4A86E8"/>
                </a:solidFill>
                <a:latin typeface="Cabin"/>
                <a:ea typeface="Cabin"/>
                <a:cs typeface="Cabin"/>
                <a:sym typeface="Cabin"/>
              </a:rPr>
              <a:t>Machine</a:t>
            </a:r>
          </a:p>
          <a:p>
            <a:pPr marL="0" marR="0" lvl="0" indent="0" algn="ctr" rtl="0">
              <a:lnSpc>
                <a:spcPct val="100000"/>
              </a:lnSpc>
              <a:spcBef>
                <a:spcPts val="0"/>
              </a:spcBef>
              <a:spcAft>
                <a:spcPts val="0"/>
              </a:spcAft>
              <a:buClr>
                <a:srgbClr val="008080"/>
              </a:buClr>
              <a:buSzPct val="25000"/>
              <a:buFont typeface="Cabin"/>
              <a:buNone/>
            </a:pPr>
            <a:r>
              <a:rPr lang="en-US" sz="3600" b="0" i="0" u="none" strike="noStrike" cap="none" baseline="0">
                <a:solidFill>
                  <a:srgbClr val="4A86E8"/>
                </a:solidFill>
                <a:latin typeface="Cabin"/>
                <a:ea typeface="Cabin"/>
                <a:cs typeface="Cabin"/>
                <a:sym typeface="Cabin"/>
              </a:rPr>
              <a:t>Language</a:t>
            </a:r>
          </a:p>
        </p:txBody>
      </p:sp>
      <p:sp>
        <p:nvSpPr>
          <p:cNvPr id="400" name="Shape 400"/>
          <p:cNvSpPr/>
          <p:nvPr/>
        </p:nvSpPr>
        <p:spPr>
          <a:xfrm>
            <a:off x="9182100" y="838200"/>
            <a:ext cx="1803400" cy="1270000"/>
          </a:xfrm>
          <a:prstGeom prst="wedgeEllipseCallout">
            <a:avLst>
              <a:gd name="adj1" fmla="val -65773"/>
              <a:gd name="adj2" fmla="val 77913"/>
            </a:avLst>
          </a:prstGeom>
          <a:blipFill rotWithShape="1">
            <a:blip r:embed="rId3">
              <a:alphaModFix/>
            </a:blip>
            <a:tile tx="0" ty="0" sx="100000" sy="100000"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What</a:t>
            </a:r>
          </a:p>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rgbClr val="000000"/>
                </a:solidFill>
                <a:latin typeface="Cabin"/>
                <a:ea typeface="Cabin"/>
                <a:cs typeface="Cabin"/>
                <a:sym typeface="Cabin"/>
              </a:rPr>
              <a:t>Next?</a:t>
            </a:r>
          </a:p>
        </p:txBody>
      </p:sp>
      <p:pic>
        <p:nvPicPr>
          <p:cNvPr id="401" name="Shape 401"/>
          <p:cNvPicPr preferRelativeResize="0"/>
          <p:nvPr/>
        </p:nvPicPr>
        <p:blipFill rotWithShape="1">
          <a:blip r:embed="rId4">
            <a:alphaModFix/>
          </a:blip>
          <a:srcRect/>
          <a:stretch/>
        </p:blipFill>
        <p:spPr>
          <a:xfrm>
            <a:off x="6881811" y="5168900"/>
            <a:ext cx="457200" cy="649286"/>
          </a:xfrm>
          <a:prstGeom prst="rect">
            <a:avLst/>
          </a:prstGeom>
          <a:noFill/>
          <a:ln>
            <a:noFill/>
          </a:ln>
        </p:spPr>
      </p:pic>
      <p:sp>
        <p:nvSpPr>
          <p:cNvPr id="402" name="Shape 402"/>
          <p:cNvSpPr/>
          <p:nvPr/>
        </p:nvSpPr>
        <p:spPr>
          <a:xfrm>
            <a:off x="7670800" y="3962400"/>
            <a:ext cx="2768599" cy="1270000"/>
          </a:xfrm>
          <a:prstGeom prst="wedgeEllipseCallout">
            <a:avLst>
              <a:gd name="adj1" fmla="val -23159"/>
              <a:gd name="adj2" fmla="val 71986"/>
            </a:avLst>
          </a:prstGeom>
          <a:solidFill>
            <a:schemeClr val="accent1"/>
          </a:solid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8080"/>
              </a:buClr>
              <a:buSzPct val="25000"/>
              <a:buFont typeface="Courier New"/>
              <a:buNone/>
            </a:pPr>
            <a:r>
              <a:rPr lang="en-US" sz="2600" b="1" i="0" u="none" strike="noStrike" cap="none" baseline="0">
                <a:solidFill>
                  <a:srgbClr val="4A86E8"/>
                </a:solidFill>
                <a:latin typeface="Courier New"/>
                <a:ea typeface="Courier New"/>
                <a:cs typeface="Courier New"/>
                <a:sym typeface="Courier New"/>
              </a:rPr>
              <a:t>01001001</a:t>
            </a:r>
          </a:p>
          <a:p>
            <a:pPr marL="0" marR="0" lvl="0" indent="0" algn="ctr" rtl="0">
              <a:lnSpc>
                <a:spcPct val="100000"/>
              </a:lnSpc>
              <a:spcBef>
                <a:spcPts val="0"/>
              </a:spcBef>
              <a:spcAft>
                <a:spcPts val="0"/>
              </a:spcAft>
              <a:buClr>
                <a:srgbClr val="008080"/>
              </a:buClr>
              <a:buSzPct val="25000"/>
              <a:buFont typeface="Courier New"/>
              <a:buNone/>
            </a:pPr>
            <a:r>
              <a:rPr lang="en-US" sz="2600" b="1" i="0" u="none" strike="noStrike" cap="none" baseline="0">
                <a:solidFill>
                  <a:srgbClr val="4A86E8"/>
                </a:solidFill>
                <a:latin typeface="Courier New"/>
                <a:ea typeface="Courier New"/>
                <a:cs typeface="Courier New"/>
                <a:sym typeface="Courier New"/>
              </a:rPr>
              <a:t>00111001</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Shape 422"/>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dirty="0">
                <a:solidFill>
                  <a:srgbClr val="FF00FF"/>
                </a:solidFill>
                <a:latin typeface="Cabin"/>
                <a:ea typeface="Cabin"/>
                <a:cs typeface="Cabin"/>
                <a:sym typeface="Cabin"/>
              </a:rPr>
              <a:t>Python as a Language</a:t>
            </a:r>
          </a:p>
        </p:txBody>
      </p:sp>
      <p:sp>
        <p:nvSpPr>
          <p:cNvPr id="3" name="Rectangle 2"/>
          <p:cNvSpPr/>
          <p:nvPr/>
        </p:nvSpPr>
        <p:spPr>
          <a:xfrm>
            <a:off x="7687815" y="4418112"/>
            <a:ext cx="880369" cy="307777"/>
          </a:xfrm>
          <a:prstGeom prst="rect">
            <a:avLst/>
          </a:prstGeom>
        </p:spPr>
        <p:txBody>
          <a:bodyPr wrap="none">
            <a:spAutoFit/>
          </a:bodyPr>
          <a:lstStyle/>
          <a:p>
            <a:r>
              <a:rPr lang="en-US" dirty="0" smtClean="0"/>
              <a:t>from </a:t>
            </a:r>
            <a:r>
              <a:rPr lang="en-US" dirty="0" err="1" smtClean="0"/>
              <a:t>atul</a:t>
            </a:r>
            <a:endParaRPr lang="en-US" dirty="0"/>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1376" y="2449503"/>
            <a:ext cx="11521280" cy="2554545"/>
          </a:xfrm>
          <a:prstGeom prst="rect">
            <a:avLst/>
          </a:prstGeom>
          <a:noFill/>
        </p:spPr>
        <p:txBody>
          <a:bodyPr wrap="square" rtlCol="0">
            <a:spAutoFit/>
          </a:bodyPr>
          <a:lstStyle/>
          <a:p>
            <a:r>
              <a:rPr lang="en-US" sz="8000" dirty="0" smtClean="0">
                <a:solidFill>
                  <a:srgbClr val="FFFF00"/>
                </a:solidFill>
              </a:rPr>
              <a:t>Python is a Interpreter</a:t>
            </a:r>
          </a:p>
          <a:p>
            <a:r>
              <a:rPr lang="en-US" sz="8000" dirty="0" smtClean="0">
                <a:solidFill>
                  <a:srgbClr val="FFFF00"/>
                </a:solidFill>
              </a:rPr>
              <a:t>High level Language</a:t>
            </a:r>
            <a:endParaRPr lang="en-US" sz="8000" dirty="0">
              <a:solidFill>
                <a:srgbClr val="FFFF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112" y="1038954"/>
            <a:ext cx="16201800" cy="6740307"/>
          </a:xfrm>
          <a:prstGeom prst="rect">
            <a:avLst/>
          </a:prstGeom>
        </p:spPr>
        <p:txBody>
          <a:bodyPr wrap="square">
            <a:spAutoFit/>
          </a:bodyPr>
          <a:lstStyle/>
          <a:p>
            <a:pPr>
              <a:buFont typeface="Wingdings" pitchFamily="2" charset="2"/>
              <a:buChar char="v"/>
            </a:pPr>
            <a:r>
              <a:rPr lang="en-US" sz="5400" dirty="0" smtClean="0">
                <a:solidFill>
                  <a:schemeClr val="accent1"/>
                </a:solidFill>
              </a:rPr>
              <a:t> Python is also considered a high-level language, meaning it takes care of a lot of the grunt work involved in programming. For example, Python has a built-in garbage collector so you, as a programmer, don’t really need to worry about memory management and memory leaks, a common occurrence when using older languages such as C.</a:t>
            </a:r>
            <a:endParaRPr lang="en-US" sz="5400" dirty="0">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Shape 44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00"/>
              </a:buClr>
              <a:buSzPct val="25000"/>
              <a:buFont typeface="Cabin"/>
              <a:buNone/>
            </a:pPr>
            <a:r>
              <a:rPr lang="en-US" sz="7400" b="0" i="0" u="none" strike="noStrike" cap="none" baseline="0">
                <a:solidFill>
                  <a:srgbClr val="FF0000"/>
                </a:solidFill>
                <a:latin typeface="Cabin"/>
                <a:ea typeface="Cabin"/>
                <a:cs typeface="Cabin"/>
                <a:sym typeface="Cabin"/>
              </a:rPr>
              <a:t>Early Learner: Syntax Errors</a:t>
            </a:r>
          </a:p>
        </p:txBody>
      </p:sp>
      <p:sp>
        <p:nvSpPr>
          <p:cNvPr id="444" name="Shape 444"/>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354711" algn="l" rtl="0">
              <a:lnSpc>
                <a:spcPct val="100000"/>
              </a:lnSpc>
              <a:spcBef>
                <a:spcPts val="0"/>
              </a:spcBef>
              <a:spcAft>
                <a:spcPts val="0"/>
              </a:spcAft>
              <a:buClr>
                <a:schemeClr val="lt1"/>
              </a:buClr>
              <a:buSzPct val="100000"/>
              <a:buFont typeface="Cabin"/>
              <a:buChar char="•"/>
            </a:pPr>
            <a:r>
              <a:rPr lang="en-US" sz="3000" b="0" i="0" u="none" strike="noStrike" cap="none" baseline="0">
                <a:solidFill>
                  <a:schemeClr val="lt1"/>
                </a:solidFill>
                <a:latin typeface="Cabin"/>
                <a:ea typeface="Cabin"/>
                <a:cs typeface="Cabin"/>
                <a:sym typeface="Cabin"/>
              </a:rPr>
              <a:t>We need to learn the </a:t>
            </a:r>
            <a:r>
              <a:rPr lang="en-US" sz="3000" b="0" i="0" u="none" strike="noStrike" cap="none" baseline="0">
                <a:solidFill>
                  <a:srgbClr val="FF7F00"/>
                </a:solidFill>
                <a:latin typeface="Cabin"/>
                <a:ea typeface="Cabin"/>
                <a:cs typeface="Cabin"/>
                <a:sym typeface="Cabin"/>
              </a:rPr>
              <a:t>Python </a:t>
            </a:r>
            <a:r>
              <a:rPr lang="en-US" sz="3000" b="0" i="0" u="none" strike="noStrike" cap="none" baseline="0">
                <a:solidFill>
                  <a:srgbClr val="FF0000"/>
                </a:solidFill>
                <a:latin typeface="Cabin"/>
                <a:ea typeface="Cabin"/>
                <a:cs typeface="Cabin"/>
                <a:sym typeface="Cabin"/>
              </a:rPr>
              <a:t>language</a:t>
            </a:r>
            <a:r>
              <a:rPr lang="en-US" sz="3000" b="0" i="0" u="none" strike="noStrike" cap="none" baseline="0">
                <a:solidFill>
                  <a:schemeClr val="lt1"/>
                </a:solidFill>
                <a:latin typeface="Cabin"/>
                <a:ea typeface="Cabin"/>
                <a:cs typeface="Cabin"/>
                <a:sym typeface="Cabin"/>
              </a:rPr>
              <a:t> so we can communicate our instructions to Python.  In the beginning we will make lots of mistakes and speak gibberish like small children.</a:t>
            </a:r>
          </a:p>
          <a:p>
            <a:pPr marL="749300" marR="0" lvl="0" indent="-354711" algn="l" rtl="0">
              <a:lnSpc>
                <a:spcPct val="100000"/>
              </a:lnSpc>
              <a:spcBef>
                <a:spcPts val="3500"/>
              </a:spcBef>
              <a:spcAft>
                <a:spcPts val="0"/>
              </a:spcAft>
              <a:buClr>
                <a:schemeClr val="lt1"/>
              </a:buClr>
              <a:buSzPct val="100000"/>
              <a:buFont typeface="Cabin"/>
              <a:buChar char="•"/>
            </a:pPr>
            <a:r>
              <a:rPr lang="en-US" sz="3000" b="0" i="0" u="none" strike="noStrike" cap="none" baseline="0">
                <a:solidFill>
                  <a:schemeClr val="lt1"/>
                </a:solidFill>
                <a:latin typeface="Cabin"/>
                <a:ea typeface="Cabin"/>
                <a:cs typeface="Cabin"/>
                <a:sym typeface="Cabin"/>
              </a:rPr>
              <a:t>When you make a mistake, the computer does not think you are </a:t>
            </a:r>
            <a:r>
              <a:rPr lang="en-US" sz="3000" b="0" i="0" u="none" strike="noStrike" cap="none" baseline="0">
                <a:solidFill>
                  <a:schemeClr val="lt1"/>
                </a:solidFill>
                <a:latin typeface="Arial"/>
                <a:ea typeface="Arial"/>
                <a:cs typeface="Arial"/>
                <a:sym typeface="Arial"/>
              </a:rPr>
              <a:t>“</a:t>
            </a:r>
            <a:r>
              <a:rPr lang="en-US" sz="3000" b="0" i="0" u="none" strike="noStrike" cap="none" baseline="0">
                <a:solidFill>
                  <a:schemeClr val="lt1"/>
                </a:solidFill>
                <a:latin typeface="Cabin"/>
                <a:ea typeface="Cabin"/>
                <a:cs typeface="Cabin"/>
                <a:sym typeface="Cabin"/>
              </a:rPr>
              <a:t>cute</a:t>
            </a:r>
            <a:r>
              <a:rPr lang="en-US" sz="3000" b="0" i="0" u="none" strike="noStrike" cap="none" baseline="0">
                <a:solidFill>
                  <a:schemeClr val="lt1"/>
                </a:solidFill>
                <a:latin typeface="Arial"/>
                <a:ea typeface="Arial"/>
                <a:cs typeface="Arial"/>
                <a:sym typeface="Arial"/>
              </a:rPr>
              <a:t>”</a:t>
            </a:r>
            <a:r>
              <a:rPr lang="en-US" sz="3000" b="0" i="0" u="none" strike="noStrike" cap="none" baseline="0">
                <a:solidFill>
                  <a:schemeClr val="lt1"/>
                </a:solidFill>
                <a:latin typeface="Cabin"/>
                <a:ea typeface="Cabin"/>
                <a:cs typeface="Cabin"/>
                <a:sym typeface="Cabin"/>
              </a:rPr>
              <a:t>.  It says </a:t>
            </a:r>
            <a:r>
              <a:rPr lang="en-US" sz="3000" b="0" i="0" u="none" strike="noStrike" cap="none" baseline="0">
                <a:solidFill>
                  <a:srgbClr val="FF0000"/>
                </a:solidFill>
                <a:latin typeface="Arial"/>
                <a:ea typeface="Arial"/>
                <a:cs typeface="Arial"/>
                <a:sym typeface="Arial"/>
              </a:rPr>
              <a:t>“</a:t>
            </a:r>
            <a:r>
              <a:rPr lang="en-US" sz="3000" b="0" i="0" u="none" strike="noStrike" cap="none" baseline="0">
                <a:solidFill>
                  <a:srgbClr val="FF0000"/>
                </a:solidFill>
                <a:latin typeface="Cabin"/>
                <a:ea typeface="Cabin"/>
                <a:cs typeface="Cabin"/>
                <a:sym typeface="Cabin"/>
              </a:rPr>
              <a:t>syntax error</a:t>
            </a:r>
            <a:r>
              <a:rPr lang="en-US" sz="3000" b="0" i="0" u="none" strike="noStrike" cap="none" baseline="0">
                <a:solidFill>
                  <a:srgbClr val="FF0000"/>
                </a:solidFill>
                <a:latin typeface="Arial"/>
                <a:ea typeface="Arial"/>
                <a:cs typeface="Arial"/>
                <a:sym typeface="Arial"/>
              </a:rPr>
              <a:t>”</a:t>
            </a:r>
            <a:r>
              <a:rPr lang="en-US" sz="3000" b="0" i="0" u="none" strike="noStrike" cap="none" baseline="0">
                <a:solidFill>
                  <a:schemeClr val="lt1"/>
                </a:solidFill>
                <a:latin typeface="Cabin"/>
                <a:ea typeface="Cabin"/>
                <a:cs typeface="Cabin"/>
                <a:sym typeface="Cabin"/>
              </a:rPr>
              <a:t> - given that it *knows* the language and you are just learning it.  It seems like Python is cruel and unfeeling.</a:t>
            </a:r>
          </a:p>
          <a:p>
            <a:pPr marL="749300" marR="0" lvl="0" indent="-354711" algn="l" rtl="0">
              <a:lnSpc>
                <a:spcPct val="100000"/>
              </a:lnSpc>
              <a:spcBef>
                <a:spcPts val="3500"/>
              </a:spcBef>
              <a:spcAft>
                <a:spcPts val="0"/>
              </a:spcAft>
              <a:buClr>
                <a:schemeClr val="lt1"/>
              </a:buClr>
              <a:buSzPct val="100000"/>
              <a:buFont typeface="Cabin"/>
              <a:buChar char="•"/>
            </a:pPr>
            <a:r>
              <a:rPr lang="en-US" sz="3000" b="0" i="0" u="none" strike="noStrike" cap="none" baseline="0">
                <a:solidFill>
                  <a:schemeClr val="lt1"/>
                </a:solidFill>
                <a:latin typeface="Cabin"/>
                <a:ea typeface="Cabin"/>
                <a:cs typeface="Cabin"/>
                <a:sym typeface="Cabin"/>
              </a:rPr>
              <a:t>You must remember that *you* are intelligent and *can* learn - the computer is simple and very fast - but cannot learn - so it</a:t>
            </a:r>
            <a:r>
              <a:rPr lang="en-US" sz="3000" b="0" i="0" u="none" strike="noStrike" cap="none" baseline="0">
                <a:solidFill>
                  <a:srgbClr val="FFFF00"/>
                </a:solidFill>
                <a:latin typeface="Cabin"/>
                <a:ea typeface="Cabin"/>
                <a:cs typeface="Cabin"/>
                <a:sym typeface="Cabin"/>
              </a:rPr>
              <a:t> is easier for you to learn Python than for the computer to learn English</a:t>
            </a:r>
            <a:r>
              <a:rPr lang="en-US" sz="3000" b="0" i="0" u="none" strike="noStrike" cap="none" baseline="0">
                <a:solidFill>
                  <a:schemeClr val="lt1"/>
                </a:solidFill>
                <a:latin typeface="Cabin"/>
                <a:ea typeface="Cabin"/>
                <a:cs typeface="Cabin"/>
                <a:sym typeface="Cabin"/>
              </a:rPr>
              <a:t>...</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9304" y="-684584"/>
            <a:ext cx="13931900" cy="2298699"/>
          </a:xfrm>
        </p:spPr>
        <p:txBody>
          <a:bodyPr/>
          <a:lstStyle/>
          <a:p>
            <a:r>
              <a:rPr lang="en-US" sz="6000" dirty="0" smtClean="0">
                <a:solidFill>
                  <a:srgbClr val="FF0000"/>
                </a:solidFill>
              </a:rPr>
              <a:t>Features of Python</a:t>
            </a:r>
            <a:endParaRPr lang="en-US" sz="6000" dirty="0">
              <a:solidFill>
                <a:srgbClr val="FF0000"/>
              </a:solidFill>
            </a:endParaRPr>
          </a:p>
        </p:txBody>
      </p:sp>
      <p:sp>
        <p:nvSpPr>
          <p:cNvPr id="4" name="TextBox 3"/>
          <p:cNvSpPr txBox="1"/>
          <p:nvPr/>
        </p:nvSpPr>
        <p:spPr>
          <a:xfrm>
            <a:off x="0" y="899592"/>
            <a:ext cx="13600608" cy="6247864"/>
          </a:xfrm>
          <a:prstGeom prst="rect">
            <a:avLst/>
          </a:prstGeom>
          <a:noFill/>
        </p:spPr>
        <p:txBody>
          <a:bodyPr wrap="square" rtlCol="0">
            <a:spAutoFit/>
          </a:bodyPr>
          <a:lstStyle/>
          <a:p>
            <a:pPr>
              <a:buFont typeface="Arial" pitchFamily="34" charset="0"/>
              <a:buChar char="•"/>
            </a:pPr>
            <a:r>
              <a:rPr lang="en-US" sz="4000" dirty="0" smtClean="0">
                <a:solidFill>
                  <a:srgbClr val="FFFF00"/>
                </a:solidFill>
              </a:rPr>
              <a:t> Easy to learn </a:t>
            </a:r>
          </a:p>
          <a:p>
            <a:pPr>
              <a:buFont typeface="Arial" pitchFamily="34" charset="0"/>
              <a:buChar char="•"/>
            </a:pPr>
            <a:r>
              <a:rPr lang="en-US" sz="4000" dirty="0" smtClean="0">
                <a:solidFill>
                  <a:srgbClr val="FFFF00"/>
                </a:solidFill>
              </a:rPr>
              <a:t> Easy to read</a:t>
            </a:r>
          </a:p>
          <a:p>
            <a:pPr>
              <a:buFont typeface="Arial" pitchFamily="34" charset="0"/>
              <a:buChar char="•"/>
            </a:pPr>
            <a:r>
              <a:rPr lang="en-US" sz="4000" dirty="0" smtClean="0">
                <a:solidFill>
                  <a:srgbClr val="FFFF00"/>
                </a:solidFill>
              </a:rPr>
              <a:t> Easy to maintain</a:t>
            </a:r>
          </a:p>
          <a:p>
            <a:pPr>
              <a:buFont typeface="Arial" pitchFamily="34" charset="0"/>
              <a:buChar char="•"/>
            </a:pPr>
            <a:r>
              <a:rPr lang="en-US" sz="4000" dirty="0" smtClean="0">
                <a:solidFill>
                  <a:srgbClr val="FFFF00"/>
                </a:solidFill>
              </a:rPr>
              <a:t> Interactive mode</a:t>
            </a:r>
          </a:p>
          <a:p>
            <a:pPr>
              <a:buFont typeface="Arial" pitchFamily="34" charset="0"/>
              <a:buChar char="•"/>
            </a:pPr>
            <a:r>
              <a:rPr lang="en-US" sz="4000" dirty="0" smtClean="0">
                <a:solidFill>
                  <a:srgbClr val="FFFF00"/>
                </a:solidFill>
              </a:rPr>
              <a:t> Portable</a:t>
            </a:r>
          </a:p>
          <a:p>
            <a:pPr>
              <a:buFont typeface="Arial" pitchFamily="34" charset="0"/>
              <a:buChar char="•"/>
            </a:pPr>
            <a:r>
              <a:rPr lang="en-US" sz="4000" dirty="0" smtClean="0">
                <a:solidFill>
                  <a:srgbClr val="FFFF00"/>
                </a:solidFill>
              </a:rPr>
              <a:t> Extendable</a:t>
            </a:r>
          </a:p>
          <a:p>
            <a:pPr>
              <a:buFont typeface="Arial" pitchFamily="34" charset="0"/>
              <a:buChar char="•"/>
            </a:pPr>
            <a:r>
              <a:rPr lang="en-US" sz="4000" dirty="0" smtClean="0">
                <a:solidFill>
                  <a:srgbClr val="FFFF00"/>
                </a:solidFill>
              </a:rPr>
              <a:t> Databases</a:t>
            </a:r>
          </a:p>
          <a:p>
            <a:pPr>
              <a:buFont typeface="Arial" pitchFamily="34" charset="0"/>
              <a:buChar char="•"/>
            </a:pPr>
            <a:r>
              <a:rPr lang="en-US" sz="4000" dirty="0" smtClean="0">
                <a:solidFill>
                  <a:srgbClr val="FFFF00"/>
                </a:solidFill>
              </a:rPr>
              <a:t> GUI based Programming</a:t>
            </a:r>
          </a:p>
          <a:p>
            <a:pPr>
              <a:buFont typeface="Arial" pitchFamily="34" charset="0"/>
              <a:buChar char="•"/>
            </a:pPr>
            <a:r>
              <a:rPr lang="en-US" sz="4000" dirty="0" smtClean="0">
                <a:solidFill>
                  <a:srgbClr val="FFFF00"/>
                </a:solidFill>
              </a:rPr>
              <a:t> Scalable</a:t>
            </a:r>
          </a:p>
          <a:p>
            <a:pPr>
              <a:buFont typeface="Arial" pitchFamily="34" charset="0"/>
              <a:buChar char="•"/>
            </a:pPr>
            <a:r>
              <a:rPr lang="en-US" sz="4000" dirty="0" smtClean="0">
                <a:solidFill>
                  <a:srgbClr val="FFFF00"/>
                </a:solidFill>
              </a:rPr>
              <a:t> It can easily integrate with C, C++, Java, ActiveX, COBRA</a:t>
            </a:r>
            <a:endParaRPr lang="en-US" sz="4000" dirty="0">
              <a:solidFill>
                <a:srgbClr val="FFFF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800" dirty="0" smtClean="0">
                <a:solidFill>
                  <a:srgbClr val="FF0000"/>
                </a:solidFill>
              </a:rPr>
              <a:t>Interesting</a:t>
            </a:r>
            <a:endParaRPr lang="en-US" sz="8800" dirty="0">
              <a:solidFill>
                <a:srgbClr val="FF0000"/>
              </a:solidFill>
            </a:endParaRPr>
          </a:p>
        </p:txBody>
      </p:sp>
      <p:sp>
        <p:nvSpPr>
          <p:cNvPr id="4" name="TextBox 3"/>
          <p:cNvSpPr txBox="1"/>
          <p:nvPr/>
        </p:nvSpPr>
        <p:spPr>
          <a:xfrm>
            <a:off x="639168" y="2195736"/>
            <a:ext cx="8928992" cy="4154984"/>
          </a:xfrm>
          <a:prstGeom prst="rect">
            <a:avLst/>
          </a:prstGeom>
          <a:noFill/>
        </p:spPr>
        <p:txBody>
          <a:bodyPr wrap="square" rtlCol="0">
            <a:spAutoFit/>
          </a:bodyPr>
          <a:lstStyle/>
          <a:p>
            <a:r>
              <a:rPr lang="en-US" sz="3600" dirty="0" smtClean="0">
                <a:solidFill>
                  <a:srgbClr val="FFFF00"/>
                </a:solidFill>
              </a:rPr>
              <a:t>You will never </a:t>
            </a:r>
            <a:r>
              <a:rPr lang="en-US" sz="3600" dirty="0" err="1" smtClean="0">
                <a:solidFill>
                  <a:srgbClr val="FFFF00"/>
                </a:solidFill>
              </a:rPr>
              <a:t>gonna</a:t>
            </a:r>
            <a:r>
              <a:rPr lang="en-US" sz="3600" dirty="0" smtClean="0">
                <a:solidFill>
                  <a:srgbClr val="FFFF00"/>
                </a:solidFill>
              </a:rPr>
              <a:t> use</a:t>
            </a:r>
          </a:p>
          <a:p>
            <a:r>
              <a:rPr lang="en-US" sz="3600" dirty="0" smtClean="0">
                <a:solidFill>
                  <a:srgbClr val="FFFF00"/>
                </a:solidFill>
              </a:rPr>
              <a:t>				  	    </a:t>
            </a:r>
            <a:r>
              <a:rPr lang="en-US" sz="9600" dirty="0" smtClean="0">
                <a:solidFill>
                  <a:srgbClr val="FFFF00"/>
                </a:solidFill>
              </a:rPr>
              <a:t>;</a:t>
            </a:r>
          </a:p>
          <a:p>
            <a:r>
              <a:rPr lang="en-US" sz="3600" dirty="0" smtClean="0">
                <a:solidFill>
                  <a:srgbClr val="FFFF00"/>
                </a:solidFill>
              </a:rPr>
              <a:t>			</a:t>
            </a:r>
            <a:r>
              <a:rPr lang="en-US" sz="3600" dirty="0" smtClean="0">
                <a:solidFill>
                  <a:srgbClr val="00B0F0"/>
                </a:solidFill>
              </a:rPr>
              <a:t>                AND</a:t>
            </a:r>
          </a:p>
          <a:p>
            <a:r>
              <a:rPr lang="en-US" sz="3600" dirty="0" smtClean="0">
                <a:solidFill>
                  <a:srgbClr val="FFFF00"/>
                </a:solidFill>
              </a:rPr>
              <a:t>			</a:t>
            </a:r>
            <a:r>
              <a:rPr lang="en-US" sz="9600" dirty="0" smtClean="0">
                <a:solidFill>
                  <a:srgbClr val="FFFF00"/>
                </a:solidFill>
              </a:rPr>
              <a:t>      { } </a:t>
            </a:r>
            <a:endParaRPr lang="en-US" sz="9600" dirty="0">
              <a:solidFill>
                <a:srgbClr val="FFFF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152" y="179512"/>
            <a:ext cx="6984776" cy="769441"/>
          </a:xfrm>
          <a:prstGeom prst="rect">
            <a:avLst/>
          </a:prstGeom>
          <a:noFill/>
        </p:spPr>
        <p:txBody>
          <a:bodyPr wrap="square" rtlCol="0">
            <a:spAutoFit/>
          </a:bodyPr>
          <a:lstStyle/>
          <a:p>
            <a:r>
              <a:rPr lang="en-US" sz="4400" dirty="0" smtClean="0">
                <a:solidFill>
                  <a:srgbClr val="FF0000"/>
                </a:solidFill>
              </a:rPr>
              <a:t>Python Environment</a:t>
            </a:r>
            <a:endParaRPr lang="en-US" sz="4400" dirty="0">
              <a:solidFill>
                <a:srgbClr val="FF0000"/>
              </a:solidFill>
            </a:endParaRPr>
          </a:p>
        </p:txBody>
      </p:sp>
      <p:sp>
        <p:nvSpPr>
          <p:cNvPr id="3" name="TextBox 2"/>
          <p:cNvSpPr txBox="1"/>
          <p:nvPr/>
        </p:nvSpPr>
        <p:spPr>
          <a:xfrm>
            <a:off x="351136" y="746854"/>
            <a:ext cx="15760848" cy="8217634"/>
          </a:xfrm>
          <a:prstGeom prst="rect">
            <a:avLst/>
          </a:prstGeom>
          <a:noFill/>
        </p:spPr>
        <p:txBody>
          <a:bodyPr wrap="square" rtlCol="0">
            <a:spAutoFit/>
          </a:bodyPr>
          <a:lstStyle/>
          <a:p>
            <a:pPr>
              <a:buFont typeface="Arial" pitchFamily="34" charset="0"/>
              <a:buChar char="•"/>
            </a:pPr>
            <a:r>
              <a:rPr lang="en-US" sz="4400" dirty="0" smtClean="0">
                <a:solidFill>
                  <a:srgbClr val="FFFF00"/>
                </a:solidFill>
              </a:rPr>
              <a:t> Linux – </a:t>
            </a:r>
            <a:r>
              <a:rPr lang="en-US" sz="4400" dirty="0" err="1" smtClean="0">
                <a:solidFill>
                  <a:srgbClr val="FFFF00"/>
                </a:solidFill>
              </a:rPr>
              <a:t>Ubuntu</a:t>
            </a:r>
            <a:r>
              <a:rPr lang="en-US" sz="4400" dirty="0" smtClean="0">
                <a:solidFill>
                  <a:srgbClr val="FFFF00"/>
                </a:solidFill>
              </a:rPr>
              <a:t>, </a:t>
            </a:r>
            <a:r>
              <a:rPr lang="en-US" sz="4400" dirty="0" err="1" smtClean="0">
                <a:solidFill>
                  <a:srgbClr val="FFFF00"/>
                </a:solidFill>
              </a:rPr>
              <a:t>Redhat</a:t>
            </a:r>
            <a:r>
              <a:rPr lang="en-US" sz="4400" dirty="0" smtClean="0">
                <a:solidFill>
                  <a:srgbClr val="FFFF00"/>
                </a:solidFill>
              </a:rPr>
              <a:t>, </a:t>
            </a:r>
            <a:r>
              <a:rPr lang="en-US" sz="4400" dirty="0" err="1" smtClean="0">
                <a:solidFill>
                  <a:srgbClr val="FFFF00"/>
                </a:solidFill>
              </a:rPr>
              <a:t>CentOS</a:t>
            </a:r>
            <a:r>
              <a:rPr lang="en-US" sz="4400" dirty="0" smtClean="0">
                <a:solidFill>
                  <a:srgbClr val="FFFF00"/>
                </a:solidFill>
              </a:rPr>
              <a:t> etc</a:t>
            </a:r>
          </a:p>
          <a:p>
            <a:pPr>
              <a:buFont typeface="Arial" pitchFamily="34" charset="0"/>
              <a:buChar char="•"/>
            </a:pPr>
            <a:r>
              <a:rPr lang="en-US" sz="4400" dirty="0" smtClean="0">
                <a:solidFill>
                  <a:srgbClr val="FFFF00"/>
                </a:solidFill>
              </a:rPr>
              <a:t> Windows </a:t>
            </a:r>
          </a:p>
          <a:p>
            <a:pPr>
              <a:buFont typeface="Arial" pitchFamily="34" charset="0"/>
              <a:buChar char="•"/>
            </a:pPr>
            <a:r>
              <a:rPr lang="en-US" sz="4400" dirty="0" smtClean="0">
                <a:solidFill>
                  <a:srgbClr val="FFFF00"/>
                </a:solidFill>
              </a:rPr>
              <a:t> DOS</a:t>
            </a:r>
          </a:p>
          <a:p>
            <a:pPr>
              <a:buFont typeface="Arial" pitchFamily="34" charset="0"/>
              <a:buChar char="•"/>
            </a:pPr>
            <a:r>
              <a:rPr lang="en-US" sz="4400" dirty="0" smtClean="0">
                <a:solidFill>
                  <a:srgbClr val="FFFF00"/>
                </a:solidFill>
              </a:rPr>
              <a:t> </a:t>
            </a:r>
            <a:r>
              <a:rPr lang="en-US" sz="4400" dirty="0" err="1" smtClean="0">
                <a:solidFill>
                  <a:srgbClr val="FFFF00"/>
                </a:solidFill>
              </a:rPr>
              <a:t>PalmOS</a:t>
            </a:r>
            <a:endParaRPr lang="en-US" sz="4400" dirty="0" smtClean="0">
              <a:solidFill>
                <a:srgbClr val="FFFF00"/>
              </a:solidFill>
            </a:endParaRPr>
          </a:p>
          <a:p>
            <a:pPr>
              <a:buFont typeface="Arial" pitchFamily="34" charset="0"/>
              <a:buChar char="•"/>
            </a:pPr>
            <a:r>
              <a:rPr lang="en-US" sz="4400" dirty="0" smtClean="0">
                <a:solidFill>
                  <a:srgbClr val="FFFF00"/>
                </a:solidFill>
              </a:rPr>
              <a:t> Nokia Mobile phones</a:t>
            </a:r>
          </a:p>
          <a:p>
            <a:pPr>
              <a:buFont typeface="Arial" pitchFamily="34" charset="0"/>
              <a:buChar char="•"/>
            </a:pPr>
            <a:r>
              <a:rPr lang="en-US" sz="4400" dirty="0" smtClean="0">
                <a:solidFill>
                  <a:srgbClr val="FFFF00"/>
                </a:solidFill>
              </a:rPr>
              <a:t> Windows CE</a:t>
            </a:r>
          </a:p>
          <a:p>
            <a:pPr>
              <a:buFont typeface="Arial" pitchFamily="34" charset="0"/>
              <a:buChar char="•"/>
            </a:pPr>
            <a:r>
              <a:rPr lang="en-US" sz="4400" dirty="0" smtClean="0">
                <a:solidFill>
                  <a:srgbClr val="FFFF00"/>
                </a:solidFill>
              </a:rPr>
              <a:t> Acorn RISC OS</a:t>
            </a:r>
          </a:p>
          <a:p>
            <a:pPr>
              <a:buFont typeface="Arial" pitchFamily="34" charset="0"/>
              <a:buChar char="•"/>
            </a:pPr>
            <a:r>
              <a:rPr lang="en-US" sz="4400" dirty="0" smtClean="0">
                <a:solidFill>
                  <a:srgbClr val="FFFF00"/>
                </a:solidFill>
              </a:rPr>
              <a:t> BeOS</a:t>
            </a:r>
          </a:p>
          <a:p>
            <a:pPr>
              <a:buFont typeface="Arial" pitchFamily="34" charset="0"/>
              <a:buChar char="•"/>
            </a:pPr>
            <a:r>
              <a:rPr lang="en-US" sz="4400" dirty="0" smtClean="0">
                <a:solidFill>
                  <a:srgbClr val="FFFF00"/>
                </a:solidFill>
              </a:rPr>
              <a:t> Amiga</a:t>
            </a:r>
          </a:p>
          <a:p>
            <a:pPr>
              <a:buFont typeface="Arial" pitchFamily="34" charset="0"/>
              <a:buChar char="•"/>
            </a:pPr>
            <a:r>
              <a:rPr lang="en-US" sz="4400" dirty="0" smtClean="0">
                <a:solidFill>
                  <a:srgbClr val="FFFF00"/>
                </a:solidFill>
              </a:rPr>
              <a:t> </a:t>
            </a:r>
            <a:r>
              <a:rPr lang="en-US" sz="4400" dirty="0" err="1" smtClean="0">
                <a:solidFill>
                  <a:srgbClr val="FFFF00"/>
                </a:solidFill>
              </a:rPr>
              <a:t>VxWorks</a:t>
            </a:r>
            <a:endParaRPr lang="en-US" sz="4400" dirty="0" smtClean="0">
              <a:solidFill>
                <a:srgbClr val="FFFF00"/>
              </a:solidFill>
            </a:endParaRPr>
          </a:p>
          <a:p>
            <a:pPr>
              <a:buFont typeface="Arial" pitchFamily="34" charset="0"/>
              <a:buChar char="•"/>
            </a:pPr>
            <a:r>
              <a:rPr lang="en-US" sz="4400" dirty="0" smtClean="0">
                <a:solidFill>
                  <a:srgbClr val="FFFF00"/>
                </a:solidFill>
              </a:rPr>
              <a:t> QNX</a:t>
            </a:r>
          </a:p>
          <a:p>
            <a:pPr>
              <a:buFont typeface="Arial" pitchFamily="34" charset="0"/>
              <a:buChar char="•"/>
            </a:pPr>
            <a:r>
              <a:rPr lang="en-US" sz="4400" dirty="0" smtClean="0">
                <a:solidFill>
                  <a:srgbClr val="FFFF00"/>
                </a:solidFill>
              </a:rPr>
              <a:t> Psion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Shape 449"/>
          <p:cNvSpPr txBox="1">
            <a:spLocks noGrp="1"/>
          </p:cNvSpPr>
          <p:nvPr>
            <p:ph type="title"/>
          </p:nvPr>
        </p:nvSpPr>
        <p:spPr>
          <a:xfrm>
            <a:off x="1155700" y="2781300"/>
            <a:ext cx="13931900" cy="356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Talking to Python</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Shape 458"/>
          <p:cNvSpPr txBox="1"/>
          <p:nvPr/>
        </p:nvSpPr>
        <p:spPr>
          <a:xfrm>
            <a:off x="1803400" y="1524000"/>
            <a:ext cx="12628499" cy="2770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endParaRPr lang="en-US" sz="3600" b="0" i="0" u="none" strike="noStrike" cap="none" baseline="0" dirty="0">
              <a:solidFill>
                <a:srgbClr val="FF7F00"/>
              </a:solidFill>
              <a:latin typeface="Cabin"/>
              <a:ea typeface="Cabin"/>
              <a:cs typeface="Cabin"/>
              <a:sym typeface="Cabin"/>
            </a:endParaRPr>
          </a:p>
          <a:p>
            <a:pPr lvl="0">
              <a:buClr>
                <a:schemeClr val="lt1"/>
              </a:buClr>
              <a:buSzPct val="25000"/>
            </a:pPr>
            <a:r>
              <a:rPr lang="en-US" sz="3600" dirty="0" smtClean="0">
                <a:solidFill>
                  <a:schemeClr val="lt1"/>
                </a:solidFill>
                <a:latin typeface="Cabin"/>
                <a:ea typeface="Cabin"/>
                <a:cs typeface="Cabin"/>
                <a:sym typeface="Cabin"/>
              </a:rPr>
              <a:t>Python 2.7.3 (default, Apr 20 2012, 22:44:07) </a:t>
            </a:r>
          </a:p>
          <a:p>
            <a:pPr lvl="0">
              <a:buClr>
                <a:schemeClr val="lt1"/>
              </a:buClr>
              <a:buSzPct val="25000"/>
            </a:pPr>
            <a:r>
              <a:rPr lang="en-US" sz="3600" dirty="0" smtClean="0">
                <a:solidFill>
                  <a:schemeClr val="lt1"/>
                </a:solidFill>
                <a:latin typeface="Cabin"/>
                <a:ea typeface="Cabin"/>
                <a:cs typeface="Cabin"/>
                <a:sym typeface="Cabin"/>
              </a:rPr>
              <a:t>[GCC 4.6.3] on linux2</a:t>
            </a:r>
          </a:p>
          <a:p>
            <a:pPr lvl="0">
              <a:buClr>
                <a:schemeClr val="lt1"/>
              </a:buClr>
              <a:buSzPct val="25000"/>
            </a:pPr>
            <a:r>
              <a:rPr lang="en-US" sz="3600" dirty="0" smtClean="0">
                <a:solidFill>
                  <a:schemeClr val="lt1"/>
                </a:solidFill>
                <a:latin typeface="Cabin"/>
                <a:ea typeface="Cabin"/>
                <a:cs typeface="Cabin"/>
                <a:sym typeface="Cabin"/>
              </a:rPr>
              <a:t>Type "help", "copyright", "credits" or "license" for more information.</a:t>
            </a:r>
          </a:p>
          <a:p>
            <a:pPr lvl="0">
              <a:buClr>
                <a:schemeClr val="lt1"/>
              </a:buClr>
              <a:buSzPct val="25000"/>
            </a:pPr>
            <a:r>
              <a:rPr lang="en-US" sz="3600" dirty="0" smtClean="0">
                <a:solidFill>
                  <a:schemeClr val="lt1"/>
                </a:solidFill>
                <a:latin typeface="Cabin"/>
                <a:ea typeface="Cabin"/>
                <a:cs typeface="Cabin"/>
                <a:sym typeface="Cabin"/>
              </a:rPr>
              <a:t>&gt;&gt;&gt; </a:t>
            </a:r>
            <a:endParaRPr lang="en-US" sz="3600" dirty="0">
              <a:solidFill>
                <a:schemeClr val="lt1"/>
              </a:solidFill>
              <a:latin typeface="Cabin"/>
              <a:ea typeface="Cabin"/>
              <a:cs typeface="Cabin"/>
              <a:sym typeface="Cabin"/>
            </a:endParaRPr>
          </a:p>
        </p:txBody>
      </p:sp>
      <p:grpSp>
        <p:nvGrpSpPr>
          <p:cNvPr id="459" name="Shape 459"/>
          <p:cNvGrpSpPr/>
          <p:nvPr/>
        </p:nvGrpSpPr>
        <p:grpSpPr>
          <a:xfrm>
            <a:off x="2780575" y="4401274"/>
            <a:ext cx="4667261" cy="842071"/>
            <a:chOff x="-257900" y="384170"/>
            <a:chExt cx="4667261" cy="840474"/>
          </a:xfrm>
        </p:grpSpPr>
        <p:sp>
          <p:nvSpPr>
            <p:cNvPr id="460" name="Shape 460"/>
            <p:cNvSpPr txBox="1"/>
            <p:nvPr/>
          </p:nvSpPr>
          <p:spPr>
            <a:xfrm>
              <a:off x="2134461" y="602444"/>
              <a:ext cx="2274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dirty="0">
                  <a:solidFill>
                    <a:srgbClr val="FF00FF"/>
                  </a:solidFill>
                  <a:latin typeface="Cabin"/>
                  <a:ea typeface="Cabin"/>
                  <a:cs typeface="Cabin"/>
                  <a:sym typeface="Cabin"/>
                </a:rPr>
                <a:t>What next</a:t>
              </a:r>
              <a:r>
                <a:rPr lang="en-US" sz="3600" b="0" i="0" u="none" strike="noStrike" cap="none" baseline="0" dirty="0" smtClean="0">
                  <a:solidFill>
                    <a:srgbClr val="FF00FF"/>
                  </a:solidFill>
                  <a:latin typeface="Cabin"/>
                  <a:ea typeface="Cabin"/>
                  <a:cs typeface="Cabin"/>
                  <a:sym typeface="Cabin"/>
                </a:rPr>
                <a:t>? (Chevron)</a:t>
              </a:r>
              <a:endParaRPr lang="en-US" sz="3600" b="0" i="0" u="none" strike="noStrike" cap="none" baseline="0" dirty="0">
                <a:solidFill>
                  <a:srgbClr val="FF00FF"/>
                </a:solidFill>
                <a:latin typeface="Cabin"/>
                <a:ea typeface="Cabin"/>
                <a:cs typeface="Cabin"/>
                <a:sym typeface="Cabin"/>
              </a:endParaRPr>
            </a:p>
          </p:txBody>
        </p:sp>
        <p:cxnSp>
          <p:nvCxnSpPr>
            <p:cNvPr id="461" name="Shape 461"/>
            <p:cNvCxnSpPr/>
            <p:nvPr/>
          </p:nvCxnSpPr>
          <p:spPr>
            <a:xfrm>
              <a:off x="-257900" y="384170"/>
              <a:ext cx="2281199" cy="436500"/>
            </a:xfrm>
            <a:prstGeom prst="straightConnector1">
              <a:avLst/>
            </a:prstGeom>
            <a:noFill/>
            <a:ln w="76200" cap="rnd" cmpd="sng">
              <a:solidFill>
                <a:srgbClr val="FF00FF"/>
              </a:solidFill>
              <a:prstDash val="solid"/>
              <a:miter/>
              <a:headEnd type="stealth" w="med" len="med"/>
              <a:tailEnd type="none" w="med" len="med"/>
            </a:ln>
          </p:spPr>
        </p:cxnSp>
      </p:gr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000" dirty="0" smtClean="0">
                <a:solidFill>
                  <a:srgbClr val="92D050"/>
                </a:solidFill>
              </a:rPr>
              <a:t>Identifiers</a:t>
            </a:r>
            <a:endParaRPr lang="en-US" sz="8000" dirty="0">
              <a:solidFill>
                <a:srgbClr val="92D050"/>
              </a:solidFill>
            </a:endParaRP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3092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smtClean="0">
                <a:solidFill>
                  <a:srgbClr val="92D050"/>
                </a:solidFill>
              </a:rPr>
              <a:t>Data Types of Python</a:t>
            </a:r>
            <a:endParaRPr lang="en-US" sz="5400" dirty="0">
              <a:solidFill>
                <a:srgbClr val="92D050"/>
              </a:solidFill>
            </a:endParaRPr>
          </a:p>
        </p:txBody>
      </p:sp>
      <p:sp>
        <p:nvSpPr>
          <p:cNvPr id="3" name="Text Placeholder 2"/>
          <p:cNvSpPr>
            <a:spLocks noGrp="1"/>
          </p:cNvSpPr>
          <p:nvPr>
            <p:ph type="body" idx="1"/>
          </p:nvPr>
        </p:nvSpPr>
        <p:spPr>
          <a:xfrm>
            <a:off x="821172" y="1884977"/>
            <a:ext cx="12427768" cy="5462736"/>
          </a:xfrm>
        </p:spPr>
        <p:txBody>
          <a:bodyPr/>
          <a:lstStyle/>
          <a:p>
            <a:pPr marL="606806" indent="0" algn="ctr">
              <a:buNone/>
            </a:pPr>
            <a:r>
              <a:rPr lang="en-US" sz="7200" dirty="0" err="1" smtClean="0">
                <a:solidFill>
                  <a:schemeClr val="bg1"/>
                </a:solidFill>
              </a:rPr>
              <a:t>Int</a:t>
            </a:r>
            <a:r>
              <a:rPr lang="en-US" sz="7200" dirty="0" smtClean="0">
                <a:solidFill>
                  <a:schemeClr val="bg1"/>
                </a:solidFill>
              </a:rPr>
              <a:t>, Float, Long, Complex , Char, String, Tuple, Bytes, Frozen set, set</a:t>
            </a:r>
            <a:endParaRPr lang="en-US" sz="7200" dirty="0">
              <a:solidFill>
                <a:schemeClr val="bg1"/>
              </a:solidFill>
            </a:endParaRPr>
          </a:p>
        </p:txBody>
      </p:sp>
    </p:spTree>
    <p:extLst>
      <p:ext uri="{BB962C8B-B14F-4D97-AF65-F5344CB8AC3E}">
        <p14:creationId xmlns:p14="http://schemas.microsoft.com/office/powerpoint/2010/main" val="991868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Shape 466"/>
          <p:cNvSpPr txBox="1"/>
          <p:nvPr/>
        </p:nvSpPr>
        <p:spPr>
          <a:xfrm>
            <a:off x="1820861" y="1519237"/>
            <a:ext cx="12628562" cy="609282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err="1">
                <a:solidFill>
                  <a:schemeClr val="lt1"/>
                </a:solidFill>
                <a:latin typeface="Cabin"/>
                <a:ea typeface="Cabin"/>
                <a:cs typeface="Cabin"/>
                <a:sym typeface="Cabin"/>
              </a:rPr>
              <a:t>csev</a:t>
            </a:r>
            <a:r>
              <a:rPr lang="en-US" sz="3600" b="0" i="0" u="none" strike="noStrike" cap="none" baseline="0" dirty="0">
                <a:solidFill>
                  <a:schemeClr val="lt1"/>
                </a:solidFill>
                <a:latin typeface="Cabin"/>
                <a:ea typeface="Cabin"/>
                <a:cs typeface="Cabin"/>
                <a:sym typeface="Cabin"/>
              </a:rPr>
              <a:t>$ </a:t>
            </a:r>
            <a:r>
              <a:rPr lang="en-US" sz="3600" b="0" i="0" u="none" strike="noStrike" cap="none" baseline="0" dirty="0">
                <a:solidFill>
                  <a:srgbClr val="FF7F00"/>
                </a:solidFill>
                <a:latin typeface="Cabin"/>
                <a:ea typeface="Cabin"/>
                <a:cs typeface="Cabin"/>
                <a:sym typeface="Cabin"/>
              </a:rPr>
              <a:t>python</a:t>
            </a:r>
          </a:p>
          <a:p>
            <a:pPr lvl="0">
              <a:buClr>
                <a:schemeClr val="lt1"/>
              </a:buClr>
              <a:buSzPct val="25000"/>
            </a:pPr>
            <a:r>
              <a:rPr lang="en-US" sz="3600" dirty="0" smtClean="0">
                <a:solidFill>
                  <a:schemeClr val="lt1"/>
                </a:solidFill>
                <a:latin typeface="Cabin"/>
                <a:ea typeface="Cabin"/>
                <a:cs typeface="Cabin"/>
                <a:sym typeface="Cabin"/>
              </a:rPr>
              <a:t>Python 2.7.3 (default, Apr 20 2012, 22:44:07) </a:t>
            </a:r>
          </a:p>
          <a:p>
            <a:pPr lvl="0">
              <a:buClr>
                <a:schemeClr val="lt1"/>
              </a:buClr>
              <a:buSzPct val="25000"/>
            </a:pPr>
            <a:r>
              <a:rPr lang="en-US" sz="3600" dirty="0" smtClean="0">
                <a:solidFill>
                  <a:schemeClr val="lt1"/>
                </a:solidFill>
                <a:latin typeface="Cabin"/>
                <a:ea typeface="Cabin"/>
                <a:cs typeface="Cabin"/>
                <a:sym typeface="Cabin"/>
              </a:rPr>
              <a:t>[GCC 4.6.3] on linux2</a:t>
            </a:r>
          </a:p>
          <a:p>
            <a:pPr lvl="0">
              <a:buClr>
                <a:schemeClr val="lt1"/>
              </a:buClr>
              <a:buSzPct val="25000"/>
            </a:pPr>
            <a:r>
              <a:rPr lang="en-US" sz="3600" dirty="0" smtClean="0">
                <a:solidFill>
                  <a:schemeClr val="lt1"/>
                </a:solidFill>
                <a:latin typeface="Cabin"/>
                <a:ea typeface="Cabin"/>
                <a:cs typeface="Cabin"/>
                <a:sym typeface="Cabin"/>
              </a:rPr>
              <a:t>Type "help", "copyright", "credits" or "license" for more information.</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smtClean="0">
                <a:solidFill>
                  <a:schemeClr val="lt1"/>
                </a:solidFill>
                <a:latin typeface="Cabin"/>
                <a:ea typeface="Cabin"/>
                <a:cs typeface="Cabin"/>
                <a:sym typeface="Cabin"/>
              </a:rPr>
              <a:t>&gt;&gt;&gt; </a:t>
            </a:r>
            <a:r>
              <a:rPr lang="en-US" sz="3600" b="0" i="0" u="none" strike="noStrike" cap="none" baseline="0" dirty="0">
                <a:solidFill>
                  <a:srgbClr val="FF7F00"/>
                </a:solidFill>
                <a:latin typeface="Cabin"/>
                <a:ea typeface="Cabin"/>
                <a:cs typeface="Cabin"/>
                <a:sym typeface="Cabin"/>
              </a:rPr>
              <a:t>x = 1</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&gt;&gt;&gt; </a:t>
            </a:r>
            <a:r>
              <a:rPr lang="en-US" sz="3600" b="0" i="0" u="none" strike="noStrike" cap="none" baseline="0" dirty="0">
                <a:solidFill>
                  <a:srgbClr val="FF7F00"/>
                </a:solidFill>
                <a:latin typeface="Cabin"/>
                <a:ea typeface="Cabin"/>
                <a:cs typeface="Cabin"/>
                <a:sym typeface="Cabin"/>
              </a:rPr>
              <a:t>print x</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1</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&gt;&gt;&gt; </a:t>
            </a:r>
            <a:r>
              <a:rPr lang="en-US" sz="3600" b="0" i="0" u="none" strike="noStrike" cap="none" baseline="0" dirty="0">
                <a:solidFill>
                  <a:srgbClr val="FF7F00"/>
                </a:solidFill>
                <a:latin typeface="Cabin"/>
                <a:ea typeface="Cabin"/>
                <a:cs typeface="Cabin"/>
                <a:sym typeface="Cabin"/>
              </a:rPr>
              <a:t>x = x + 1</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&gt;&gt;&gt;</a:t>
            </a:r>
            <a:r>
              <a:rPr lang="en-US" sz="3600" b="0" i="0" u="none" strike="noStrike" cap="none" baseline="0" dirty="0">
                <a:solidFill>
                  <a:srgbClr val="FF7F00"/>
                </a:solidFill>
                <a:latin typeface="Cabin"/>
                <a:ea typeface="Cabin"/>
                <a:cs typeface="Cabin"/>
                <a:sym typeface="Cabin"/>
              </a:rPr>
              <a:t> print x</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2</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&gt;&gt;&gt; </a:t>
            </a:r>
            <a:r>
              <a:rPr lang="en-US" sz="3600" b="0" i="0" u="none" strike="noStrike" cap="none" baseline="0" dirty="0">
                <a:solidFill>
                  <a:srgbClr val="FF7F00"/>
                </a:solidFill>
                <a:latin typeface="Cabin"/>
                <a:ea typeface="Cabin"/>
                <a:cs typeface="Cabin"/>
                <a:sym typeface="Cabin"/>
              </a:rPr>
              <a:t>exit()</a:t>
            </a:r>
          </a:p>
        </p:txBody>
      </p:sp>
      <p:sp>
        <p:nvSpPr>
          <p:cNvPr id="467" name="Shape 467"/>
          <p:cNvSpPr txBox="1"/>
          <p:nvPr/>
        </p:nvSpPr>
        <p:spPr>
          <a:xfrm>
            <a:off x="6514775" y="6547550"/>
            <a:ext cx="8877300" cy="16638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This is a good test to make sure that you have Python correctly installed.  Note that quit() also works to end the interactive session.</a:t>
            </a: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solidFill>
                  <a:srgbClr val="92D050"/>
                </a:solidFill>
              </a:rPr>
              <a:t>Mutable and Immutable Data types</a:t>
            </a:r>
            <a:endParaRPr lang="en-US" sz="4800" dirty="0">
              <a:solidFill>
                <a:srgbClr val="92D050"/>
              </a:solidFill>
            </a:endParaRPr>
          </a:p>
        </p:txBody>
      </p:sp>
      <p:sp>
        <p:nvSpPr>
          <p:cNvPr id="3" name="Text Placeholder 2"/>
          <p:cNvSpPr>
            <a:spLocks noGrp="1"/>
          </p:cNvSpPr>
          <p:nvPr>
            <p:ph type="body" idx="1"/>
          </p:nvPr>
        </p:nvSpPr>
        <p:spPr/>
        <p:txBody>
          <a:bodyPr/>
          <a:lstStyle/>
          <a:p>
            <a:pPr marL="606806" indent="0">
              <a:buNone/>
            </a:pPr>
            <a:r>
              <a:rPr lang="en-US" sz="4400" dirty="0" smtClean="0">
                <a:solidFill>
                  <a:srgbClr val="FFFF00"/>
                </a:solidFill>
              </a:rPr>
              <a:t>Mutable: Byte array, Set, List, </a:t>
            </a:r>
            <a:r>
              <a:rPr lang="en-US" sz="4400" dirty="0" err="1" smtClean="0">
                <a:solidFill>
                  <a:srgbClr val="FFFF00"/>
                </a:solidFill>
              </a:rPr>
              <a:t>Dict</a:t>
            </a:r>
            <a:endParaRPr lang="en-US" sz="4400" dirty="0" smtClean="0">
              <a:solidFill>
                <a:srgbClr val="FFFF00"/>
              </a:solidFill>
            </a:endParaRPr>
          </a:p>
          <a:p>
            <a:pPr marL="606806" indent="0">
              <a:buNone/>
            </a:pPr>
            <a:r>
              <a:rPr lang="en-US" sz="4400" dirty="0" smtClean="0">
                <a:solidFill>
                  <a:srgbClr val="FFFF00"/>
                </a:solidFill>
              </a:rPr>
              <a:t>Immutable: </a:t>
            </a:r>
            <a:r>
              <a:rPr lang="en-US" sz="4400" dirty="0" err="1" smtClean="0">
                <a:solidFill>
                  <a:srgbClr val="FFFF00"/>
                </a:solidFill>
              </a:rPr>
              <a:t>Int</a:t>
            </a:r>
            <a:r>
              <a:rPr lang="en-US" sz="4400" dirty="0" smtClean="0">
                <a:solidFill>
                  <a:srgbClr val="FFFF00"/>
                </a:solidFill>
              </a:rPr>
              <a:t>, float, long, complex, </a:t>
            </a:r>
            <a:r>
              <a:rPr lang="en-US" sz="4400" dirty="0" err="1" smtClean="0">
                <a:solidFill>
                  <a:srgbClr val="FFFF00"/>
                </a:solidFill>
              </a:rPr>
              <a:t>str</a:t>
            </a:r>
            <a:r>
              <a:rPr lang="en-US" sz="4400" dirty="0" smtClean="0">
                <a:solidFill>
                  <a:srgbClr val="FFFF00"/>
                </a:solidFill>
              </a:rPr>
              <a:t>, bytes, tuple, frozen set</a:t>
            </a:r>
            <a:endParaRPr lang="en-US" sz="4400" dirty="0">
              <a:solidFill>
                <a:srgbClr val="FFFF00"/>
              </a:solidFill>
            </a:endParaRPr>
          </a:p>
        </p:txBody>
      </p:sp>
    </p:spTree>
    <p:extLst>
      <p:ext uri="{BB962C8B-B14F-4D97-AF65-F5344CB8AC3E}">
        <p14:creationId xmlns:p14="http://schemas.microsoft.com/office/powerpoint/2010/main" val="37583801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Shape 472"/>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400" b="0" i="0" u="none" strike="noStrike" cap="none" baseline="0">
                <a:solidFill>
                  <a:srgbClr val="00FF00"/>
                </a:solidFill>
                <a:latin typeface="Cabin"/>
                <a:ea typeface="Cabin"/>
                <a:cs typeface="Cabin"/>
                <a:sym typeface="Cabin"/>
              </a:rPr>
              <a:t>Let</a:t>
            </a:r>
            <a:r>
              <a:rPr lang="en-US" sz="7400">
                <a:solidFill>
                  <a:srgbClr val="00FF00"/>
                </a:solidFill>
                <a:latin typeface="Cabin"/>
                <a:ea typeface="Cabin"/>
                <a:cs typeface="Cabin"/>
                <a:sym typeface="Cabin"/>
              </a:rPr>
              <a:t>’</a:t>
            </a:r>
            <a:r>
              <a:rPr lang="en-US" sz="7400" b="0" i="0" u="none" strike="noStrike" cap="none" baseline="0">
                <a:solidFill>
                  <a:srgbClr val="00FF00"/>
                </a:solidFill>
                <a:latin typeface="Cabin"/>
                <a:ea typeface="Cabin"/>
                <a:cs typeface="Cabin"/>
                <a:sym typeface="Cabin"/>
              </a:rPr>
              <a:t>s Talk to Python...</a:t>
            </a:r>
          </a:p>
        </p:txBody>
      </p:sp>
      <p:pic>
        <p:nvPicPr>
          <p:cNvPr id="473" name="Shape 473"/>
          <p:cNvPicPr preferRelativeResize="0"/>
          <p:nvPr/>
        </p:nvPicPr>
        <p:blipFill rotWithShape="1">
          <a:blip r:embed="rId3">
            <a:alphaModFix/>
          </a:blip>
          <a:srcRect/>
          <a:stretch/>
        </p:blipFill>
        <p:spPr>
          <a:xfrm>
            <a:off x="1143000" y="2184400"/>
            <a:ext cx="11214099" cy="3771900"/>
          </a:xfrm>
          <a:prstGeom prst="rect">
            <a:avLst/>
          </a:prstGeom>
          <a:noFill/>
          <a:ln>
            <a:noFill/>
          </a:ln>
        </p:spPr>
      </p:pic>
      <p:pic>
        <p:nvPicPr>
          <p:cNvPr id="474" name="Shape 474"/>
          <p:cNvPicPr preferRelativeResize="0"/>
          <p:nvPr/>
        </p:nvPicPr>
        <p:blipFill rotWithShape="1">
          <a:blip r:embed="rId4">
            <a:alphaModFix/>
          </a:blip>
          <a:srcRect/>
          <a:stretch/>
        </p:blipFill>
        <p:spPr>
          <a:xfrm>
            <a:off x="3924300" y="4559300"/>
            <a:ext cx="11887199" cy="3862387"/>
          </a:xfrm>
          <a:prstGeom prst="rect">
            <a:avLst/>
          </a:prstGeom>
          <a:noFill/>
          <a:ln>
            <a:noFill/>
          </a:ln>
        </p:spPr>
      </p:pic>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Shape 479"/>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What </a:t>
            </a:r>
            <a:r>
              <a:rPr lang="en-US" sz="7600">
                <a:solidFill>
                  <a:srgbClr val="00FF00"/>
                </a:solidFill>
                <a:latin typeface="Cabin"/>
                <a:ea typeface="Cabin"/>
                <a:cs typeface="Cabin"/>
                <a:sym typeface="Cabin"/>
              </a:rPr>
              <a:t>D</a:t>
            </a:r>
            <a:r>
              <a:rPr lang="en-US" sz="7600" b="0" i="0" u="none" strike="noStrike" cap="none" baseline="0">
                <a:solidFill>
                  <a:srgbClr val="00FF00"/>
                </a:solidFill>
                <a:latin typeface="Cabin"/>
                <a:ea typeface="Cabin"/>
                <a:cs typeface="Cabin"/>
                <a:sym typeface="Cabin"/>
              </a:rPr>
              <a:t>o </a:t>
            </a:r>
            <a:r>
              <a:rPr lang="en-US" sz="7600">
                <a:solidFill>
                  <a:srgbClr val="00FF00"/>
                </a:solidFill>
                <a:latin typeface="Cabin"/>
                <a:ea typeface="Cabin"/>
                <a:cs typeface="Cabin"/>
                <a:sym typeface="Cabin"/>
              </a:rPr>
              <a:t>W</a:t>
            </a:r>
            <a:r>
              <a:rPr lang="en-US" sz="7600" b="0" i="0" u="none" strike="noStrike" cap="none" baseline="0">
                <a:solidFill>
                  <a:srgbClr val="00FF00"/>
                </a:solidFill>
                <a:latin typeface="Cabin"/>
                <a:ea typeface="Cabin"/>
                <a:cs typeface="Cabin"/>
                <a:sym typeface="Cabin"/>
              </a:rPr>
              <a:t>e Say?</a:t>
            </a:r>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Shape 484"/>
          <p:cNvSpPr txBox="1">
            <a:spLocks noGrp="1"/>
          </p:cNvSpPr>
          <p:nvPr>
            <p:ph type="title"/>
          </p:nvPr>
        </p:nvSpPr>
        <p:spPr>
          <a:xfrm>
            <a:off x="1155700" y="317500"/>
            <a:ext cx="139320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Elements of Python</a:t>
            </a:r>
          </a:p>
        </p:txBody>
      </p:sp>
      <p:sp>
        <p:nvSpPr>
          <p:cNvPr id="485" name="Shape 485"/>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rgbClr val="FFFF00"/>
                </a:solidFill>
                <a:latin typeface="Cabin"/>
                <a:ea typeface="Cabin"/>
                <a:cs typeface="Cabin"/>
                <a:sym typeface="Cabin"/>
              </a:rPr>
              <a:t>Vocabulary / Words</a:t>
            </a:r>
            <a:r>
              <a:rPr lang="en-US" sz="3600" b="0" i="0" u="none" strike="noStrike" cap="none" baseline="0">
                <a:solidFill>
                  <a:schemeClr val="lt1"/>
                </a:solidFill>
                <a:latin typeface="Cabin"/>
                <a:ea typeface="Cabin"/>
                <a:cs typeface="Cabin"/>
                <a:sym typeface="Cabin"/>
              </a:rPr>
              <a:t> - Variables and Reserved words (Chapter 2)</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rgbClr val="FFFF00"/>
                </a:solidFill>
                <a:latin typeface="Cabin"/>
                <a:ea typeface="Cabin"/>
                <a:cs typeface="Cabin"/>
                <a:sym typeface="Cabin"/>
              </a:rPr>
              <a:t>Sentence structure</a:t>
            </a:r>
            <a:r>
              <a:rPr lang="en-US" sz="3600" b="0" i="0" u="none" strike="noStrike" cap="none" baseline="0">
                <a:solidFill>
                  <a:schemeClr val="lt1"/>
                </a:solidFill>
                <a:latin typeface="Cabin"/>
                <a:ea typeface="Cabin"/>
                <a:cs typeface="Cabin"/>
                <a:sym typeface="Cabin"/>
              </a:rPr>
              <a:t> - valid syntax patterns (Chapters 3-5)</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rgbClr val="FFFF00"/>
                </a:solidFill>
                <a:latin typeface="Cabin"/>
                <a:ea typeface="Cabin"/>
                <a:cs typeface="Cabin"/>
                <a:sym typeface="Cabin"/>
              </a:rPr>
              <a:t>Story structure</a:t>
            </a:r>
            <a:r>
              <a:rPr lang="en-US" sz="3600" b="0" i="0" u="none" strike="noStrike" cap="none" baseline="0">
                <a:solidFill>
                  <a:schemeClr val="lt1"/>
                </a:solidFill>
                <a:latin typeface="Cabin"/>
                <a:ea typeface="Cabin"/>
                <a:cs typeface="Cabin"/>
                <a:sym typeface="Cabin"/>
              </a:rPr>
              <a:t> - constructing a program for a purpose</a:t>
            </a:r>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Shape 497"/>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Reserved Words</a:t>
            </a:r>
          </a:p>
        </p:txBody>
      </p:sp>
      <p:sp>
        <p:nvSpPr>
          <p:cNvPr id="498" name="Shape 498"/>
          <p:cNvSpPr txBox="1">
            <a:spLocks noGrp="1"/>
          </p:cNvSpPr>
          <p:nvPr>
            <p:ph type="body" idx="1"/>
          </p:nvPr>
        </p:nvSpPr>
        <p:spPr>
          <a:xfrm>
            <a:off x="1155700" y="2603500"/>
            <a:ext cx="13931900" cy="21208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You</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cannot</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use </a:t>
            </a:r>
            <a:r>
              <a:rPr lang="en-US" sz="3600" b="0" i="0" u="none" strike="noStrike" cap="none" baseline="0">
                <a:solidFill>
                  <a:srgbClr val="FFFF00"/>
                </a:solidFill>
                <a:latin typeface="Cabin"/>
                <a:ea typeface="Cabin"/>
                <a:cs typeface="Cabin"/>
                <a:sym typeface="Cabin"/>
              </a:rPr>
              <a:t>reserved words</a:t>
            </a:r>
            <a:r>
              <a:rPr lang="en-US" sz="3600" b="0" i="0" u="none" strike="noStrike" cap="none" baseline="0">
                <a:solidFill>
                  <a:schemeClr val="lt1"/>
                </a:solidFill>
                <a:latin typeface="Cabin"/>
                <a:ea typeface="Cabin"/>
                <a:cs typeface="Cabin"/>
                <a:sym typeface="Cabin"/>
              </a:rPr>
              <a:t> as variable names / identifiers</a:t>
            </a:r>
          </a:p>
        </p:txBody>
      </p:sp>
      <p:sp>
        <p:nvSpPr>
          <p:cNvPr id="499" name="Shape 499"/>
          <p:cNvSpPr txBox="1"/>
          <p:nvPr/>
        </p:nvSpPr>
        <p:spPr>
          <a:xfrm>
            <a:off x="3733150" y="4724400"/>
            <a:ext cx="8967600" cy="323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4200" b="0" i="0" u="none" strike="noStrike" cap="none" baseline="0" dirty="0">
                <a:solidFill>
                  <a:srgbClr val="FFFF00"/>
                </a:solidFill>
                <a:latin typeface="Cabin"/>
                <a:ea typeface="Cabin"/>
                <a:cs typeface="Cabin"/>
                <a:sym typeface="Cabin"/>
              </a:rPr>
              <a:t>and   del   for   is   </a:t>
            </a:r>
            <a:r>
              <a:rPr lang="en-US" sz="4200" b="0" i="0" u="none" strike="noStrike" cap="none" baseline="0" dirty="0" smtClean="0">
                <a:solidFill>
                  <a:srgbClr val="FFFF00"/>
                </a:solidFill>
                <a:latin typeface="Cabin"/>
                <a:ea typeface="Cabin"/>
                <a:cs typeface="Cabin"/>
                <a:sym typeface="Cabin"/>
              </a:rPr>
              <a:t>raise  </a:t>
            </a:r>
            <a:r>
              <a:rPr lang="en-US" sz="4200" b="0" i="0" u="none" strike="noStrike" cap="none" baseline="0" dirty="0">
                <a:solidFill>
                  <a:srgbClr val="FFFF00"/>
                </a:solidFill>
                <a:latin typeface="Cabin"/>
                <a:ea typeface="Cabin"/>
                <a:cs typeface="Cabin"/>
                <a:sym typeface="Cabin"/>
              </a:rPr>
              <a:t>assert   </a:t>
            </a:r>
            <a:r>
              <a:rPr lang="en-US" sz="4200" b="0" i="0" u="none" strike="noStrike" cap="none" baseline="0" dirty="0" err="1">
                <a:solidFill>
                  <a:srgbClr val="FFFF00"/>
                </a:solidFill>
                <a:latin typeface="Cabin"/>
                <a:ea typeface="Cabin"/>
                <a:cs typeface="Cabin"/>
                <a:sym typeface="Cabin"/>
              </a:rPr>
              <a:t>elif</a:t>
            </a:r>
            <a:r>
              <a:rPr lang="en-US" sz="4200" b="0" i="0" u="none" strike="noStrike" cap="none" baseline="0" dirty="0">
                <a:solidFill>
                  <a:srgbClr val="FFFF00"/>
                </a:solidFill>
                <a:latin typeface="Cabin"/>
                <a:ea typeface="Cabin"/>
                <a:cs typeface="Cabin"/>
                <a:sym typeface="Cabin"/>
              </a:rPr>
              <a:t>   from   lambda   return   break   else   global   not   try   class   except   if   or   while   continue   exec   import   pass   yield   def   </a:t>
            </a:r>
            <a:r>
              <a:rPr lang="en-US" sz="4200" b="0" i="0" u="none" strike="noStrike" cap="none" baseline="0" dirty="0" err="1">
                <a:solidFill>
                  <a:srgbClr val="FFFF00"/>
                </a:solidFill>
                <a:latin typeface="Cabin"/>
                <a:ea typeface="Cabin"/>
                <a:cs typeface="Cabin"/>
                <a:sym typeface="Cabin"/>
              </a:rPr>
              <a:t>ﬁnally</a:t>
            </a:r>
            <a:r>
              <a:rPr lang="en-US" sz="4200" b="0" i="0" u="none" strike="noStrike" cap="none" baseline="0" dirty="0">
                <a:solidFill>
                  <a:srgbClr val="FFFF00"/>
                </a:solidFill>
                <a:latin typeface="Cabin"/>
                <a:ea typeface="Cabin"/>
                <a:cs typeface="Cabin"/>
                <a:sym typeface="Cabin"/>
              </a:rPr>
              <a:t>   in   print   as   with</a:t>
            </a:r>
          </a:p>
        </p:txBody>
      </p:sp>
      <p:sp>
        <p:nvSpPr>
          <p:cNvPr id="500" name="Shape 500"/>
          <p:cNvSpPr txBox="1"/>
          <p:nvPr/>
        </p:nvSpPr>
        <p:spPr>
          <a:xfrm>
            <a:off x="13941425" y="8280400"/>
            <a:ext cx="19938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Chapter 2</a:t>
            </a:r>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Shape 50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Sentences or Lines</a:t>
            </a:r>
          </a:p>
        </p:txBody>
      </p:sp>
      <p:sp>
        <p:nvSpPr>
          <p:cNvPr id="506" name="Shape 506"/>
          <p:cNvSpPr txBox="1"/>
          <p:nvPr/>
        </p:nvSpPr>
        <p:spPr>
          <a:xfrm>
            <a:off x="1554125" y="2730300"/>
            <a:ext cx="4003499" cy="4038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800" b="0" i="0" u="none" strike="noStrike" cap="none" baseline="0">
                <a:solidFill>
                  <a:srgbClr val="FF7F00"/>
                </a:solidFill>
                <a:latin typeface="Courier New"/>
                <a:ea typeface="Courier New"/>
                <a:cs typeface="Courier New"/>
                <a:sym typeface="Courier New"/>
              </a:rPr>
              <a:t>x </a:t>
            </a:r>
            <a:r>
              <a:rPr lang="en-US" sz="4800" b="0" i="0" u="none" strike="noStrike" cap="none" baseline="0">
                <a:solidFill>
                  <a:srgbClr val="FF00FF"/>
                </a:solidFill>
                <a:latin typeface="Courier New"/>
                <a:ea typeface="Courier New"/>
                <a:cs typeface="Courier New"/>
                <a:sym typeface="Courier New"/>
              </a:rPr>
              <a:t>=</a:t>
            </a:r>
            <a:r>
              <a:rPr lang="en-US" sz="4800" b="0" i="0" u="none" strike="noStrike" cap="none" baseline="0">
                <a:solidFill>
                  <a:srgbClr val="FF7F00"/>
                </a:solidFill>
                <a:latin typeface="Courier New"/>
                <a:ea typeface="Courier New"/>
                <a:cs typeface="Courier New"/>
                <a:sym typeface="Courier New"/>
              </a:rPr>
              <a:t> </a:t>
            </a:r>
            <a:r>
              <a:rPr lang="en-US" sz="4800" b="0" i="0" u="none" strike="noStrike" cap="none" baseline="0">
                <a:solidFill>
                  <a:srgbClr val="00FFFF"/>
                </a:solidFill>
                <a:latin typeface="Courier New"/>
                <a:ea typeface="Courier New"/>
                <a:cs typeface="Courier New"/>
                <a:sym typeface="Courier New"/>
              </a:rPr>
              <a:t>2</a:t>
            </a:r>
          </a:p>
          <a:p>
            <a:pPr marL="0" marR="0" lvl="0" indent="0" algn="l" rtl="0">
              <a:lnSpc>
                <a:spcPct val="100000"/>
              </a:lnSpc>
              <a:spcBef>
                <a:spcPts val="0"/>
              </a:spcBef>
              <a:spcAft>
                <a:spcPts val="0"/>
              </a:spcAft>
              <a:buClr>
                <a:srgbClr val="FF7F00"/>
              </a:buClr>
              <a:buSzPct val="25000"/>
              <a:buFont typeface="Cabin"/>
              <a:buNone/>
            </a:pPr>
            <a:r>
              <a:rPr lang="en-US" sz="4800" b="0" i="0" u="none" strike="noStrike" cap="none" baseline="0">
                <a:solidFill>
                  <a:srgbClr val="FF7F00"/>
                </a:solidFill>
                <a:latin typeface="Courier New"/>
                <a:ea typeface="Courier New"/>
                <a:cs typeface="Courier New"/>
                <a:sym typeface="Courier New"/>
              </a:rPr>
              <a:t>x </a:t>
            </a:r>
            <a:r>
              <a:rPr lang="en-US" sz="4800" b="0" i="0" u="none" strike="noStrike" cap="none" baseline="0">
                <a:solidFill>
                  <a:srgbClr val="FF00FF"/>
                </a:solidFill>
                <a:latin typeface="Courier New"/>
                <a:ea typeface="Courier New"/>
                <a:cs typeface="Courier New"/>
                <a:sym typeface="Courier New"/>
              </a:rPr>
              <a:t>=</a:t>
            </a:r>
            <a:r>
              <a:rPr lang="en-US" sz="4800" b="0" i="0" u="none" strike="noStrike" cap="none" baseline="0">
                <a:solidFill>
                  <a:srgbClr val="FF7F00"/>
                </a:solidFill>
                <a:latin typeface="Courier New"/>
                <a:ea typeface="Courier New"/>
                <a:cs typeface="Courier New"/>
                <a:sym typeface="Courier New"/>
              </a:rPr>
              <a:t> x </a:t>
            </a:r>
            <a:r>
              <a:rPr lang="en-US" sz="4800" b="0" i="0" u="none" strike="noStrike" cap="none" baseline="0">
                <a:solidFill>
                  <a:srgbClr val="FF00FF"/>
                </a:solidFill>
                <a:latin typeface="Courier New"/>
                <a:ea typeface="Courier New"/>
                <a:cs typeface="Courier New"/>
                <a:sym typeface="Courier New"/>
              </a:rPr>
              <a:t>+</a:t>
            </a:r>
            <a:r>
              <a:rPr lang="en-US" sz="4800" b="0" i="0" u="none" strike="noStrike" cap="none" baseline="0">
                <a:solidFill>
                  <a:srgbClr val="FF7F00"/>
                </a:solidFill>
                <a:latin typeface="Courier New"/>
                <a:ea typeface="Courier New"/>
                <a:cs typeface="Courier New"/>
                <a:sym typeface="Courier New"/>
              </a:rPr>
              <a:t> </a:t>
            </a:r>
            <a:r>
              <a:rPr lang="en-US" sz="4800" b="0" i="0" u="none" strike="noStrike" cap="none" baseline="0">
                <a:solidFill>
                  <a:srgbClr val="00FFFF"/>
                </a:solidFill>
                <a:latin typeface="Courier New"/>
                <a:ea typeface="Courier New"/>
                <a:cs typeface="Courier New"/>
                <a:sym typeface="Courier New"/>
              </a:rPr>
              <a:t>2</a:t>
            </a:r>
          </a:p>
          <a:p>
            <a:pPr marL="0" marR="0" lvl="0" indent="0" algn="l" rtl="0">
              <a:lnSpc>
                <a:spcPct val="100000"/>
              </a:lnSpc>
              <a:spcBef>
                <a:spcPts val="0"/>
              </a:spcBef>
              <a:spcAft>
                <a:spcPts val="0"/>
              </a:spcAft>
              <a:buClr>
                <a:srgbClr val="FFFF00"/>
              </a:buClr>
              <a:buSzPct val="25000"/>
              <a:buFont typeface="Cabin"/>
              <a:buNone/>
            </a:pPr>
            <a:r>
              <a:rPr lang="en-US" sz="4800" b="0" i="0" u="none" strike="noStrike" cap="none" baseline="0">
                <a:solidFill>
                  <a:srgbClr val="FFFF00"/>
                </a:solidFill>
                <a:latin typeface="Courier New"/>
                <a:ea typeface="Courier New"/>
                <a:cs typeface="Courier New"/>
                <a:sym typeface="Courier New"/>
              </a:rPr>
              <a:t>print</a:t>
            </a:r>
            <a:r>
              <a:rPr lang="en-US" sz="4800" b="0" i="0" u="none" strike="noStrike" cap="none" baseline="0">
                <a:solidFill>
                  <a:srgbClr val="FF7F00"/>
                </a:solidFill>
                <a:latin typeface="Courier New"/>
                <a:ea typeface="Courier New"/>
                <a:cs typeface="Courier New"/>
                <a:sym typeface="Courier New"/>
              </a:rPr>
              <a:t> x</a:t>
            </a:r>
          </a:p>
        </p:txBody>
      </p:sp>
      <p:sp>
        <p:nvSpPr>
          <p:cNvPr id="507" name="Shape 507"/>
          <p:cNvSpPr txBox="1"/>
          <p:nvPr/>
        </p:nvSpPr>
        <p:spPr>
          <a:xfrm>
            <a:off x="992175" y="7874000"/>
            <a:ext cx="2341499"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200" b="0" i="0" u="none" strike="noStrike" cap="none" baseline="0">
                <a:solidFill>
                  <a:srgbClr val="FF7F00"/>
                </a:solidFill>
                <a:latin typeface="Cabin"/>
                <a:ea typeface="Cabin"/>
                <a:cs typeface="Cabin"/>
                <a:sym typeface="Cabin"/>
              </a:rPr>
              <a:t>Variable</a:t>
            </a:r>
          </a:p>
        </p:txBody>
      </p:sp>
      <p:sp>
        <p:nvSpPr>
          <p:cNvPr id="508" name="Shape 508"/>
          <p:cNvSpPr txBox="1"/>
          <p:nvPr/>
        </p:nvSpPr>
        <p:spPr>
          <a:xfrm>
            <a:off x="4365625" y="7874000"/>
            <a:ext cx="2197200"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200" b="0" i="0" u="none" strike="noStrike" cap="none" baseline="0">
                <a:solidFill>
                  <a:srgbClr val="FF00FF"/>
                </a:solidFill>
                <a:latin typeface="Cabin"/>
                <a:ea typeface="Cabin"/>
                <a:cs typeface="Cabin"/>
                <a:sym typeface="Cabin"/>
              </a:rPr>
              <a:t>Operator</a:t>
            </a:r>
          </a:p>
        </p:txBody>
      </p:sp>
      <p:sp>
        <p:nvSpPr>
          <p:cNvPr id="509" name="Shape 509"/>
          <p:cNvSpPr txBox="1"/>
          <p:nvPr/>
        </p:nvSpPr>
        <p:spPr>
          <a:xfrm>
            <a:off x="7750175" y="7924800"/>
            <a:ext cx="2108100"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4200" b="0" i="0" u="none" strike="noStrike" cap="none" baseline="0">
                <a:solidFill>
                  <a:srgbClr val="00FFFF"/>
                </a:solidFill>
                <a:latin typeface="Cabin"/>
                <a:ea typeface="Cabin"/>
                <a:cs typeface="Cabin"/>
                <a:sym typeface="Cabin"/>
              </a:rPr>
              <a:t>Constant</a:t>
            </a:r>
          </a:p>
        </p:txBody>
      </p:sp>
      <p:sp>
        <p:nvSpPr>
          <p:cNvPr id="510" name="Shape 510"/>
          <p:cNvSpPr txBox="1"/>
          <p:nvPr/>
        </p:nvSpPr>
        <p:spPr>
          <a:xfrm>
            <a:off x="11398250" y="7924800"/>
            <a:ext cx="3489300"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4200" b="0" i="0" u="none" strike="noStrike" cap="none" baseline="0">
                <a:solidFill>
                  <a:srgbClr val="FFFF00"/>
                </a:solidFill>
                <a:latin typeface="Cabin"/>
                <a:ea typeface="Cabin"/>
                <a:cs typeface="Cabin"/>
                <a:sym typeface="Cabin"/>
              </a:rPr>
              <a:t>Reserved Word</a:t>
            </a:r>
          </a:p>
        </p:txBody>
      </p:sp>
      <p:sp>
        <p:nvSpPr>
          <p:cNvPr id="511" name="Shape 511"/>
          <p:cNvSpPr txBox="1"/>
          <p:nvPr/>
        </p:nvSpPr>
        <p:spPr>
          <a:xfrm>
            <a:off x="7213600" y="2717800"/>
            <a:ext cx="8466000" cy="4038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5400" b="0" i="0" u="none" strike="noStrike" cap="none" baseline="0">
                <a:solidFill>
                  <a:schemeClr val="lt1"/>
                </a:solidFill>
                <a:latin typeface="Cabin"/>
                <a:ea typeface="Cabin"/>
                <a:cs typeface="Cabin"/>
                <a:sym typeface="Cabin"/>
              </a:rPr>
              <a:t>Assignment </a:t>
            </a:r>
            <a:r>
              <a:rPr lang="en-US" sz="5400">
                <a:solidFill>
                  <a:schemeClr val="lt1"/>
                </a:solidFill>
                <a:latin typeface="Cabin"/>
                <a:ea typeface="Cabin"/>
                <a:cs typeface="Cabin"/>
                <a:sym typeface="Cabin"/>
              </a:rPr>
              <a:t>s</a:t>
            </a:r>
            <a:r>
              <a:rPr lang="en-US" sz="5400" b="0" i="0" u="none" strike="noStrike" cap="none" baseline="0">
                <a:solidFill>
                  <a:schemeClr val="lt1"/>
                </a:solidFill>
                <a:latin typeface="Cabin"/>
                <a:ea typeface="Cabin"/>
                <a:cs typeface="Cabin"/>
                <a:sym typeface="Cabin"/>
              </a:rPr>
              <a:t>tatement</a:t>
            </a:r>
          </a:p>
          <a:p>
            <a:pPr marL="0" marR="0" lvl="0" indent="0" algn="l" rtl="0">
              <a:lnSpc>
                <a:spcPct val="100000"/>
              </a:lnSpc>
              <a:spcBef>
                <a:spcPts val="0"/>
              </a:spcBef>
              <a:spcAft>
                <a:spcPts val="0"/>
              </a:spcAft>
              <a:buClr>
                <a:schemeClr val="lt1"/>
              </a:buClr>
              <a:buSzPct val="25000"/>
              <a:buFont typeface="Cabin"/>
              <a:buNone/>
            </a:pPr>
            <a:r>
              <a:rPr lang="en-US" sz="5400" b="0" i="0" u="none" strike="noStrike" cap="none" baseline="0">
                <a:solidFill>
                  <a:schemeClr val="lt1"/>
                </a:solidFill>
                <a:latin typeface="Cabin"/>
                <a:ea typeface="Cabin"/>
                <a:cs typeface="Cabin"/>
                <a:sym typeface="Cabin"/>
              </a:rPr>
              <a:t>Assignment with expression</a:t>
            </a:r>
          </a:p>
          <a:p>
            <a:pPr marL="0" marR="0" lvl="0" indent="0" algn="l" rtl="0">
              <a:lnSpc>
                <a:spcPct val="100000"/>
              </a:lnSpc>
              <a:spcBef>
                <a:spcPts val="0"/>
              </a:spcBef>
              <a:spcAft>
                <a:spcPts val="0"/>
              </a:spcAft>
              <a:buClr>
                <a:schemeClr val="lt1"/>
              </a:buClr>
              <a:buSzPct val="25000"/>
              <a:buFont typeface="Cabin"/>
              <a:buNone/>
            </a:pPr>
            <a:r>
              <a:rPr lang="en-US" sz="5400" b="0" i="0" u="none" strike="noStrike" cap="none" baseline="0">
                <a:solidFill>
                  <a:schemeClr val="lt1"/>
                </a:solidFill>
                <a:latin typeface="Cabin"/>
                <a:ea typeface="Cabin"/>
                <a:cs typeface="Cabin"/>
                <a:sym typeface="Cabin"/>
              </a:rPr>
              <a:t>Print statement</a:t>
            </a:r>
          </a:p>
        </p:txBody>
      </p:sp>
      <p:cxnSp>
        <p:nvCxnSpPr>
          <p:cNvPr id="512" name="Shape 512"/>
          <p:cNvCxnSpPr/>
          <p:nvPr/>
        </p:nvCxnSpPr>
        <p:spPr>
          <a:xfrm rot="10800000" flipH="1">
            <a:off x="5308600" y="3886262"/>
            <a:ext cx="1330199" cy="17399"/>
          </a:xfrm>
          <a:prstGeom prst="straightConnector1">
            <a:avLst/>
          </a:prstGeom>
          <a:noFill/>
          <a:ln w="63500" cap="rnd" cmpd="sng">
            <a:solidFill>
              <a:schemeClr val="lt1"/>
            </a:solidFill>
            <a:prstDash val="solid"/>
            <a:miter/>
            <a:headEnd type="stealth" w="med" len="med"/>
            <a:tailEnd type="none" w="med" len="med"/>
          </a:ln>
        </p:spPr>
      </p:cxnSp>
      <p:cxnSp>
        <p:nvCxnSpPr>
          <p:cNvPr id="513" name="Shape 513"/>
          <p:cNvCxnSpPr/>
          <p:nvPr/>
        </p:nvCxnSpPr>
        <p:spPr>
          <a:xfrm rot="10800000" flipH="1">
            <a:off x="5816600" y="4734062"/>
            <a:ext cx="933599" cy="7800"/>
          </a:xfrm>
          <a:prstGeom prst="straightConnector1">
            <a:avLst/>
          </a:prstGeom>
          <a:noFill/>
          <a:ln w="63500" cap="rnd" cmpd="sng">
            <a:solidFill>
              <a:schemeClr val="lt1"/>
            </a:solidFill>
            <a:prstDash val="solid"/>
            <a:miter/>
            <a:headEnd type="stealth" w="med" len="med"/>
            <a:tailEnd type="none" w="med" len="med"/>
          </a:ln>
        </p:spPr>
      </p:cxnSp>
      <p:cxnSp>
        <p:nvCxnSpPr>
          <p:cNvPr id="514" name="Shape 514"/>
          <p:cNvCxnSpPr/>
          <p:nvPr/>
        </p:nvCxnSpPr>
        <p:spPr>
          <a:xfrm rot="10800000" flipH="1">
            <a:off x="5384800" y="5562662"/>
            <a:ext cx="1330199" cy="17399"/>
          </a:xfrm>
          <a:prstGeom prst="straightConnector1">
            <a:avLst/>
          </a:prstGeom>
          <a:noFill/>
          <a:ln w="63500" cap="rnd" cmpd="sng">
            <a:solidFill>
              <a:schemeClr val="lt1"/>
            </a:solidFill>
            <a:prstDash val="solid"/>
            <a:miter/>
            <a:headEnd type="stealth" w="med" len="med"/>
            <a:tailEnd type="none" w="med" len="med"/>
          </a:ln>
        </p:spPr>
      </p:cxn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Shape 519"/>
          <p:cNvSpPr txBox="1">
            <a:spLocks noGrp="1"/>
          </p:cNvSpPr>
          <p:nvPr>
            <p:ph type="title"/>
          </p:nvPr>
        </p:nvSpPr>
        <p:spPr>
          <a:xfrm>
            <a:off x="1155700" y="2781300"/>
            <a:ext cx="13931900" cy="356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Programming Paragraphs</a:t>
            </a:r>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Shape 524"/>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400" b="0" i="0" u="none" strike="noStrike" cap="none" baseline="0">
                <a:solidFill>
                  <a:srgbClr val="FFFF00"/>
                </a:solidFill>
                <a:latin typeface="Cabin"/>
                <a:ea typeface="Cabin"/>
                <a:cs typeface="Cabin"/>
                <a:sym typeface="Cabin"/>
              </a:rPr>
              <a:t>Python Scripts</a:t>
            </a:r>
          </a:p>
        </p:txBody>
      </p:sp>
      <p:sp>
        <p:nvSpPr>
          <p:cNvPr id="525" name="Shape 525"/>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380111" algn="l" rtl="0">
              <a:lnSpc>
                <a:spcPct val="100000"/>
              </a:lnSpc>
              <a:spcBef>
                <a:spcPts val="0"/>
              </a:spcBef>
              <a:spcAft>
                <a:spcPts val="0"/>
              </a:spcAft>
              <a:buClr>
                <a:schemeClr val="lt1"/>
              </a:buClr>
              <a:buSzPct val="100000"/>
              <a:buFont typeface="Cabin"/>
              <a:buChar char="•"/>
            </a:pPr>
            <a:r>
              <a:rPr lang="en-US" sz="3400" b="0" i="0" u="none" strike="noStrike" cap="none" baseline="0" dirty="0">
                <a:solidFill>
                  <a:schemeClr val="lt1"/>
                </a:solidFill>
                <a:latin typeface="Cabin"/>
                <a:ea typeface="Cabin"/>
                <a:cs typeface="Cabin"/>
                <a:sym typeface="Cabin"/>
              </a:rPr>
              <a:t>Interactive Python is good for experiments and programs of 3-4 lines long</a:t>
            </a:r>
          </a:p>
          <a:p>
            <a:pPr marL="749300" marR="0" lvl="0" indent="-380111" algn="l" rtl="0">
              <a:lnSpc>
                <a:spcPct val="100000"/>
              </a:lnSpc>
              <a:spcBef>
                <a:spcPts val="3500"/>
              </a:spcBef>
              <a:spcAft>
                <a:spcPts val="0"/>
              </a:spcAft>
              <a:buClr>
                <a:schemeClr val="lt1"/>
              </a:buClr>
              <a:buSzPct val="100000"/>
              <a:buFont typeface="Cabin"/>
              <a:buChar char="•"/>
            </a:pPr>
            <a:r>
              <a:rPr lang="en-US" sz="3400" dirty="0">
                <a:solidFill>
                  <a:schemeClr val="lt1"/>
                </a:solidFill>
                <a:latin typeface="Cabin"/>
                <a:ea typeface="Cabin"/>
                <a:cs typeface="Cabin"/>
                <a:sym typeface="Cabin"/>
              </a:rPr>
              <a:t>M</a:t>
            </a:r>
            <a:r>
              <a:rPr lang="en-US" sz="3400" b="0" i="0" u="none" strike="noStrike" cap="none" baseline="0" dirty="0">
                <a:solidFill>
                  <a:schemeClr val="lt1"/>
                </a:solidFill>
                <a:latin typeface="Cabin"/>
                <a:ea typeface="Cabin"/>
                <a:cs typeface="Cabin"/>
                <a:sym typeface="Cabin"/>
              </a:rPr>
              <a:t>ost programs are much longer, so we type them into a file and tell </a:t>
            </a:r>
            <a:r>
              <a:rPr lang="en-US" sz="3400" dirty="0">
                <a:solidFill>
                  <a:schemeClr val="lt1"/>
                </a:solidFill>
                <a:latin typeface="Cabin"/>
                <a:ea typeface="Cabin"/>
                <a:cs typeface="Cabin"/>
                <a:sym typeface="Cabin"/>
              </a:rPr>
              <a:t>P</a:t>
            </a:r>
            <a:r>
              <a:rPr lang="en-US" sz="3400" b="0" i="0" u="none" strike="noStrike" cap="none" baseline="0" dirty="0">
                <a:solidFill>
                  <a:schemeClr val="lt1"/>
                </a:solidFill>
                <a:latin typeface="Cabin"/>
                <a:ea typeface="Cabin"/>
                <a:cs typeface="Cabin"/>
                <a:sym typeface="Cabin"/>
              </a:rPr>
              <a:t>ython to run the commands in the file</a:t>
            </a:r>
          </a:p>
          <a:p>
            <a:pPr marL="749300" marR="0" lvl="0" indent="-380111" algn="l" rtl="0">
              <a:lnSpc>
                <a:spcPct val="100000"/>
              </a:lnSpc>
              <a:spcBef>
                <a:spcPts val="3500"/>
              </a:spcBef>
              <a:spcAft>
                <a:spcPts val="0"/>
              </a:spcAft>
              <a:buClr>
                <a:schemeClr val="lt1"/>
              </a:buClr>
              <a:buSzPct val="100000"/>
              <a:buFont typeface="Cabin"/>
              <a:buChar char="•"/>
            </a:pPr>
            <a:r>
              <a:rPr lang="en-US" sz="3400" b="0" i="0" u="none" strike="noStrike" cap="none" baseline="0" dirty="0" smtClean="0">
                <a:solidFill>
                  <a:schemeClr val="lt1"/>
                </a:solidFill>
                <a:latin typeface="Cabin"/>
                <a:ea typeface="Cabin"/>
                <a:cs typeface="Cabin"/>
                <a:sym typeface="Cabin"/>
              </a:rPr>
              <a:t>As </a:t>
            </a:r>
            <a:r>
              <a:rPr lang="en-US" sz="3400" b="0" i="0" u="none" strike="noStrike" cap="none" baseline="0" dirty="0">
                <a:solidFill>
                  <a:schemeClr val="lt1"/>
                </a:solidFill>
                <a:latin typeface="Cabin"/>
                <a:ea typeface="Cabin"/>
                <a:cs typeface="Cabin"/>
                <a:sym typeface="Cabin"/>
              </a:rPr>
              <a:t>a convention, we add </a:t>
            </a:r>
            <a:r>
              <a:rPr lang="en-US" sz="3400" b="0" i="0" u="none" strike="noStrike" cap="none" baseline="0" dirty="0">
                <a:solidFill>
                  <a:schemeClr val="lt1"/>
                </a:solidFill>
                <a:latin typeface="Arial"/>
                <a:ea typeface="Arial"/>
                <a:cs typeface="Arial"/>
                <a:sym typeface="Arial"/>
              </a:rPr>
              <a:t>“</a:t>
            </a:r>
            <a:r>
              <a:rPr lang="en-US" sz="3400" b="0" i="0" u="none" strike="noStrike" cap="none" baseline="0" dirty="0">
                <a:solidFill>
                  <a:schemeClr val="lt1"/>
                </a:solidFill>
                <a:latin typeface="Cabin"/>
                <a:ea typeface="Cabin"/>
                <a:cs typeface="Cabin"/>
                <a:sym typeface="Cabin"/>
              </a:rPr>
              <a:t>.</a:t>
            </a:r>
            <a:r>
              <a:rPr lang="en-US" sz="3400" b="0" i="0" u="none" strike="noStrike" cap="none" baseline="0" dirty="0" err="1">
                <a:solidFill>
                  <a:schemeClr val="lt1"/>
                </a:solidFill>
                <a:latin typeface="Cabin"/>
                <a:ea typeface="Cabin"/>
                <a:cs typeface="Cabin"/>
                <a:sym typeface="Cabin"/>
              </a:rPr>
              <a:t>py</a:t>
            </a:r>
            <a:r>
              <a:rPr lang="en-US" sz="3400" b="0" i="0" u="none" strike="noStrike" cap="none" baseline="0" dirty="0">
                <a:solidFill>
                  <a:schemeClr val="lt1"/>
                </a:solidFill>
                <a:latin typeface="Arial"/>
                <a:ea typeface="Arial"/>
                <a:cs typeface="Arial"/>
                <a:sym typeface="Arial"/>
              </a:rPr>
              <a:t>”</a:t>
            </a:r>
            <a:r>
              <a:rPr lang="en-US" sz="3400" b="0" i="0" u="none" strike="noStrike" cap="none" baseline="0" dirty="0">
                <a:solidFill>
                  <a:schemeClr val="lt1"/>
                </a:solidFill>
                <a:latin typeface="Cabin"/>
                <a:ea typeface="Cabin"/>
                <a:cs typeface="Cabin"/>
                <a:sym typeface="Cabin"/>
              </a:rPr>
              <a:t> as the suffix on the end of these files to indicate they contain Python</a:t>
            </a:r>
          </a:p>
        </p:txBody>
      </p:sp>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Shape 530"/>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Writing a Simple Program</a:t>
            </a:r>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Shape 53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400" b="0" i="0" u="none" strike="noStrike" cap="none" baseline="0">
                <a:solidFill>
                  <a:srgbClr val="00FF00"/>
                </a:solidFill>
                <a:latin typeface="Cabin"/>
                <a:ea typeface="Cabin"/>
                <a:cs typeface="Cabin"/>
                <a:sym typeface="Cabin"/>
              </a:rPr>
              <a:t>Interactive versus Script</a:t>
            </a:r>
          </a:p>
        </p:txBody>
      </p:sp>
      <p:sp>
        <p:nvSpPr>
          <p:cNvPr id="536" name="Shape 536"/>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400" b="0" i="0" u="none" strike="noStrike" cap="none" baseline="0" dirty="0">
                <a:solidFill>
                  <a:schemeClr val="lt1"/>
                </a:solidFill>
                <a:latin typeface="Cabin"/>
                <a:ea typeface="Cabin"/>
                <a:cs typeface="Cabin"/>
                <a:sym typeface="Cabin"/>
              </a:rPr>
              <a:t>Interactive</a:t>
            </a:r>
          </a:p>
          <a:p>
            <a:pPr marL="1041400" marR="0" lvl="1" indent="-164211" algn="l" rtl="0">
              <a:lnSpc>
                <a:spcPct val="100000"/>
              </a:lnSpc>
              <a:spcBef>
                <a:spcPts val="3500"/>
              </a:spcBef>
              <a:spcAft>
                <a:spcPts val="0"/>
              </a:spcAft>
              <a:buClr>
                <a:schemeClr val="lt1"/>
              </a:buClr>
              <a:buSzPct val="171000"/>
              <a:buFont typeface="Cabin"/>
            </a:pPr>
            <a:r>
              <a:rPr lang="en-US" sz="3400" b="0" i="0" u="none" strike="noStrike" cap="none" baseline="0" dirty="0">
                <a:solidFill>
                  <a:schemeClr val="lt1"/>
                </a:solidFill>
                <a:latin typeface="Cabin"/>
                <a:ea typeface="Cabin"/>
                <a:cs typeface="Cabin"/>
                <a:sym typeface="Cabin"/>
              </a:rPr>
              <a:t>You type directly to Python one line at a time and it responds</a:t>
            </a:r>
          </a:p>
          <a:p>
            <a:pPr marL="749300" marR="0" lvl="0" indent="-533400" algn="l" rtl="0">
              <a:lnSpc>
                <a:spcPct val="100000"/>
              </a:lnSpc>
              <a:spcBef>
                <a:spcPts val="3500"/>
              </a:spcBef>
              <a:spcAft>
                <a:spcPts val="0"/>
              </a:spcAft>
              <a:buClr>
                <a:schemeClr val="lt1"/>
              </a:buClr>
              <a:buSzPct val="171000"/>
              <a:buFont typeface="Cabin"/>
              <a:buChar char="•"/>
            </a:pPr>
            <a:r>
              <a:rPr lang="en-US" sz="3400" b="0" i="0" u="none" strike="noStrike" cap="none" baseline="0" dirty="0">
                <a:solidFill>
                  <a:schemeClr val="lt1"/>
                </a:solidFill>
                <a:latin typeface="Cabin"/>
                <a:ea typeface="Cabin"/>
                <a:cs typeface="Cabin"/>
                <a:sym typeface="Cabin"/>
              </a:rPr>
              <a:t>Script</a:t>
            </a:r>
          </a:p>
          <a:p>
            <a:pPr marL="1041400" marR="0" lvl="1" indent="-164211" algn="l" rtl="0">
              <a:lnSpc>
                <a:spcPct val="100000"/>
              </a:lnSpc>
              <a:spcBef>
                <a:spcPts val="3500"/>
              </a:spcBef>
              <a:spcAft>
                <a:spcPts val="0"/>
              </a:spcAft>
              <a:buClr>
                <a:schemeClr val="lt1"/>
              </a:buClr>
              <a:buSzPct val="171000"/>
              <a:buFont typeface="Cabin"/>
            </a:pPr>
            <a:r>
              <a:rPr lang="en-US" sz="3400" b="0" i="0" u="none" strike="noStrike" cap="none" baseline="0" dirty="0">
                <a:solidFill>
                  <a:schemeClr val="lt1"/>
                </a:solidFill>
                <a:latin typeface="Cabin"/>
                <a:ea typeface="Cabin"/>
                <a:cs typeface="Cabin"/>
                <a:sym typeface="Cabin"/>
              </a:rPr>
              <a:t>You enter a sequence of statements (lines) into a file using a text editor and tell Python to execute the statements in the file</a:t>
            </a:r>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Shape 54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Program Steps or Program Flow</a:t>
            </a:r>
          </a:p>
        </p:txBody>
      </p:sp>
      <p:sp>
        <p:nvSpPr>
          <p:cNvPr id="542" name="Shape 542"/>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Like a recipe or installation instructions, a program is a sequence of steps to be done in order</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Some steps are conditional - they may be skipped</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Sometimes a step or group of steps are to be repeated</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Sometimes we store a set of steps to be used over and over as needed several places throughout the program (Chapter 4)</a:t>
            </a:r>
          </a:p>
        </p:txBody>
      </p:sp>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Shape 547"/>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Sequential Steps</a:t>
            </a:r>
          </a:p>
        </p:txBody>
      </p:sp>
      <p:sp>
        <p:nvSpPr>
          <p:cNvPr id="548" name="Shape 548"/>
          <p:cNvSpPr txBox="1"/>
          <p:nvPr/>
        </p:nvSpPr>
        <p:spPr>
          <a:xfrm>
            <a:off x="6859571" y="3073400"/>
            <a:ext cx="2177699" cy="3268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Program:</a:t>
            </a:r>
          </a:p>
          <a:p>
            <a:pPr marL="0" marR="0" lvl="0" indent="0" algn="ctr" rtl="0">
              <a:lnSpc>
                <a:spcPct val="100000"/>
              </a:lnSpc>
              <a:spcBef>
                <a:spcPts val="0"/>
              </a:spcBef>
              <a:spcAft>
                <a:spcPts val="0"/>
              </a:spcAft>
              <a:buNone/>
            </a:pPr>
            <a:endParaRPr sz="3600" b="0" i="0" u="none" strike="noStrike" cap="none" baseline="0">
              <a:solidFill>
                <a:srgbClr val="FF7F00"/>
              </a:solidFill>
              <a:latin typeface="Cabin"/>
              <a:ea typeface="Cabin"/>
              <a:cs typeface="Cabin"/>
              <a:sym typeface="Cabin"/>
            </a:endParaRP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x = 2</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print</a:t>
            </a:r>
            <a:r>
              <a:rPr lang="en-US" sz="3600" b="0" i="0" u="none" strike="noStrike" cap="none" baseline="0">
                <a:solidFill>
                  <a:srgbClr val="FF7F00"/>
                </a:solidFill>
                <a:latin typeface="Cabin"/>
                <a:ea typeface="Cabin"/>
                <a:cs typeface="Cabin"/>
                <a:sym typeface="Cabin"/>
              </a:rPr>
              <a:t> x</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x = x + 2</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print</a:t>
            </a:r>
            <a:r>
              <a:rPr lang="en-US" sz="3600" b="0" i="0" u="none" strike="noStrike" cap="none" baseline="0">
                <a:solidFill>
                  <a:srgbClr val="FF7F00"/>
                </a:solidFill>
                <a:latin typeface="Cabin"/>
                <a:ea typeface="Cabin"/>
                <a:cs typeface="Cabin"/>
                <a:sym typeface="Cabin"/>
              </a:rPr>
              <a:t> x</a:t>
            </a:r>
          </a:p>
        </p:txBody>
      </p:sp>
      <p:sp>
        <p:nvSpPr>
          <p:cNvPr id="549" name="Shape 549"/>
          <p:cNvSpPr txBox="1"/>
          <p:nvPr/>
        </p:nvSpPr>
        <p:spPr>
          <a:xfrm>
            <a:off x="11812570" y="3656000"/>
            <a:ext cx="1993800" cy="2132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Output:</a:t>
            </a:r>
          </a:p>
          <a:p>
            <a:pPr marL="0" marR="0" lvl="0" indent="0" algn="ctr" rtl="0">
              <a:lnSpc>
                <a:spcPct val="100000"/>
              </a:lnSpc>
              <a:spcBef>
                <a:spcPts val="0"/>
              </a:spcBef>
              <a:spcAft>
                <a:spcPts val="0"/>
              </a:spcAft>
              <a:buNone/>
            </a:pPr>
            <a:endParaRPr sz="3600" b="0" i="0" u="none" strike="noStrike" cap="none" baseline="0">
              <a:solidFill>
                <a:schemeClr val="lt1"/>
              </a:solidFill>
              <a:latin typeface="Cabin"/>
              <a:ea typeface="Cabin"/>
              <a:cs typeface="Cabin"/>
              <a:sym typeface="Cabin"/>
            </a:endParaRP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2</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4</a:t>
            </a:r>
          </a:p>
        </p:txBody>
      </p:sp>
      <p:sp>
        <p:nvSpPr>
          <p:cNvPr id="550" name="Shape 550"/>
          <p:cNvSpPr txBox="1"/>
          <p:nvPr/>
        </p:nvSpPr>
        <p:spPr>
          <a:xfrm>
            <a:off x="1587500" y="3073400"/>
            <a:ext cx="2743199" cy="596900"/>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x = 2</a:t>
            </a:r>
          </a:p>
        </p:txBody>
      </p:sp>
      <p:sp>
        <p:nvSpPr>
          <p:cNvPr id="551" name="Shape 551"/>
          <p:cNvSpPr txBox="1"/>
          <p:nvPr/>
        </p:nvSpPr>
        <p:spPr>
          <a:xfrm>
            <a:off x="1587500" y="4178300"/>
            <a:ext cx="2743199" cy="596900"/>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print x</a:t>
            </a:r>
          </a:p>
        </p:txBody>
      </p:sp>
      <p:cxnSp>
        <p:nvCxnSpPr>
          <p:cNvPr id="552" name="Shape 552"/>
          <p:cNvCxnSpPr/>
          <p:nvPr/>
        </p:nvCxnSpPr>
        <p:spPr>
          <a:xfrm rot="10800000">
            <a:off x="2940049" y="3656011"/>
            <a:ext cx="14287" cy="566736"/>
          </a:xfrm>
          <a:prstGeom prst="straightConnector1">
            <a:avLst/>
          </a:prstGeom>
          <a:noFill/>
          <a:ln w="76200" cap="rnd" cmpd="sng">
            <a:solidFill>
              <a:srgbClr val="1155CC"/>
            </a:solidFill>
            <a:prstDash val="solid"/>
            <a:miter/>
            <a:headEnd type="stealth" w="med" len="med"/>
            <a:tailEnd type="none" w="med" len="med"/>
          </a:ln>
        </p:spPr>
      </p:cxnSp>
      <p:sp>
        <p:nvSpPr>
          <p:cNvPr id="553" name="Shape 553"/>
          <p:cNvSpPr txBox="1"/>
          <p:nvPr/>
        </p:nvSpPr>
        <p:spPr>
          <a:xfrm>
            <a:off x="1587500" y="5245100"/>
            <a:ext cx="2743199" cy="596900"/>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x = x + 2</a:t>
            </a:r>
          </a:p>
        </p:txBody>
      </p:sp>
      <p:cxnSp>
        <p:nvCxnSpPr>
          <p:cNvPr id="554" name="Shape 554"/>
          <p:cNvCxnSpPr/>
          <p:nvPr/>
        </p:nvCxnSpPr>
        <p:spPr>
          <a:xfrm rot="10800000">
            <a:off x="2940049" y="4722811"/>
            <a:ext cx="14287" cy="566736"/>
          </a:xfrm>
          <a:prstGeom prst="straightConnector1">
            <a:avLst/>
          </a:prstGeom>
          <a:noFill/>
          <a:ln w="76200" cap="rnd" cmpd="sng">
            <a:solidFill>
              <a:srgbClr val="1155CC"/>
            </a:solidFill>
            <a:prstDash val="solid"/>
            <a:miter/>
            <a:headEnd type="stealth" w="med" len="med"/>
            <a:tailEnd type="none" w="med" len="med"/>
          </a:ln>
        </p:spPr>
      </p:cxnSp>
      <p:sp>
        <p:nvSpPr>
          <p:cNvPr id="555" name="Shape 555"/>
          <p:cNvSpPr txBox="1"/>
          <p:nvPr/>
        </p:nvSpPr>
        <p:spPr>
          <a:xfrm>
            <a:off x="1587500" y="6362700"/>
            <a:ext cx="2743199" cy="596900"/>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print x</a:t>
            </a:r>
          </a:p>
        </p:txBody>
      </p:sp>
      <p:cxnSp>
        <p:nvCxnSpPr>
          <p:cNvPr id="556" name="Shape 556"/>
          <p:cNvCxnSpPr/>
          <p:nvPr/>
        </p:nvCxnSpPr>
        <p:spPr>
          <a:xfrm rot="10800000">
            <a:off x="2940049" y="5840411"/>
            <a:ext cx="14287" cy="566736"/>
          </a:xfrm>
          <a:prstGeom prst="straightConnector1">
            <a:avLst/>
          </a:prstGeom>
          <a:noFill/>
          <a:ln w="76200" cap="rnd" cmpd="sng">
            <a:solidFill>
              <a:srgbClr val="1155CC"/>
            </a:solidFill>
            <a:prstDash val="solid"/>
            <a:miter/>
            <a:headEnd type="stealth" w="med" len="med"/>
            <a:tailEnd type="none" w="med" len="med"/>
          </a:ln>
        </p:spPr>
      </p:cxnSp>
      <p:cxnSp>
        <p:nvCxnSpPr>
          <p:cNvPr id="557" name="Shape 557"/>
          <p:cNvCxnSpPr/>
          <p:nvPr/>
        </p:nvCxnSpPr>
        <p:spPr>
          <a:xfrm rot="10800000">
            <a:off x="8515349" y="4992524"/>
            <a:ext cx="3190200" cy="59100"/>
          </a:xfrm>
          <a:prstGeom prst="straightConnector1">
            <a:avLst/>
          </a:prstGeom>
          <a:noFill/>
          <a:ln w="50800" cap="rnd" cmpd="sng">
            <a:solidFill>
              <a:srgbClr val="FF7F00"/>
            </a:solidFill>
            <a:prstDash val="solid"/>
            <a:miter/>
            <a:headEnd type="stealth" w="med" len="med"/>
            <a:tailEnd type="none" w="med" len="med"/>
          </a:ln>
        </p:spPr>
      </p:cxnSp>
      <p:cxnSp>
        <p:nvCxnSpPr>
          <p:cNvPr id="558" name="Shape 558"/>
          <p:cNvCxnSpPr/>
          <p:nvPr/>
        </p:nvCxnSpPr>
        <p:spPr>
          <a:xfrm flipH="1">
            <a:off x="8450400" y="5609700"/>
            <a:ext cx="3326699" cy="475199"/>
          </a:xfrm>
          <a:prstGeom prst="straightConnector1">
            <a:avLst/>
          </a:prstGeom>
          <a:noFill/>
          <a:ln w="50800" cap="rnd" cmpd="sng">
            <a:solidFill>
              <a:srgbClr val="FF7F00"/>
            </a:solidFill>
            <a:prstDash val="solid"/>
            <a:miter/>
            <a:headEnd type="stealth" w="med" len="med"/>
            <a:tailEnd type="none" w="med" len="med"/>
          </a:ln>
        </p:spPr>
      </p:cxnSp>
      <p:sp>
        <p:nvSpPr>
          <p:cNvPr id="559" name="Shape 559"/>
          <p:cNvSpPr txBox="1"/>
          <p:nvPr/>
        </p:nvSpPr>
        <p:spPr>
          <a:xfrm>
            <a:off x="2054200" y="7558250"/>
            <a:ext cx="110799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300" b="0" i="0" u="none" strike="noStrike" cap="none" baseline="0">
                <a:solidFill>
                  <a:schemeClr val="lt1"/>
                </a:solidFill>
                <a:latin typeface="Cabin"/>
                <a:ea typeface="Cabin"/>
                <a:cs typeface="Cabin"/>
                <a:sym typeface="Cabin"/>
              </a:rPr>
              <a:t>When a program is running, it flows from one step to the next.  </a:t>
            </a:r>
            <a:r>
              <a:rPr lang="en-US" sz="3300">
                <a:solidFill>
                  <a:schemeClr val="lt1"/>
                </a:solidFill>
                <a:latin typeface="Cabin"/>
                <a:ea typeface="Cabin"/>
                <a:cs typeface="Cabin"/>
                <a:sym typeface="Cabin"/>
              </a:rPr>
              <a:t>A</a:t>
            </a:r>
            <a:r>
              <a:rPr lang="en-US" sz="3300" b="0" i="0" u="none" strike="noStrike" cap="none" baseline="0">
                <a:solidFill>
                  <a:schemeClr val="lt1"/>
                </a:solidFill>
                <a:latin typeface="Cabin"/>
                <a:ea typeface="Cabin"/>
                <a:cs typeface="Cabin"/>
                <a:sym typeface="Cabin"/>
              </a:rPr>
              <a:t>s programmers, we set up </a:t>
            </a:r>
            <a:r>
              <a:rPr lang="en-US" sz="3300" b="0" i="0" u="none" strike="noStrike" cap="none" baseline="0">
                <a:solidFill>
                  <a:schemeClr val="lt1"/>
                </a:solidFill>
                <a:latin typeface="Arial"/>
                <a:ea typeface="Arial"/>
                <a:cs typeface="Arial"/>
                <a:sym typeface="Arial"/>
              </a:rPr>
              <a:t>“</a:t>
            </a:r>
            <a:r>
              <a:rPr lang="en-US" sz="3300" b="0" i="0" u="none" strike="noStrike" cap="none" baseline="0">
                <a:solidFill>
                  <a:schemeClr val="lt1"/>
                </a:solidFill>
                <a:latin typeface="Cabin"/>
                <a:ea typeface="Cabin"/>
                <a:cs typeface="Cabin"/>
                <a:sym typeface="Cabin"/>
              </a:rPr>
              <a:t>paths</a:t>
            </a:r>
            <a:r>
              <a:rPr lang="en-US" sz="3300" b="0" i="0" u="none" strike="noStrike" cap="none" baseline="0">
                <a:solidFill>
                  <a:schemeClr val="lt1"/>
                </a:solidFill>
                <a:latin typeface="Arial"/>
                <a:ea typeface="Arial"/>
                <a:cs typeface="Arial"/>
                <a:sym typeface="Arial"/>
              </a:rPr>
              <a:t>”</a:t>
            </a:r>
            <a:r>
              <a:rPr lang="en-US" sz="3300" b="0" i="0" u="none" strike="noStrike" cap="none" baseline="0">
                <a:solidFill>
                  <a:schemeClr val="lt1"/>
                </a:solidFill>
                <a:latin typeface="Cabin"/>
                <a:ea typeface="Cabin"/>
                <a:cs typeface="Cabin"/>
                <a:sym typeface="Cabin"/>
              </a:rPr>
              <a:t> for the program to follow.</a:t>
            </a:r>
          </a:p>
        </p:txBody>
      </p:sp>
      <p:sp>
        <p:nvSpPr>
          <p:cNvPr id="560" name="Shape 560"/>
          <p:cNvSpPr txBox="1"/>
          <p:nvPr/>
        </p:nvSpPr>
        <p:spPr>
          <a:xfrm>
            <a:off x="13941425" y="8280400"/>
            <a:ext cx="19938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3600" b="0" i="0" u="none" strike="noStrike" cap="none" baseline="0">
                <a:solidFill>
                  <a:srgbClr val="00FFFF"/>
                </a:solidFill>
                <a:latin typeface="Cabin"/>
                <a:ea typeface="Cabin"/>
                <a:cs typeface="Cabin"/>
                <a:sym typeface="Cabin"/>
              </a:rPr>
              <a:t>Chapter 2</a:t>
            </a:r>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Shape 565"/>
          <p:cNvSpPr txBox="1">
            <a:spLocks noGrp="1"/>
          </p:cNvSpPr>
          <p:nvPr>
            <p:ph type="title"/>
          </p:nvPr>
        </p:nvSpPr>
        <p:spPr>
          <a:xfrm>
            <a:off x="5880100" y="241300"/>
            <a:ext cx="9207499"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Conditional Steps</a:t>
            </a:r>
          </a:p>
        </p:txBody>
      </p:sp>
      <p:sp>
        <p:nvSpPr>
          <p:cNvPr id="566" name="Shape 566"/>
          <p:cNvSpPr txBox="1"/>
          <p:nvPr/>
        </p:nvSpPr>
        <p:spPr>
          <a:xfrm>
            <a:off x="13314362" y="3562350"/>
            <a:ext cx="1581150" cy="2184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dirty="0">
                <a:solidFill>
                  <a:schemeClr val="lt1"/>
                </a:solidFill>
                <a:latin typeface="Cabin"/>
                <a:ea typeface="Cabin"/>
                <a:cs typeface="Cabin"/>
                <a:sym typeface="Cabin"/>
              </a:rPr>
              <a:t>Output:</a:t>
            </a:r>
          </a:p>
          <a:p>
            <a:pPr marL="0" marR="0" lvl="0" indent="0" algn="ctr" rtl="0">
              <a:lnSpc>
                <a:spcPct val="100000"/>
              </a:lnSpc>
              <a:spcBef>
                <a:spcPts val="0"/>
              </a:spcBef>
              <a:spcAft>
                <a:spcPts val="0"/>
              </a:spcAft>
              <a:buNone/>
            </a:pPr>
            <a:endParaRPr sz="3600" b="0" i="0" u="none" strike="noStrike" cap="none" baseline="0" dirty="0">
              <a:solidFill>
                <a:schemeClr val="lt1"/>
              </a:solidFill>
              <a:latin typeface="Cabin"/>
              <a:ea typeface="Cabin"/>
              <a:cs typeface="Cabin"/>
              <a:sym typeface="Cabin"/>
            </a:endParaRP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dirty="0">
                <a:solidFill>
                  <a:srgbClr val="FF00FF"/>
                </a:solidFill>
                <a:latin typeface="Cabin"/>
                <a:ea typeface="Cabin"/>
                <a:cs typeface="Cabin"/>
                <a:sym typeface="Cabin"/>
              </a:rPr>
              <a:t>Smaller</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smtClean="0">
                <a:solidFill>
                  <a:srgbClr val="FF00FF"/>
                </a:solidFill>
                <a:latin typeface="Cabin"/>
                <a:ea typeface="Cabin"/>
                <a:cs typeface="Cabin"/>
                <a:sym typeface="Cabin"/>
              </a:rPr>
              <a:t>Finish</a:t>
            </a:r>
            <a:endParaRPr lang="en-US" sz="3600" b="0" i="0" u="none" strike="noStrike" cap="none" baseline="0">
              <a:solidFill>
                <a:srgbClr val="FF00FF"/>
              </a:solidFill>
              <a:latin typeface="Cabin"/>
              <a:ea typeface="Cabin"/>
              <a:cs typeface="Cabin"/>
              <a:sym typeface="Cabin"/>
            </a:endParaRPr>
          </a:p>
        </p:txBody>
      </p:sp>
      <p:sp>
        <p:nvSpPr>
          <p:cNvPr id="567" name="Shape 567"/>
          <p:cNvSpPr txBox="1"/>
          <p:nvPr/>
        </p:nvSpPr>
        <p:spPr>
          <a:xfrm>
            <a:off x="7799386" y="2873375"/>
            <a:ext cx="3098800" cy="498474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Program:</a:t>
            </a:r>
          </a:p>
          <a:p>
            <a:pPr marL="0" marR="0" lvl="0" indent="0" algn="ctr" rtl="0">
              <a:lnSpc>
                <a:spcPct val="100000"/>
              </a:lnSpc>
              <a:spcBef>
                <a:spcPts val="0"/>
              </a:spcBef>
              <a:spcAft>
                <a:spcPts val="0"/>
              </a:spcAft>
              <a:buNone/>
            </a:pPr>
            <a:endParaRPr sz="3600" b="0" i="0" u="none" strike="noStrike" cap="none" baseline="0">
              <a:solidFill>
                <a:srgbClr val="FF7F00"/>
              </a:solidFill>
              <a:latin typeface="Cabin"/>
              <a:ea typeface="Cabin"/>
              <a:cs typeface="Cabin"/>
              <a:sym typeface="Cabin"/>
            </a:endParaRP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x = 5</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if</a:t>
            </a:r>
            <a:r>
              <a:rPr lang="en-US" sz="3600" b="0" i="0" u="none" strike="noStrike" cap="none" baseline="0">
                <a:solidFill>
                  <a:srgbClr val="FF7F00"/>
                </a:solidFill>
                <a:latin typeface="Cabin"/>
                <a:ea typeface="Cabin"/>
                <a:cs typeface="Cabin"/>
                <a:sym typeface="Cabin"/>
              </a:rPr>
              <a:t> x &lt; 10:</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print</a:t>
            </a:r>
            <a:r>
              <a:rPr lang="en-US" sz="3600" b="0" i="0" u="none" strike="noStrike" cap="none" baseline="0">
                <a:solidFill>
                  <a:srgbClr val="FF7F00"/>
                </a:solidFill>
                <a:latin typeface="Cabin"/>
                <a:ea typeface="Cabin"/>
                <a:cs typeface="Cabin"/>
                <a:sym typeface="Cabin"/>
              </a:rPr>
              <a:t> 'Smaller’</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if</a:t>
            </a:r>
            <a:r>
              <a:rPr lang="en-US" sz="3600" b="0" i="0" u="none" strike="noStrike" cap="none" baseline="0">
                <a:solidFill>
                  <a:srgbClr val="FF7F00"/>
                </a:solidFill>
                <a:latin typeface="Cabin"/>
                <a:ea typeface="Cabin"/>
                <a:cs typeface="Cabin"/>
                <a:sym typeface="Cabin"/>
              </a:rPr>
              <a:t> x &gt; 20:</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print</a:t>
            </a:r>
            <a:r>
              <a:rPr lang="en-US" sz="3600" b="0" i="0" u="none" strike="noStrike" cap="none" baseline="0">
                <a:solidFill>
                  <a:srgbClr val="FF7F00"/>
                </a:solidFill>
                <a:latin typeface="Cabin"/>
                <a:ea typeface="Cabin"/>
                <a:cs typeface="Cabin"/>
                <a:sym typeface="Cabin"/>
              </a:rPr>
              <a:t> 'Bigger'</a:t>
            </a:r>
          </a:p>
          <a:p>
            <a:pPr marL="0" marR="0" lvl="0" indent="0" algn="ctr" rtl="0">
              <a:lnSpc>
                <a:spcPct val="100000"/>
              </a:lnSpc>
              <a:spcBef>
                <a:spcPts val="0"/>
              </a:spcBef>
              <a:spcAft>
                <a:spcPts val="0"/>
              </a:spcAft>
              <a:buNone/>
            </a:pPr>
            <a:endParaRPr sz="3600" b="0" i="0" u="none" strike="noStrike" cap="none" baseline="0">
              <a:solidFill>
                <a:srgbClr val="FF7F00"/>
              </a:solidFill>
              <a:latin typeface="Cabin"/>
              <a:ea typeface="Cabin"/>
              <a:cs typeface="Cabin"/>
              <a:sym typeface="Cabin"/>
            </a:endParaRP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print</a:t>
            </a:r>
            <a:r>
              <a:rPr lang="en-US" sz="3600" b="0" i="0" u="none" strike="noStrike" cap="none" baseline="0">
                <a:solidFill>
                  <a:srgbClr val="FF7F00"/>
                </a:solidFill>
                <a:latin typeface="Cabin"/>
                <a:ea typeface="Cabin"/>
                <a:cs typeface="Cabin"/>
                <a:sym typeface="Cabin"/>
              </a:rPr>
              <a:t> 'Finis'</a:t>
            </a:r>
          </a:p>
        </p:txBody>
      </p:sp>
      <p:sp>
        <p:nvSpPr>
          <p:cNvPr id="568" name="Shape 568"/>
          <p:cNvSpPr txBox="1"/>
          <p:nvPr/>
        </p:nvSpPr>
        <p:spPr>
          <a:xfrm>
            <a:off x="1244600" y="977900"/>
            <a:ext cx="2743199" cy="596900"/>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abin"/>
                <a:ea typeface="Cabin"/>
                <a:cs typeface="Cabin"/>
                <a:sym typeface="Cabin"/>
              </a:rPr>
              <a:t>x = 5</a:t>
            </a:r>
          </a:p>
        </p:txBody>
      </p:sp>
      <p:cxnSp>
        <p:nvCxnSpPr>
          <p:cNvPr id="569" name="Shape 569"/>
          <p:cNvCxnSpPr/>
          <p:nvPr/>
        </p:nvCxnSpPr>
        <p:spPr>
          <a:xfrm rot="10800000">
            <a:off x="2597149" y="1560512"/>
            <a:ext cx="14287" cy="566736"/>
          </a:xfrm>
          <a:prstGeom prst="straightConnector1">
            <a:avLst/>
          </a:prstGeom>
          <a:noFill/>
          <a:ln w="76200" cap="rnd" cmpd="sng">
            <a:solidFill>
              <a:srgbClr val="1155CC"/>
            </a:solidFill>
            <a:prstDash val="solid"/>
            <a:miter/>
            <a:headEnd type="stealth" w="med" len="med"/>
            <a:tailEnd type="none" w="med" len="med"/>
          </a:ln>
        </p:spPr>
      </p:cxnSp>
      <p:cxnSp>
        <p:nvCxnSpPr>
          <p:cNvPr id="570" name="Shape 570"/>
          <p:cNvCxnSpPr>
            <a:endCxn id="567" idx="3"/>
          </p:cNvCxnSpPr>
          <p:nvPr/>
        </p:nvCxnSpPr>
        <p:spPr>
          <a:xfrm flipH="1">
            <a:off x="10898186" y="4941849"/>
            <a:ext cx="2217600" cy="423900"/>
          </a:xfrm>
          <a:prstGeom prst="straightConnector1">
            <a:avLst/>
          </a:prstGeom>
          <a:noFill/>
          <a:ln w="50800" cap="rnd" cmpd="sng">
            <a:solidFill>
              <a:srgbClr val="FF7F00"/>
            </a:solidFill>
            <a:prstDash val="solid"/>
            <a:miter/>
            <a:headEnd type="stealth" w="med" len="med"/>
            <a:tailEnd type="none" w="med" len="med"/>
          </a:ln>
        </p:spPr>
      </p:cxnSp>
      <p:sp>
        <p:nvSpPr>
          <p:cNvPr id="571" name="Shape 571"/>
          <p:cNvSpPr/>
          <p:nvPr/>
        </p:nvSpPr>
        <p:spPr>
          <a:xfrm>
            <a:off x="1181100" y="2120900"/>
            <a:ext cx="2870200" cy="1270000"/>
          </a:xfrm>
          <a:prstGeom prst="diamond">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a:solidFill>
                  <a:schemeClr val="lt1"/>
                </a:solidFill>
                <a:latin typeface="Cabin"/>
                <a:ea typeface="Cabin"/>
                <a:cs typeface="Cabin"/>
                <a:sym typeface="Cabin"/>
              </a:rPr>
              <a:t>x</a:t>
            </a:r>
            <a:r>
              <a:rPr lang="en-US" sz="3000" b="0" i="0" u="none" strike="noStrike" cap="none" baseline="0">
                <a:solidFill>
                  <a:schemeClr val="lt1"/>
                </a:solidFill>
                <a:latin typeface="Cabin"/>
                <a:ea typeface="Cabin"/>
                <a:cs typeface="Cabin"/>
                <a:sym typeface="Cabin"/>
              </a:rPr>
              <a:t> &lt; 10 ?</a:t>
            </a:r>
          </a:p>
        </p:txBody>
      </p:sp>
      <p:cxnSp>
        <p:nvCxnSpPr>
          <p:cNvPr id="572" name="Shape 572"/>
          <p:cNvCxnSpPr/>
          <p:nvPr/>
        </p:nvCxnSpPr>
        <p:spPr>
          <a:xfrm rot="10800000">
            <a:off x="2597150" y="3338512"/>
            <a:ext cx="19049" cy="1609725"/>
          </a:xfrm>
          <a:prstGeom prst="straightConnector1">
            <a:avLst/>
          </a:prstGeom>
          <a:noFill/>
          <a:ln w="76200" cap="rnd" cmpd="sng">
            <a:solidFill>
              <a:srgbClr val="1155CC"/>
            </a:solidFill>
            <a:prstDash val="solid"/>
            <a:miter/>
            <a:headEnd type="stealth" w="med" len="med"/>
            <a:tailEnd type="none" w="med" len="med"/>
          </a:ln>
        </p:spPr>
      </p:cxnSp>
      <p:sp>
        <p:nvSpPr>
          <p:cNvPr id="573" name="Shape 573"/>
          <p:cNvSpPr txBox="1"/>
          <p:nvPr/>
        </p:nvSpPr>
        <p:spPr>
          <a:xfrm>
            <a:off x="3327400" y="3352800"/>
            <a:ext cx="2921000" cy="749299"/>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i="0" u="none" strike="noStrike" cap="none" baseline="0">
                <a:solidFill>
                  <a:schemeClr val="lt1"/>
                </a:solidFill>
                <a:latin typeface="Cabin"/>
                <a:ea typeface="Cabin"/>
                <a:cs typeface="Cabin"/>
                <a:sym typeface="Cabin"/>
              </a:rPr>
              <a:t>print 'Smaller'</a:t>
            </a:r>
          </a:p>
        </p:txBody>
      </p:sp>
      <p:cxnSp>
        <p:nvCxnSpPr>
          <p:cNvPr id="574" name="Shape 574"/>
          <p:cNvCxnSpPr/>
          <p:nvPr/>
        </p:nvCxnSpPr>
        <p:spPr>
          <a:xfrm rot="10800000">
            <a:off x="4038599" y="2749549"/>
            <a:ext cx="777875" cy="15875"/>
          </a:xfrm>
          <a:prstGeom prst="straightConnector1">
            <a:avLst/>
          </a:prstGeom>
          <a:noFill/>
          <a:ln w="76200" cap="rnd" cmpd="sng">
            <a:solidFill>
              <a:srgbClr val="1155CC"/>
            </a:solidFill>
            <a:prstDash val="solid"/>
            <a:miter/>
            <a:headEnd type="none" w="med" len="med"/>
            <a:tailEnd type="none" w="med" len="med"/>
          </a:ln>
        </p:spPr>
      </p:cxnSp>
      <p:cxnSp>
        <p:nvCxnSpPr>
          <p:cNvPr id="575" name="Shape 575"/>
          <p:cNvCxnSpPr/>
          <p:nvPr/>
        </p:nvCxnSpPr>
        <p:spPr>
          <a:xfrm rot="10800000" flipH="1">
            <a:off x="4783137" y="2749550"/>
            <a:ext cx="15875" cy="644524"/>
          </a:xfrm>
          <a:prstGeom prst="straightConnector1">
            <a:avLst/>
          </a:prstGeom>
          <a:noFill/>
          <a:ln w="76200" cap="rnd" cmpd="sng">
            <a:solidFill>
              <a:srgbClr val="1155CC"/>
            </a:solidFill>
            <a:prstDash val="solid"/>
            <a:miter/>
            <a:headEnd type="stealth" w="med" len="med"/>
            <a:tailEnd type="none" w="med" len="med"/>
          </a:ln>
        </p:spPr>
      </p:cxnSp>
      <p:cxnSp>
        <p:nvCxnSpPr>
          <p:cNvPr id="576" name="Shape 576"/>
          <p:cNvCxnSpPr/>
          <p:nvPr/>
        </p:nvCxnSpPr>
        <p:spPr>
          <a:xfrm flipH="1">
            <a:off x="4783137" y="4087812"/>
            <a:ext cx="15875" cy="314324"/>
          </a:xfrm>
          <a:prstGeom prst="straightConnector1">
            <a:avLst/>
          </a:prstGeom>
          <a:noFill/>
          <a:ln w="76200" cap="rnd" cmpd="sng">
            <a:solidFill>
              <a:srgbClr val="0000FF"/>
            </a:solidFill>
            <a:prstDash val="solid"/>
            <a:miter/>
            <a:headEnd type="none" w="med" len="med"/>
            <a:tailEnd type="none" w="med" len="med"/>
          </a:ln>
        </p:spPr>
      </p:cxnSp>
      <p:cxnSp>
        <p:nvCxnSpPr>
          <p:cNvPr id="577" name="Shape 577"/>
          <p:cNvCxnSpPr/>
          <p:nvPr/>
        </p:nvCxnSpPr>
        <p:spPr>
          <a:xfrm>
            <a:off x="2649536" y="4419600"/>
            <a:ext cx="2149474" cy="0"/>
          </a:xfrm>
          <a:prstGeom prst="straightConnector1">
            <a:avLst/>
          </a:prstGeom>
          <a:noFill/>
          <a:ln w="76200" cap="rnd" cmpd="sng">
            <a:solidFill>
              <a:srgbClr val="1155CC"/>
            </a:solidFill>
            <a:prstDash val="solid"/>
            <a:miter/>
            <a:headEnd type="stealth" w="med" len="med"/>
            <a:tailEnd type="none" w="med" len="med"/>
          </a:ln>
        </p:spPr>
      </p:cxnSp>
      <p:sp>
        <p:nvSpPr>
          <p:cNvPr id="578" name="Shape 578"/>
          <p:cNvSpPr/>
          <p:nvPr/>
        </p:nvSpPr>
        <p:spPr>
          <a:xfrm>
            <a:off x="1181100" y="4864100"/>
            <a:ext cx="2870200" cy="1270000"/>
          </a:xfrm>
          <a:prstGeom prst="diamond">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a:solidFill>
                  <a:schemeClr val="lt1"/>
                </a:solidFill>
                <a:latin typeface="Cabin"/>
                <a:ea typeface="Cabin"/>
                <a:cs typeface="Cabin"/>
                <a:sym typeface="Cabin"/>
              </a:rPr>
              <a:t>x</a:t>
            </a:r>
            <a:r>
              <a:rPr lang="en-US" sz="3000" b="0" i="0" u="none" strike="noStrike" cap="none" baseline="0">
                <a:solidFill>
                  <a:schemeClr val="lt1"/>
                </a:solidFill>
                <a:latin typeface="Cabin"/>
                <a:ea typeface="Cabin"/>
                <a:cs typeface="Cabin"/>
                <a:sym typeface="Cabin"/>
              </a:rPr>
              <a:t> &gt; 20 ?</a:t>
            </a:r>
          </a:p>
        </p:txBody>
      </p:sp>
      <p:cxnSp>
        <p:nvCxnSpPr>
          <p:cNvPr id="579" name="Shape 579"/>
          <p:cNvCxnSpPr/>
          <p:nvPr/>
        </p:nvCxnSpPr>
        <p:spPr>
          <a:xfrm rot="10800000">
            <a:off x="2597150" y="6081711"/>
            <a:ext cx="19049" cy="1609725"/>
          </a:xfrm>
          <a:prstGeom prst="straightConnector1">
            <a:avLst/>
          </a:prstGeom>
          <a:noFill/>
          <a:ln w="76200" cap="rnd" cmpd="sng">
            <a:solidFill>
              <a:srgbClr val="1155CC"/>
            </a:solidFill>
            <a:prstDash val="solid"/>
            <a:miter/>
            <a:headEnd type="stealth" w="med" len="med"/>
            <a:tailEnd type="none" w="med" len="med"/>
          </a:ln>
        </p:spPr>
      </p:cxnSp>
      <p:sp>
        <p:nvSpPr>
          <p:cNvPr id="580" name="Shape 580"/>
          <p:cNvSpPr txBox="1"/>
          <p:nvPr/>
        </p:nvSpPr>
        <p:spPr>
          <a:xfrm>
            <a:off x="3327400" y="6096000"/>
            <a:ext cx="2921000" cy="749299"/>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abin"/>
                <a:ea typeface="Cabin"/>
                <a:cs typeface="Cabin"/>
                <a:sym typeface="Cabin"/>
              </a:rPr>
              <a:t>print 'Bigger'</a:t>
            </a:r>
          </a:p>
        </p:txBody>
      </p:sp>
      <p:cxnSp>
        <p:nvCxnSpPr>
          <p:cNvPr id="581" name="Shape 581"/>
          <p:cNvCxnSpPr/>
          <p:nvPr/>
        </p:nvCxnSpPr>
        <p:spPr>
          <a:xfrm rot="10800000">
            <a:off x="4038599" y="5492749"/>
            <a:ext cx="777875" cy="15875"/>
          </a:xfrm>
          <a:prstGeom prst="straightConnector1">
            <a:avLst/>
          </a:prstGeom>
          <a:noFill/>
          <a:ln w="76200" cap="rnd" cmpd="sng">
            <a:solidFill>
              <a:srgbClr val="1155CC"/>
            </a:solidFill>
            <a:prstDash val="solid"/>
            <a:miter/>
            <a:headEnd type="none" w="med" len="med"/>
            <a:tailEnd type="none" w="med" len="med"/>
          </a:ln>
        </p:spPr>
      </p:cxnSp>
      <p:cxnSp>
        <p:nvCxnSpPr>
          <p:cNvPr id="582" name="Shape 582"/>
          <p:cNvCxnSpPr/>
          <p:nvPr/>
        </p:nvCxnSpPr>
        <p:spPr>
          <a:xfrm rot="10800000" flipH="1">
            <a:off x="4783137" y="5492750"/>
            <a:ext cx="15875" cy="644524"/>
          </a:xfrm>
          <a:prstGeom prst="straightConnector1">
            <a:avLst/>
          </a:prstGeom>
          <a:noFill/>
          <a:ln w="76200" cap="rnd" cmpd="sng">
            <a:solidFill>
              <a:srgbClr val="1155CC"/>
            </a:solidFill>
            <a:prstDash val="solid"/>
            <a:miter/>
            <a:headEnd type="stealth" w="med" len="med"/>
            <a:tailEnd type="none" w="med" len="med"/>
          </a:ln>
        </p:spPr>
      </p:cxnSp>
      <p:cxnSp>
        <p:nvCxnSpPr>
          <p:cNvPr id="583" name="Shape 583"/>
          <p:cNvCxnSpPr/>
          <p:nvPr/>
        </p:nvCxnSpPr>
        <p:spPr>
          <a:xfrm flipH="1">
            <a:off x="4783137" y="6831011"/>
            <a:ext cx="15875" cy="314324"/>
          </a:xfrm>
          <a:prstGeom prst="straightConnector1">
            <a:avLst/>
          </a:prstGeom>
          <a:noFill/>
          <a:ln w="76200" cap="rnd" cmpd="sng">
            <a:solidFill>
              <a:srgbClr val="1155CC"/>
            </a:solidFill>
            <a:prstDash val="solid"/>
            <a:miter/>
            <a:headEnd type="none" w="med" len="med"/>
            <a:tailEnd type="none" w="med" len="med"/>
          </a:ln>
        </p:spPr>
      </p:cxnSp>
      <p:cxnSp>
        <p:nvCxnSpPr>
          <p:cNvPr id="584" name="Shape 584"/>
          <p:cNvCxnSpPr/>
          <p:nvPr/>
        </p:nvCxnSpPr>
        <p:spPr>
          <a:xfrm>
            <a:off x="2649536" y="7162800"/>
            <a:ext cx="2149474" cy="0"/>
          </a:xfrm>
          <a:prstGeom prst="straightConnector1">
            <a:avLst/>
          </a:prstGeom>
          <a:noFill/>
          <a:ln w="76200" cap="rnd" cmpd="sng">
            <a:solidFill>
              <a:srgbClr val="1155CC"/>
            </a:solidFill>
            <a:prstDash val="solid"/>
            <a:miter/>
            <a:headEnd type="stealth" w="med" len="med"/>
            <a:tailEnd type="none" w="med" len="med"/>
          </a:ln>
        </p:spPr>
      </p:cxnSp>
      <p:cxnSp>
        <p:nvCxnSpPr>
          <p:cNvPr id="585" name="Shape 585"/>
          <p:cNvCxnSpPr/>
          <p:nvPr/>
        </p:nvCxnSpPr>
        <p:spPr>
          <a:xfrm flipH="1">
            <a:off x="10185400" y="5492750"/>
            <a:ext cx="3006724" cy="2051050"/>
          </a:xfrm>
          <a:prstGeom prst="straightConnector1">
            <a:avLst/>
          </a:prstGeom>
          <a:noFill/>
          <a:ln w="50800" cap="rnd" cmpd="sng">
            <a:solidFill>
              <a:srgbClr val="FF7F00"/>
            </a:solidFill>
            <a:prstDash val="solid"/>
            <a:miter/>
            <a:headEnd type="stealth" w="med" len="med"/>
            <a:tailEnd type="none" w="med" len="med"/>
          </a:ln>
        </p:spPr>
      </p:cxnSp>
      <p:sp>
        <p:nvSpPr>
          <p:cNvPr id="586" name="Shape 586"/>
          <p:cNvSpPr txBox="1"/>
          <p:nvPr/>
        </p:nvSpPr>
        <p:spPr>
          <a:xfrm>
            <a:off x="1244600" y="7658100"/>
            <a:ext cx="2743199" cy="596900"/>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abin"/>
                <a:ea typeface="Cabin"/>
                <a:cs typeface="Cabin"/>
                <a:sym typeface="Cabin"/>
              </a:rPr>
              <a:t>print 'Finis'</a:t>
            </a:r>
          </a:p>
        </p:txBody>
      </p:sp>
      <p:sp>
        <p:nvSpPr>
          <p:cNvPr id="587" name="Shape 587"/>
          <p:cNvSpPr txBox="1"/>
          <p:nvPr/>
        </p:nvSpPr>
        <p:spPr>
          <a:xfrm>
            <a:off x="4414837" y="2108200"/>
            <a:ext cx="725486" cy="622299"/>
          </a:xfrm>
          <a:prstGeom prst="rect">
            <a:avLst/>
          </a:prstGeom>
          <a:no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abin"/>
                <a:ea typeface="Cabin"/>
                <a:cs typeface="Cabin"/>
                <a:sym typeface="Cabin"/>
              </a:rPr>
              <a:t>Yes</a:t>
            </a:r>
          </a:p>
        </p:txBody>
      </p:sp>
      <p:sp>
        <p:nvSpPr>
          <p:cNvPr id="588" name="Shape 588"/>
          <p:cNvSpPr txBox="1"/>
          <p:nvPr/>
        </p:nvSpPr>
        <p:spPr>
          <a:xfrm>
            <a:off x="13941425" y="8280400"/>
            <a:ext cx="19938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3600" b="0" i="0" u="none" strike="noStrike" cap="none" baseline="0">
                <a:solidFill>
                  <a:srgbClr val="00FFFF"/>
                </a:solidFill>
                <a:latin typeface="Cabin"/>
                <a:ea typeface="Cabin"/>
                <a:cs typeface="Cabin"/>
                <a:sym typeface="Cabin"/>
              </a:rPr>
              <a:t>Chapter 3</a:t>
            </a:r>
          </a:p>
        </p:txBody>
      </p:sp>
      <p:sp>
        <p:nvSpPr>
          <p:cNvPr id="589" name="Shape 589"/>
          <p:cNvSpPr txBox="1"/>
          <p:nvPr/>
        </p:nvSpPr>
        <p:spPr>
          <a:xfrm>
            <a:off x="5747875" y="2785050"/>
            <a:ext cx="3657600" cy="457200"/>
          </a:xfrm>
          <a:prstGeom prst="rect">
            <a:avLst/>
          </a:prstGeom>
          <a:noFill/>
          <a:ln>
            <a:noFill/>
          </a:ln>
        </p:spPr>
        <p:txBody>
          <a:bodyPr lIns="91425" tIns="91425" rIns="91425" bIns="91425" anchor="t" anchorCtr="0">
            <a:noAutofit/>
          </a:bodyPr>
          <a:lstStyle/>
          <a:p>
            <a:pPr>
              <a:spcBef>
                <a:spcPts val="0"/>
              </a:spcBef>
              <a:buNone/>
            </a:pPr>
            <a:endParaRPr/>
          </a:p>
        </p:txBody>
      </p:sp>
      <p:sp>
        <p:nvSpPr>
          <p:cNvPr id="590" name="Shape 590"/>
          <p:cNvSpPr txBox="1"/>
          <p:nvPr/>
        </p:nvSpPr>
        <p:spPr>
          <a:xfrm>
            <a:off x="1438137" y="5987275"/>
            <a:ext cx="725399" cy="622199"/>
          </a:xfrm>
          <a:prstGeom prst="rect">
            <a:avLst/>
          </a:prstGeom>
          <a:no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a:solidFill>
                  <a:schemeClr val="lt1"/>
                </a:solidFill>
                <a:latin typeface="Cabin"/>
                <a:ea typeface="Cabin"/>
                <a:cs typeface="Cabin"/>
                <a:sym typeface="Cabin"/>
              </a:rPr>
              <a:t>No</a:t>
            </a:r>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Shape 595"/>
          <p:cNvSpPr txBox="1">
            <a:spLocks noGrp="1"/>
          </p:cNvSpPr>
          <p:nvPr>
            <p:ph type="title"/>
          </p:nvPr>
        </p:nvSpPr>
        <p:spPr>
          <a:xfrm>
            <a:off x="7277100" y="241300"/>
            <a:ext cx="7810499"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Repeated Steps</a:t>
            </a:r>
          </a:p>
        </p:txBody>
      </p:sp>
      <p:sp>
        <p:nvSpPr>
          <p:cNvPr id="596" name="Shape 596"/>
          <p:cNvSpPr txBox="1"/>
          <p:nvPr/>
        </p:nvSpPr>
        <p:spPr>
          <a:xfrm>
            <a:off x="13337271" y="2114500"/>
            <a:ext cx="1993800"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Output:</a:t>
            </a:r>
          </a:p>
          <a:p>
            <a:pPr marL="0" marR="0" lvl="0" indent="0" algn="ctr" rtl="0">
              <a:lnSpc>
                <a:spcPct val="100000"/>
              </a:lnSpc>
              <a:spcBef>
                <a:spcPts val="0"/>
              </a:spcBef>
              <a:spcAft>
                <a:spcPts val="0"/>
              </a:spcAft>
              <a:buNone/>
            </a:pPr>
            <a:endParaRPr sz="3600" b="0" i="0" u="none" strike="noStrike" cap="none" baseline="0">
              <a:solidFill>
                <a:srgbClr val="FF00FF"/>
              </a:solidFill>
              <a:latin typeface="Cabin"/>
              <a:ea typeface="Cabin"/>
              <a:cs typeface="Cabin"/>
              <a:sym typeface="Cabin"/>
            </a:endParaRP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5</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4</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3</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2</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1</a:t>
            </a:r>
          </a:p>
          <a:p>
            <a:pPr marL="0" marR="0" lvl="0" indent="0" algn="l"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Blastoff!</a:t>
            </a:r>
          </a:p>
        </p:txBody>
      </p:sp>
      <p:sp>
        <p:nvSpPr>
          <p:cNvPr id="597" name="Shape 597"/>
          <p:cNvSpPr txBox="1"/>
          <p:nvPr/>
        </p:nvSpPr>
        <p:spPr>
          <a:xfrm>
            <a:off x="7558071" y="2309800"/>
            <a:ext cx="3672600" cy="3876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Program:</a:t>
            </a:r>
          </a:p>
          <a:p>
            <a:pPr marL="0" marR="0" lvl="0" indent="0" algn="ctr" rtl="0">
              <a:lnSpc>
                <a:spcPct val="100000"/>
              </a:lnSpc>
              <a:spcBef>
                <a:spcPts val="0"/>
              </a:spcBef>
              <a:spcAft>
                <a:spcPts val="0"/>
              </a:spcAft>
              <a:buNone/>
            </a:pPr>
            <a:endParaRPr sz="3600" b="0" i="0" u="none" strike="noStrike" cap="none" baseline="0">
              <a:solidFill>
                <a:srgbClr val="FF7F00"/>
              </a:solidFill>
              <a:latin typeface="Cabin"/>
              <a:ea typeface="Cabin"/>
              <a:cs typeface="Cabin"/>
              <a:sym typeface="Cabin"/>
            </a:endParaRPr>
          </a:p>
          <a:p>
            <a:pPr marL="0" marR="0" lvl="0" indent="0" algn="l"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n</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00FFFF"/>
                </a:solidFill>
                <a:latin typeface="Cabin"/>
                <a:ea typeface="Cabin"/>
                <a:cs typeface="Cabin"/>
                <a:sym typeface="Cabin"/>
              </a:rPr>
              <a:t>=</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5</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while </a:t>
            </a:r>
            <a:r>
              <a:rPr lang="en-US" sz="3600" b="0" i="0" u="none" strike="noStrike" cap="none" baseline="0">
                <a:solidFill>
                  <a:srgbClr val="00FF00"/>
                </a:solidFill>
                <a:latin typeface="Cabin"/>
                <a:ea typeface="Cabin"/>
                <a:cs typeface="Cabin"/>
                <a:sym typeface="Cabin"/>
              </a:rPr>
              <a:t>n</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00FFFF"/>
                </a:solidFill>
                <a:latin typeface="Cabin"/>
                <a:ea typeface="Cabin"/>
                <a:cs typeface="Cabin"/>
                <a:sym typeface="Cabin"/>
              </a:rPr>
              <a:t>&gt;</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0</a:t>
            </a:r>
            <a:r>
              <a:rPr lang="en-US" sz="3600" b="0" i="0" u="none" strike="noStrike" cap="none" baseline="0">
                <a:solidFill>
                  <a:srgbClr val="FFFF00"/>
                </a:solidFill>
                <a:latin typeface="Cabin"/>
                <a:ea typeface="Cabin"/>
                <a:cs typeface="Cabin"/>
                <a:sym typeface="Cabin"/>
              </a:rPr>
              <a:t> :</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    print </a:t>
            </a:r>
            <a:r>
              <a:rPr lang="en-US" sz="3600" b="0" i="0" u="none" strike="noStrike" cap="none" baseline="0">
                <a:solidFill>
                  <a:srgbClr val="00FF00"/>
                </a:solidFill>
                <a:latin typeface="Cabin"/>
                <a:ea typeface="Cabin"/>
                <a:cs typeface="Cabin"/>
                <a:sym typeface="Cabin"/>
              </a:rPr>
              <a:t>n</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00FF00"/>
                </a:solidFill>
                <a:latin typeface="Cabin"/>
                <a:ea typeface="Cabin"/>
                <a:cs typeface="Cabin"/>
                <a:sym typeface="Cabin"/>
              </a:rPr>
              <a:t>n</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00FFFF"/>
                </a:solidFill>
                <a:latin typeface="Cabin"/>
                <a:ea typeface="Cabin"/>
                <a:cs typeface="Cabin"/>
                <a:sym typeface="Cabin"/>
              </a:rPr>
              <a:t>=</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00FF00"/>
                </a:solidFill>
                <a:latin typeface="Cabin"/>
                <a:ea typeface="Cabin"/>
                <a:cs typeface="Cabin"/>
                <a:sym typeface="Cabin"/>
              </a:rPr>
              <a:t>n</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rgbClr val="00FFFF"/>
                </a:solidFill>
                <a:latin typeface="Cabin"/>
                <a:ea typeface="Cabin"/>
                <a:cs typeface="Cabin"/>
                <a:sym typeface="Cabin"/>
              </a:rPr>
              <a:t>–</a:t>
            </a:r>
            <a:r>
              <a:rPr lang="en-US" sz="3600" b="0" i="0" u="none" strike="noStrike" cap="none" baseline="0">
                <a:solidFill>
                  <a:srgbClr val="FFFF00"/>
                </a:solidFill>
                <a:latin typeface="Cabin"/>
                <a:ea typeface="Cabin"/>
                <a:cs typeface="Cabin"/>
                <a:sym typeface="Cabin"/>
              </a:rPr>
              <a:t> 1</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print </a:t>
            </a:r>
            <a:r>
              <a:rPr lang="en-US" sz="3600" b="0" i="0" u="none" strike="noStrike" cap="none" baseline="0">
                <a:solidFill>
                  <a:srgbClr val="FF7F00"/>
                </a:solidFill>
                <a:latin typeface="Cabin"/>
                <a:ea typeface="Cabin"/>
                <a:cs typeface="Cabin"/>
                <a:sym typeface="Cabin"/>
              </a:rPr>
              <a:t>'Blastoff!'</a:t>
            </a:r>
          </a:p>
        </p:txBody>
      </p:sp>
      <p:cxnSp>
        <p:nvCxnSpPr>
          <p:cNvPr id="598" name="Shape 598"/>
          <p:cNvCxnSpPr/>
          <p:nvPr/>
        </p:nvCxnSpPr>
        <p:spPr>
          <a:xfrm rot="10800000">
            <a:off x="2838336" y="1344649"/>
            <a:ext cx="14400" cy="566699"/>
          </a:xfrm>
          <a:prstGeom prst="straightConnector1">
            <a:avLst/>
          </a:prstGeom>
          <a:noFill/>
          <a:ln w="76200" cap="rnd" cmpd="sng">
            <a:solidFill>
              <a:srgbClr val="1155CC"/>
            </a:solidFill>
            <a:prstDash val="solid"/>
            <a:miter/>
            <a:headEnd type="stealth" w="med" len="med"/>
            <a:tailEnd type="none" w="med" len="med"/>
          </a:ln>
        </p:spPr>
      </p:cxnSp>
      <p:cxnSp>
        <p:nvCxnSpPr>
          <p:cNvPr id="599" name="Shape 599"/>
          <p:cNvCxnSpPr/>
          <p:nvPr/>
        </p:nvCxnSpPr>
        <p:spPr>
          <a:xfrm flipH="1">
            <a:off x="9923411" y="3554412"/>
            <a:ext cx="2927399" cy="1255799"/>
          </a:xfrm>
          <a:prstGeom prst="straightConnector1">
            <a:avLst/>
          </a:prstGeom>
          <a:noFill/>
          <a:ln w="50800" cap="rnd" cmpd="sng">
            <a:solidFill>
              <a:srgbClr val="FF7F00"/>
            </a:solidFill>
            <a:prstDash val="solid"/>
            <a:miter/>
            <a:headEnd type="stealth" w="med" len="med"/>
            <a:tailEnd type="none" w="med" len="med"/>
          </a:ln>
        </p:spPr>
      </p:cxnSp>
      <p:sp>
        <p:nvSpPr>
          <p:cNvPr id="600" name="Shape 600"/>
          <p:cNvSpPr/>
          <p:nvPr/>
        </p:nvSpPr>
        <p:spPr>
          <a:xfrm>
            <a:off x="1422400" y="1905000"/>
            <a:ext cx="2870100" cy="1269899"/>
          </a:xfrm>
          <a:prstGeom prst="diamond">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0000"/>
              </a:buClr>
              <a:buSzPct val="25000"/>
              <a:buFont typeface="Cabin"/>
              <a:buNone/>
            </a:pPr>
            <a:r>
              <a:rPr lang="en-US" sz="3600" b="0" i="0" u="none" strike="noStrike" cap="none" baseline="0">
                <a:solidFill>
                  <a:srgbClr val="FF0000"/>
                </a:solidFill>
                <a:latin typeface="Cabin"/>
                <a:ea typeface="Cabin"/>
                <a:cs typeface="Cabin"/>
                <a:sym typeface="Cabin"/>
              </a:rPr>
              <a:t>n &gt; 0 ?</a:t>
            </a:r>
          </a:p>
        </p:txBody>
      </p:sp>
      <p:cxnSp>
        <p:nvCxnSpPr>
          <p:cNvPr id="601" name="Shape 601"/>
          <p:cNvCxnSpPr/>
          <p:nvPr/>
        </p:nvCxnSpPr>
        <p:spPr>
          <a:xfrm rot="10800000" flipH="1">
            <a:off x="2836861" y="3174950"/>
            <a:ext cx="20699" cy="2317799"/>
          </a:xfrm>
          <a:prstGeom prst="straightConnector1">
            <a:avLst/>
          </a:prstGeom>
          <a:noFill/>
          <a:ln w="76200" cap="rnd" cmpd="sng">
            <a:solidFill>
              <a:srgbClr val="1155CC"/>
            </a:solidFill>
            <a:prstDash val="solid"/>
            <a:miter/>
            <a:headEnd type="none" w="med" len="med"/>
            <a:tailEnd type="stealth" w="med" len="med"/>
          </a:ln>
        </p:spPr>
      </p:cxnSp>
      <p:cxnSp>
        <p:nvCxnSpPr>
          <p:cNvPr id="602" name="Shape 602"/>
          <p:cNvCxnSpPr/>
          <p:nvPr/>
        </p:nvCxnSpPr>
        <p:spPr>
          <a:xfrm rot="10800000">
            <a:off x="4279899" y="2533649"/>
            <a:ext cx="777875" cy="15875"/>
          </a:xfrm>
          <a:prstGeom prst="straightConnector1">
            <a:avLst/>
          </a:prstGeom>
          <a:noFill/>
          <a:ln w="76200" cap="rnd" cmpd="sng">
            <a:solidFill>
              <a:srgbClr val="1155CC"/>
            </a:solidFill>
            <a:prstDash val="solid"/>
            <a:miter/>
            <a:headEnd type="none" w="med" len="med"/>
            <a:tailEnd type="none" w="med" len="med"/>
          </a:ln>
        </p:spPr>
      </p:cxnSp>
      <p:cxnSp>
        <p:nvCxnSpPr>
          <p:cNvPr id="603" name="Shape 603"/>
          <p:cNvCxnSpPr/>
          <p:nvPr/>
        </p:nvCxnSpPr>
        <p:spPr>
          <a:xfrm rot="10800000" flipH="1">
            <a:off x="5024437" y="2533650"/>
            <a:ext cx="15875" cy="644524"/>
          </a:xfrm>
          <a:prstGeom prst="straightConnector1">
            <a:avLst/>
          </a:prstGeom>
          <a:noFill/>
          <a:ln w="76200" cap="rnd" cmpd="sng">
            <a:solidFill>
              <a:srgbClr val="1155CC"/>
            </a:solidFill>
            <a:prstDash val="solid"/>
            <a:miter/>
            <a:headEnd type="stealth" w="med" len="med"/>
            <a:tailEnd type="none" w="med" len="med"/>
          </a:ln>
        </p:spPr>
      </p:cxnSp>
      <p:cxnSp>
        <p:nvCxnSpPr>
          <p:cNvPr id="604" name="Shape 604"/>
          <p:cNvCxnSpPr/>
          <p:nvPr/>
        </p:nvCxnSpPr>
        <p:spPr>
          <a:xfrm flipH="1">
            <a:off x="5024436" y="3362325"/>
            <a:ext cx="1587" cy="2093912"/>
          </a:xfrm>
          <a:prstGeom prst="straightConnector1">
            <a:avLst/>
          </a:prstGeom>
          <a:noFill/>
          <a:ln w="76200" cap="rnd" cmpd="sng">
            <a:solidFill>
              <a:srgbClr val="1155CC"/>
            </a:solidFill>
            <a:prstDash val="solid"/>
            <a:miter/>
            <a:headEnd type="none" w="med" len="med"/>
            <a:tailEnd type="none" w="med" len="med"/>
          </a:ln>
        </p:spPr>
      </p:cxnSp>
      <p:cxnSp>
        <p:nvCxnSpPr>
          <p:cNvPr id="605" name="Shape 605"/>
          <p:cNvCxnSpPr/>
          <p:nvPr/>
        </p:nvCxnSpPr>
        <p:spPr>
          <a:xfrm>
            <a:off x="2852736" y="5459412"/>
            <a:ext cx="2187600" cy="14400"/>
          </a:xfrm>
          <a:prstGeom prst="straightConnector1">
            <a:avLst/>
          </a:prstGeom>
          <a:noFill/>
          <a:ln w="76200" cap="rnd" cmpd="sng">
            <a:solidFill>
              <a:srgbClr val="1155CC"/>
            </a:solidFill>
            <a:prstDash val="solid"/>
            <a:miter/>
            <a:headEnd type="none" w="med" len="med"/>
            <a:tailEnd type="none" w="med" len="med"/>
          </a:ln>
        </p:spPr>
      </p:cxnSp>
      <p:cxnSp>
        <p:nvCxnSpPr>
          <p:cNvPr id="606" name="Shape 606"/>
          <p:cNvCxnSpPr/>
          <p:nvPr/>
        </p:nvCxnSpPr>
        <p:spPr>
          <a:xfrm flipH="1">
            <a:off x="1066800" y="2549525"/>
            <a:ext cx="396874" cy="3174"/>
          </a:xfrm>
          <a:prstGeom prst="straightConnector1">
            <a:avLst/>
          </a:prstGeom>
          <a:noFill/>
          <a:ln w="76200" cap="rnd" cmpd="sng">
            <a:solidFill>
              <a:srgbClr val="1155CC"/>
            </a:solidFill>
            <a:prstDash val="solid"/>
            <a:miter/>
            <a:headEnd type="none" w="med" len="med"/>
            <a:tailEnd type="stealth" w="med" len="med"/>
          </a:ln>
        </p:spPr>
      </p:cxnSp>
      <p:cxnSp>
        <p:nvCxnSpPr>
          <p:cNvPr id="607" name="Shape 607"/>
          <p:cNvCxnSpPr/>
          <p:nvPr/>
        </p:nvCxnSpPr>
        <p:spPr>
          <a:xfrm rot="10800000" flipH="1">
            <a:off x="2840036" y="5937374"/>
            <a:ext cx="15899" cy="644400"/>
          </a:xfrm>
          <a:prstGeom prst="straightConnector1">
            <a:avLst/>
          </a:prstGeom>
          <a:noFill/>
          <a:ln w="76200" cap="rnd" cmpd="sng">
            <a:solidFill>
              <a:srgbClr val="1155CC"/>
            </a:solidFill>
            <a:prstDash val="solid"/>
            <a:miter/>
            <a:headEnd type="stealth" w="med" len="med"/>
            <a:tailEnd type="none" w="med" len="med"/>
          </a:ln>
        </p:spPr>
      </p:cxnSp>
      <p:cxnSp>
        <p:nvCxnSpPr>
          <p:cNvPr id="608" name="Shape 608"/>
          <p:cNvCxnSpPr/>
          <p:nvPr/>
        </p:nvCxnSpPr>
        <p:spPr>
          <a:xfrm rot="10800000">
            <a:off x="1063625" y="2520950"/>
            <a:ext cx="36512" cy="3433761"/>
          </a:xfrm>
          <a:prstGeom prst="straightConnector1">
            <a:avLst/>
          </a:prstGeom>
          <a:noFill/>
          <a:ln w="76200" cap="rnd" cmpd="sng">
            <a:solidFill>
              <a:srgbClr val="1155CC"/>
            </a:solidFill>
            <a:prstDash val="solid"/>
            <a:miter/>
            <a:headEnd type="stealth" w="med" len="med"/>
            <a:tailEnd type="none" w="med" len="med"/>
          </a:ln>
        </p:spPr>
      </p:cxnSp>
      <p:cxnSp>
        <p:nvCxnSpPr>
          <p:cNvPr id="609" name="Shape 609"/>
          <p:cNvCxnSpPr/>
          <p:nvPr/>
        </p:nvCxnSpPr>
        <p:spPr>
          <a:xfrm>
            <a:off x="1084262" y="5954712"/>
            <a:ext cx="1752600" cy="0"/>
          </a:xfrm>
          <a:prstGeom prst="straightConnector1">
            <a:avLst/>
          </a:prstGeom>
          <a:noFill/>
          <a:ln w="76200" cap="rnd" cmpd="sng">
            <a:solidFill>
              <a:srgbClr val="1155CC"/>
            </a:solidFill>
            <a:prstDash val="solid"/>
            <a:miter/>
            <a:headEnd type="none" w="med" len="med"/>
            <a:tailEnd type="none" w="med" len="med"/>
          </a:ln>
        </p:spPr>
      </p:cxnSp>
      <p:cxnSp>
        <p:nvCxnSpPr>
          <p:cNvPr id="610" name="Shape 610"/>
          <p:cNvCxnSpPr/>
          <p:nvPr/>
        </p:nvCxnSpPr>
        <p:spPr>
          <a:xfrm rot="10800000">
            <a:off x="10490199" y="5943600"/>
            <a:ext cx="2589212" cy="215899"/>
          </a:xfrm>
          <a:prstGeom prst="straightConnector1">
            <a:avLst/>
          </a:prstGeom>
          <a:noFill/>
          <a:ln w="50800" cap="rnd" cmpd="sng">
            <a:solidFill>
              <a:srgbClr val="FF7F00"/>
            </a:solidFill>
            <a:prstDash val="solid"/>
            <a:miter/>
            <a:headEnd type="stealth" w="med" len="med"/>
            <a:tailEnd type="none" w="med" len="med"/>
          </a:ln>
        </p:spPr>
      </p:cxnSp>
      <p:sp>
        <p:nvSpPr>
          <p:cNvPr id="611" name="Shape 611"/>
          <p:cNvSpPr txBox="1"/>
          <p:nvPr/>
        </p:nvSpPr>
        <p:spPr>
          <a:xfrm>
            <a:off x="5057775" y="7048500"/>
            <a:ext cx="10585500" cy="16638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Loops (repeated steps) have </a:t>
            </a:r>
            <a:r>
              <a:rPr lang="en-US" sz="3600" b="0" i="0" u="none" strike="noStrike" cap="none" baseline="0">
                <a:solidFill>
                  <a:srgbClr val="FF0000"/>
                </a:solidFill>
                <a:latin typeface="Cabin"/>
                <a:ea typeface="Cabin"/>
                <a:cs typeface="Cabin"/>
                <a:sym typeface="Cabin"/>
              </a:rPr>
              <a:t>iteration variables </a:t>
            </a:r>
            <a:r>
              <a:rPr lang="en-US" sz="3600" b="0" i="0" u="none" strike="noStrike" cap="none" baseline="0">
                <a:solidFill>
                  <a:schemeClr val="lt1"/>
                </a:solidFill>
                <a:latin typeface="Cabin"/>
                <a:ea typeface="Cabin"/>
                <a:cs typeface="Cabin"/>
                <a:sym typeface="Cabin"/>
              </a:rPr>
              <a:t>that change each time through a loop.  Often these </a:t>
            </a:r>
            <a:r>
              <a:rPr lang="en-US" sz="3600" b="0" i="0" u="none" strike="noStrike" cap="none" baseline="0">
                <a:solidFill>
                  <a:srgbClr val="FF0000"/>
                </a:solidFill>
                <a:latin typeface="Cabin"/>
                <a:ea typeface="Cabin"/>
                <a:cs typeface="Cabin"/>
                <a:sym typeface="Cabin"/>
              </a:rPr>
              <a:t>iteration variables</a:t>
            </a:r>
            <a:r>
              <a:rPr lang="en-US" sz="3600" b="0" i="0" u="none" strike="noStrike" cap="none" baseline="0">
                <a:solidFill>
                  <a:schemeClr val="lt1"/>
                </a:solidFill>
                <a:latin typeface="Cabin"/>
                <a:ea typeface="Cabin"/>
                <a:cs typeface="Cabin"/>
                <a:sym typeface="Cabin"/>
              </a:rPr>
              <a:t> go through a sequence of numbers.</a:t>
            </a:r>
          </a:p>
        </p:txBody>
      </p:sp>
      <p:sp>
        <p:nvSpPr>
          <p:cNvPr id="612" name="Shape 612"/>
          <p:cNvSpPr txBox="1"/>
          <p:nvPr/>
        </p:nvSpPr>
        <p:spPr>
          <a:xfrm>
            <a:off x="542925" y="1790700"/>
            <a:ext cx="723900" cy="622299"/>
          </a:xfrm>
          <a:prstGeom prst="rect">
            <a:avLst/>
          </a:prstGeom>
          <a:no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No</a:t>
            </a:r>
          </a:p>
        </p:txBody>
      </p:sp>
      <p:sp>
        <p:nvSpPr>
          <p:cNvPr id="613" name="Shape 613"/>
          <p:cNvSpPr txBox="1"/>
          <p:nvPr/>
        </p:nvSpPr>
        <p:spPr>
          <a:xfrm>
            <a:off x="1397000" y="6553200"/>
            <a:ext cx="2921099" cy="749399"/>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print 'Blastoff'</a:t>
            </a:r>
          </a:p>
        </p:txBody>
      </p:sp>
      <p:sp>
        <p:nvSpPr>
          <p:cNvPr id="614" name="Shape 614"/>
          <p:cNvSpPr txBox="1"/>
          <p:nvPr/>
        </p:nvSpPr>
        <p:spPr>
          <a:xfrm>
            <a:off x="390525" y="8204200"/>
            <a:ext cx="19938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3600" b="0" i="0" u="none" strike="noStrike" cap="none" baseline="0">
                <a:solidFill>
                  <a:srgbClr val="00FFFF"/>
                </a:solidFill>
                <a:latin typeface="Cabin"/>
                <a:ea typeface="Cabin"/>
                <a:cs typeface="Cabin"/>
                <a:sym typeface="Cabin"/>
              </a:rPr>
              <a:t>Chapter 5</a:t>
            </a:r>
          </a:p>
        </p:txBody>
      </p:sp>
      <p:sp>
        <p:nvSpPr>
          <p:cNvPr id="615" name="Shape 615"/>
          <p:cNvSpPr txBox="1"/>
          <p:nvPr/>
        </p:nvSpPr>
        <p:spPr>
          <a:xfrm>
            <a:off x="4659312" y="1790700"/>
            <a:ext cx="725486" cy="622299"/>
          </a:xfrm>
          <a:prstGeom prst="rect">
            <a:avLst/>
          </a:prstGeom>
          <a:no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Yes</a:t>
            </a:r>
          </a:p>
        </p:txBody>
      </p:sp>
      <p:sp>
        <p:nvSpPr>
          <p:cNvPr id="616" name="Shape 616"/>
          <p:cNvSpPr txBox="1"/>
          <p:nvPr/>
        </p:nvSpPr>
        <p:spPr>
          <a:xfrm>
            <a:off x="1397000" y="609600"/>
            <a:ext cx="2921099" cy="749399"/>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n = 5</a:t>
            </a:r>
          </a:p>
        </p:txBody>
      </p:sp>
      <p:sp>
        <p:nvSpPr>
          <p:cNvPr id="617" name="Shape 617"/>
          <p:cNvSpPr txBox="1"/>
          <p:nvPr/>
        </p:nvSpPr>
        <p:spPr>
          <a:xfrm>
            <a:off x="3581400" y="3187700"/>
            <a:ext cx="2921099" cy="749399"/>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b="0" i="0" u="none" strike="noStrike" cap="none" baseline="0">
                <a:solidFill>
                  <a:schemeClr val="lt1"/>
                </a:solidFill>
                <a:latin typeface="Cabin"/>
                <a:ea typeface="Cabin"/>
                <a:cs typeface="Cabin"/>
                <a:sym typeface="Cabin"/>
              </a:rPr>
              <a:t>print </a:t>
            </a:r>
            <a:r>
              <a:rPr lang="en-US" sz="3500" b="0" i="0" u="none" strike="noStrike" cap="none" baseline="0">
                <a:solidFill>
                  <a:srgbClr val="FF0000"/>
                </a:solidFill>
                <a:latin typeface="Cabin"/>
                <a:ea typeface="Cabin"/>
                <a:cs typeface="Cabin"/>
                <a:sym typeface="Cabin"/>
              </a:rPr>
              <a:t>n</a:t>
            </a:r>
          </a:p>
        </p:txBody>
      </p:sp>
      <p:cxnSp>
        <p:nvCxnSpPr>
          <p:cNvPr id="618" name="Shape 618"/>
          <p:cNvCxnSpPr/>
          <p:nvPr/>
        </p:nvCxnSpPr>
        <p:spPr>
          <a:xfrm rot="10800000">
            <a:off x="9885399" y="4829087"/>
            <a:ext cx="3043200" cy="722399"/>
          </a:xfrm>
          <a:prstGeom prst="straightConnector1">
            <a:avLst/>
          </a:prstGeom>
          <a:noFill/>
          <a:ln w="50800" cap="rnd" cmpd="sng">
            <a:solidFill>
              <a:srgbClr val="FF7F00"/>
            </a:solidFill>
            <a:prstDash val="solid"/>
            <a:miter/>
            <a:headEnd type="stealth" w="med" len="med"/>
            <a:tailEnd type="none" w="med" len="med"/>
          </a:ln>
        </p:spPr>
      </p:cxnSp>
      <p:sp>
        <p:nvSpPr>
          <p:cNvPr id="619" name="Shape 619"/>
          <p:cNvSpPr txBox="1"/>
          <p:nvPr/>
        </p:nvSpPr>
        <p:spPr>
          <a:xfrm>
            <a:off x="3568700" y="4406900"/>
            <a:ext cx="2921099" cy="749399"/>
          </a:xfrm>
          <a:prstGeom prst="rect">
            <a:avLst/>
          </a:prstGeom>
          <a:solidFill>
            <a:srgbClr val="0000FF"/>
          </a:solidFill>
          <a:ln w="9525" cap="flat" cmpd="sng">
            <a:solidFill>
              <a:srgbClr val="0000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500">
                <a:solidFill>
                  <a:schemeClr val="lt1"/>
                </a:solidFill>
                <a:latin typeface="Cabin"/>
                <a:ea typeface="Cabin"/>
                <a:cs typeface="Cabin"/>
                <a:sym typeface="Cabin"/>
              </a:rPr>
              <a:t> </a:t>
            </a:r>
            <a:r>
              <a:rPr lang="en-US" sz="3500" b="0" i="0" u="none" strike="noStrike" cap="none" baseline="0">
                <a:solidFill>
                  <a:schemeClr val="lt1"/>
                </a:solidFill>
                <a:latin typeface="Cabin"/>
                <a:ea typeface="Cabin"/>
                <a:cs typeface="Cabin"/>
                <a:sym typeface="Cabin"/>
              </a:rPr>
              <a:t>n = n -1</a:t>
            </a:r>
          </a:p>
        </p:txBody>
      </p:sp>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Shape 624"/>
          <p:cNvSpPr txBox="1"/>
          <p:nvPr/>
        </p:nvSpPr>
        <p:spPr>
          <a:xfrm>
            <a:off x="998325" y="139650"/>
            <a:ext cx="10035299" cy="8864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name = raw_input('Enter file:')</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handle = open(name, 'r')</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text = handle.read()</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words = text.split()</a:t>
            </a:r>
          </a:p>
          <a:p>
            <a:pPr marL="0" marR="0" lvl="0" indent="0" algn="ctr" rtl="0">
              <a:lnSpc>
                <a:spcPct val="100000"/>
              </a:lnSpc>
              <a:spcBef>
                <a:spcPts val="0"/>
              </a:spcBef>
              <a:spcAft>
                <a:spcPts val="0"/>
              </a:spcAft>
              <a:buNone/>
            </a:pPr>
            <a:endParaRPr sz="2800" b="0" i="0" u="none" strike="noStrike" cap="none" baseline="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counts = dict()</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for word in words:</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   counts[word] = counts.get(word,0) + 1</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bigcount = None</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bigword = None</a:t>
            </a:r>
          </a:p>
          <a:p>
            <a:pPr marL="0" marR="0" lvl="0" indent="0" algn="ctr" rtl="0">
              <a:lnSpc>
                <a:spcPct val="100000"/>
              </a:lnSpc>
              <a:spcBef>
                <a:spcPts val="0"/>
              </a:spcBef>
              <a:spcAft>
                <a:spcPts val="0"/>
              </a:spcAft>
              <a:buNone/>
            </a:pPr>
            <a:endParaRPr sz="2800" b="0" i="0" u="none" strike="noStrike" cap="none" baseline="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for word,count in counts.items():</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00FF"/>
                </a:solidFill>
                <a:latin typeface="Courier New"/>
                <a:ea typeface="Courier New"/>
                <a:cs typeface="Courier New"/>
                <a:sym typeface="Courier New"/>
              </a:rPr>
              <a:t>    if bigcount is None or count &gt; bigcount:</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00FF"/>
                </a:solidFill>
                <a:latin typeface="Courier New"/>
                <a:ea typeface="Courier New"/>
                <a:cs typeface="Courier New"/>
                <a:sym typeface="Courier New"/>
              </a:rPr>
              <a:t>        bigword = word</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00FF"/>
                </a:solidFill>
                <a:latin typeface="Courier New"/>
                <a:ea typeface="Courier New"/>
                <a:cs typeface="Courier New"/>
                <a:sym typeface="Courier New"/>
              </a:rPr>
              <a:t>        bigcount = count</a:t>
            </a:r>
          </a:p>
          <a:p>
            <a:pPr marL="0" marR="0" lvl="0" indent="0" algn="l" rtl="0">
              <a:lnSpc>
                <a:spcPct val="100000"/>
              </a:lnSpc>
              <a:spcBef>
                <a:spcPts val="0"/>
              </a:spcBef>
              <a:spcAft>
                <a:spcPts val="0"/>
              </a:spcAft>
              <a:buClr>
                <a:srgbClr val="00FF00"/>
              </a:buClr>
              <a:buFont typeface="Cabin"/>
              <a:buNone/>
            </a:pPr>
            <a:endParaRPr sz="280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print bigword, bigcount</a:t>
            </a:r>
          </a:p>
        </p:txBody>
      </p:sp>
      <p:sp>
        <p:nvSpPr>
          <p:cNvPr id="625" name="Shape 625"/>
          <p:cNvSpPr txBox="1"/>
          <p:nvPr/>
        </p:nvSpPr>
        <p:spPr>
          <a:xfrm>
            <a:off x="12082000" y="615550"/>
            <a:ext cx="2550299" cy="2736599"/>
          </a:xfrm>
          <a:prstGeom prst="rect">
            <a:avLst/>
          </a:prstGeom>
          <a:noFill/>
          <a:ln>
            <a:noFill/>
          </a:ln>
        </p:spPr>
        <p:txBody>
          <a:bodyPr lIns="0" tIns="0" rIns="0" bIns="0" anchor="ctr" anchorCtr="0">
            <a:noAutofit/>
          </a:bodyPr>
          <a:lstStyle/>
          <a:p>
            <a:pPr marL="0" marR="0" lvl="0" indent="0" algn="ctr" rtl="0">
              <a:lnSpc>
                <a:spcPct val="150000"/>
              </a:lnSpc>
              <a:spcBef>
                <a:spcPts val="0"/>
              </a:spcBef>
              <a:spcAft>
                <a:spcPts val="0"/>
              </a:spcAft>
              <a:buClr>
                <a:schemeClr val="lt1"/>
              </a:buClr>
              <a:buSzPct val="25000"/>
              <a:buFont typeface="Cabin"/>
              <a:buNone/>
            </a:pPr>
            <a:r>
              <a:rPr lang="en-US" sz="3000">
                <a:solidFill>
                  <a:srgbClr val="FFFF00"/>
                </a:solidFill>
                <a:latin typeface="Cabin"/>
                <a:ea typeface="Cabin"/>
                <a:cs typeface="Cabin"/>
                <a:sym typeface="Cabin"/>
              </a:rPr>
              <a:t>Sequential</a:t>
            </a:r>
          </a:p>
          <a:p>
            <a:pPr marL="0" marR="0" lvl="0" indent="0" algn="ctr" rtl="0">
              <a:lnSpc>
                <a:spcPct val="150000"/>
              </a:lnSpc>
              <a:spcBef>
                <a:spcPts val="0"/>
              </a:spcBef>
              <a:spcAft>
                <a:spcPts val="0"/>
              </a:spcAft>
              <a:buClr>
                <a:srgbClr val="FF00FF"/>
              </a:buClr>
              <a:buSzPct val="25000"/>
              <a:buFont typeface="Cabin"/>
              <a:buNone/>
            </a:pPr>
            <a:r>
              <a:rPr lang="en-US" sz="3000">
                <a:solidFill>
                  <a:srgbClr val="00FF00"/>
                </a:solidFill>
                <a:latin typeface="Cabin"/>
                <a:ea typeface="Cabin"/>
                <a:cs typeface="Cabin"/>
                <a:sym typeface="Cabin"/>
              </a:rPr>
              <a:t>Repeated</a:t>
            </a:r>
          </a:p>
          <a:p>
            <a:pPr marL="0" marR="0" lvl="0" indent="0" algn="ctr" rtl="0">
              <a:lnSpc>
                <a:spcPct val="150000"/>
              </a:lnSpc>
              <a:spcBef>
                <a:spcPts val="0"/>
              </a:spcBef>
              <a:spcAft>
                <a:spcPts val="0"/>
              </a:spcAft>
              <a:buClr>
                <a:srgbClr val="FF00FF"/>
              </a:buClr>
              <a:buSzPct val="25000"/>
              <a:buFont typeface="Cabin"/>
              <a:buNone/>
            </a:pPr>
            <a:r>
              <a:rPr lang="en-US" sz="3000">
                <a:solidFill>
                  <a:srgbClr val="FF00FF"/>
                </a:solidFill>
                <a:latin typeface="Cabin"/>
                <a:ea typeface="Cabin"/>
                <a:cs typeface="Cabin"/>
                <a:sym typeface="Cabin"/>
              </a:rPr>
              <a:t>Conditional</a:t>
            </a:r>
          </a:p>
        </p:txBody>
      </p:sp>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Shape 630"/>
          <p:cNvSpPr txBox="1"/>
          <p:nvPr/>
        </p:nvSpPr>
        <p:spPr>
          <a:xfrm>
            <a:off x="998325" y="139650"/>
            <a:ext cx="9221999" cy="8864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name = </a:t>
            </a:r>
            <a:r>
              <a:rPr lang="en-US" sz="2800" b="0" i="0" u="none" strike="noStrike" cap="none" baseline="0">
                <a:solidFill>
                  <a:srgbClr val="00FFFF"/>
                </a:solidFill>
                <a:latin typeface="Courier New"/>
                <a:ea typeface="Courier New"/>
                <a:cs typeface="Courier New"/>
                <a:sym typeface="Courier New"/>
              </a:rPr>
              <a:t>raw_input</a:t>
            </a:r>
            <a:r>
              <a:rPr lang="en-US" sz="2800" b="0" i="0" u="none" strike="noStrike" cap="none" baseline="0">
                <a:solidFill>
                  <a:srgbClr val="00FF00"/>
                </a:solidFill>
                <a:latin typeface="Courier New"/>
                <a:ea typeface="Courier New"/>
                <a:cs typeface="Courier New"/>
                <a:sym typeface="Courier New"/>
              </a:rPr>
              <a:t>('Enter file:')</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handle = open(name, 'r')</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text = handle.read()</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words = text.split()</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counts = dict()</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for word in words:</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   </a:t>
            </a:r>
            <a:r>
              <a:rPr lang="en-US" sz="2800" b="0" i="0" u="none" strike="noStrike" cap="none" baseline="0">
                <a:solidFill>
                  <a:srgbClr val="FF7F00"/>
                </a:solidFill>
                <a:latin typeface="Courier New"/>
                <a:ea typeface="Courier New"/>
                <a:cs typeface="Courier New"/>
                <a:sym typeface="Courier New"/>
              </a:rPr>
              <a:t>counts[word] = counts.get(word,0) + 1</a:t>
            </a:r>
          </a:p>
          <a:p>
            <a:pPr marL="0" marR="0" lvl="0" indent="0" algn="l" rtl="0">
              <a:lnSpc>
                <a:spcPct val="100000"/>
              </a:lnSpc>
              <a:spcBef>
                <a:spcPts val="0"/>
              </a:spcBef>
              <a:spcAft>
                <a:spcPts val="0"/>
              </a:spcAft>
              <a:buClr>
                <a:srgbClr val="00FF00"/>
              </a:buClr>
              <a:buFont typeface="Cabin"/>
              <a:buNone/>
            </a:pPr>
            <a:endParaRPr sz="280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bigcount = None</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bigword = None</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for word,count in counts.items():</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00FF"/>
                </a:solidFill>
                <a:latin typeface="Courier New"/>
                <a:ea typeface="Courier New"/>
                <a:cs typeface="Courier New"/>
                <a:sym typeface="Courier New"/>
              </a:rPr>
              <a:t>    if bigcount is None or count &gt; bigcount:</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00FF"/>
                </a:solidFill>
                <a:latin typeface="Courier New"/>
                <a:ea typeface="Courier New"/>
                <a:cs typeface="Courier New"/>
                <a:sym typeface="Courier New"/>
              </a:rPr>
              <a:t>        bigword = word</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00FF"/>
                </a:solidFill>
                <a:latin typeface="Courier New"/>
                <a:ea typeface="Courier New"/>
                <a:cs typeface="Courier New"/>
                <a:sym typeface="Courier New"/>
              </a:rPr>
              <a:t>        bigcount = count</a:t>
            </a:r>
          </a:p>
          <a:p>
            <a:pPr marL="0" marR="0" lvl="0" indent="0" algn="l" rtl="0">
              <a:lnSpc>
                <a:spcPct val="100000"/>
              </a:lnSpc>
              <a:spcBef>
                <a:spcPts val="0"/>
              </a:spcBef>
              <a:spcAft>
                <a:spcPts val="0"/>
              </a:spcAft>
              <a:buClr>
                <a:srgbClr val="00FF00"/>
              </a:buClr>
              <a:buFont typeface="Cabin"/>
              <a:buNone/>
            </a:pPr>
            <a:endParaRPr sz="280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print bigword, bigcount</a:t>
            </a:r>
          </a:p>
        </p:txBody>
      </p:sp>
      <p:sp>
        <p:nvSpPr>
          <p:cNvPr id="631" name="Shape 631"/>
          <p:cNvSpPr txBox="1"/>
          <p:nvPr/>
        </p:nvSpPr>
        <p:spPr>
          <a:xfrm>
            <a:off x="11244375" y="734950"/>
            <a:ext cx="3996000" cy="7680599"/>
          </a:xfrm>
          <a:prstGeom prst="rect">
            <a:avLst/>
          </a:prstGeom>
          <a:noFill/>
          <a:ln>
            <a:noFill/>
          </a:ln>
        </p:spPr>
        <p:txBody>
          <a:bodyPr lIns="0" tIns="0" rIns="0" bIns="0" anchor="ctr" anchorCtr="0">
            <a:noAutofit/>
          </a:bodyPr>
          <a:lstStyle/>
          <a:p>
            <a:pPr marL="0" marR="0" lvl="0" indent="0" algn="ctr" rtl="0">
              <a:lnSpc>
                <a:spcPct val="115000"/>
              </a:lnSpc>
              <a:spcBef>
                <a:spcPts val="0"/>
              </a:spcBef>
              <a:spcAft>
                <a:spcPts val="0"/>
              </a:spcAft>
              <a:buClr>
                <a:srgbClr val="FF00FF"/>
              </a:buClr>
              <a:buSzPct val="25000"/>
              <a:buFont typeface="Cabin"/>
              <a:buNone/>
            </a:pPr>
            <a:r>
              <a:rPr lang="en-US" sz="3000">
                <a:solidFill>
                  <a:srgbClr val="00FF00"/>
                </a:solidFill>
                <a:latin typeface="Cabin"/>
                <a:ea typeface="Cabin"/>
                <a:cs typeface="Cabin"/>
                <a:sym typeface="Cabin"/>
              </a:rPr>
              <a:t>A short Python “Story” about how to count words in a file</a:t>
            </a:r>
          </a:p>
          <a:p>
            <a:pPr marL="0" marR="0" lvl="0" indent="0" algn="ctr" rtl="0">
              <a:lnSpc>
                <a:spcPct val="115000"/>
              </a:lnSpc>
              <a:spcBef>
                <a:spcPts val="0"/>
              </a:spcBef>
              <a:spcAft>
                <a:spcPts val="0"/>
              </a:spcAft>
              <a:buClr>
                <a:srgbClr val="FF00FF"/>
              </a:buClr>
              <a:buFont typeface="Cabin"/>
              <a:buNone/>
            </a:pPr>
            <a:endParaRPr sz="3000">
              <a:solidFill>
                <a:srgbClr val="00FF00"/>
              </a:solidFill>
              <a:latin typeface="Cabin"/>
              <a:ea typeface="Cabin"/>
              <a:cs typeface="Cabin"/>
              <a:sym typeface="Cabin"/>
            </a:endParaRPr>
          </a:p>
          <a:p>
            <a:pPr marL="0" marR="0" lvl="0" indent="0" algn="ctr" rtl="0">
              <a:lnSpc>
                <a:spcPct val="115000"/>
              </a:lnSpc>
              <a:spcBef>
                <a:spcPts val="0"/>
              </a:spcBef>
              <a:spcAft>
                <a:spcPts val="0"/>
              </a:spcAft>
              <a:buClr>
                <a:srgbClr val="FF00FF"/>
              </a:buClr>
              <a:buSzPct val="25000"/>
              <a:buFont typeface="Cabin"/>
              <a:buNone/>
            </a:pPr>
            <a:r>
              <a:rPr lang="en-US" sz="3000">
                <a:solidFill>
                  <a:srgbClr val="00FFFF"/>
                </a:solidFill>
                <a:latin typeface="Cabin"/>
                <a:ea typeface="Cabin"/>
                <a:cs typeface="Cabin"/>
                <a:sym typeface="Cabin"/>
              </a:rPr>
              <a:t>A word used to read data from a user </a:t>
            </a:r>
          </a:p>
          <a:p>
            <a:pPr marL="0" marR="0" lvl="0" indent="0" algn="ctr" rtl="0">
              <a:lnSpc>
                <a:spcPct val="115000"/>
              </a:lnSpc>
              <a:spcBef>
                <a:spcPts val="0"/>
              </a:spcBef>
              <a:spcAft>
                <a:spcPts val="0"/>
              </a:spcAft>
              <a:buClr>
                <a:srgbClr val="FF00FF"/>
              </a:buClr>
              <a:buFont typeface="Cabin"/>
              <a:buNone/>
            </a:pPr>
            <a:endParaRPr sz="3000">
              <a:solidFill>
                <a:srgbClr val="00FFFF"/>
              </a:solidFill>
              <a:latin typeface="Cabin"/>
              <a:ea typeface="Cabin"/>
              <a:cs typeface="Cabin"/>
              <a:sym typeface="Cabin"/>
            </a:endParaRPr>
          </a:p>
          <a:p>
            <a:pPr marL="0" marR="0" lvl="0" indent="0" algn="ctr" rtl="0">
              <a:lnSpc>
                <a:spcPct val="115000"/>
              </a:lnSpc>
              <a:spcBef>
                <a:spcPts val="0"/>
              </a:spcBef>
              <a:spcAft>
                <a:spcPts val="0"/>
              </a:spcAft>
              <a:buClr>
                <a:srgbClr val="FF00FF"/>
              </a:buClr>
              <a:buSzPct val="25000"/>
              <a:buFont typeface="Cabin"/>
              <a:buNone/>
            </a:pPr>
            <a:r>
              <a:rPr lang="en-US" sz="3000">
                <a:solidFill>
                  <a:srgbClr val="FF7F00"/>
                </a:solidFill>
                <a:latin typeface="Cabin"/>
                <a:ea typeface="Cabin"/>
                <a:cs typeface="Cabin"/>
                <a:sym typeface="Cabin"/>
              </a:rPr>
              <a:t>A sentence about updating one of the many counts</a:t>
            </a:r>
          </a:p>
          <a:p>
            <a:pPr marL="0" marR="0" lvl="0" indent="0" algn="ctr" rtl="0">
              <a:lnSpc>
                <a:spcPct val="115000"/>
              </a:lnSpc>
              <a:spcBef>
                <a:spcPts val="0"/>
              </a:spcBef>
              <a:spcAft>
                <a:spcPts val="0"/>
              </a:spcAft>
              <a:buClr>
                <a:srgbClr val="FF00FF"/>
              </a:buClr>
              <a:buFont typeface="Cabin"/>
              <a:buNone/>
            </a:pPr>
            <a:endParaRPr sz="3000">
              <a:solidFill>
                <a:srgbClr val="FF00FF"/>
              </a:solidFill>
              <a:latin typeface="Cabin"/>
              <a:ea typeface="Cabin"/>
              <a:cs typeface="Cabin"/>
              <a:sym typeface="Cabin"/>
            </a:endParaRPr>
          </a:p>
          <a:p>
            <a:pPr marL="0" marR="0" lvl="0" indent="0" algn="ctr" rtl="0">
              <a:lnSpc>
                <a:spcPct val="115000"/>
              </a:lnSpc>
              <a:spcBef>
                <a:spcPts val="0"/>
              </a:spcBef>
              <a:spcAft>
                <a:spcPts val="0"/>
              </a:spcAft>
              <a:buClr>
                <a:srgbClr val="FF00FF"/>
              </a:buClr>
              <a:buSzPct val="25000"/>
              <a:buFont typeface="Cabin"/>
              <a:buNone/>
            </a:pPr>
            <a:r>
              <a:rPr lang="en-US" sz="3000">
                <a:solidFill>
                  <a:srgbClr val="FF00FF"/>
                </a:solidFill>
                <a:latin typeface="Cabin"/>
                <a:ea typeface="Cabin"/>
                <a:cs typeface="Cabin"/>
                <a:sym typeface="Cabin"/>
              </a:rPr>
              <a:t>A paragraph about how  to find the largest item in a list</a:t>
            </a:r>
          </a:p>
        </p:txBody>
      </p:sp>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Shape 63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Summary</a:t>
            </a:r>
          </a:p>
        </p:txBody>
      </p:sp>
      <p:sp>
        <p:nvSpPr>
          <p:cNvPr id="637" name="Shape 637"/>
          <p:cNvSpPr txBox="1">
            <a:spLocks noGrp="1"/>
          </p:cNvSpPr>
          <p:nvPr>
            <p:ph type="body" idx="1"/>
          </p:nvPr>
        </p:nvSpPr>
        <p:spPr>
          <a:xfrm>
            <a:off x="1155700" y="2603500"/>
            <a:ext cx="13932000" cy="52577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This is a quick overview of Chapter 1</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We will revisit these concepts throughout the course</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Focus on the big picture</a:t>
            </a:r>
          </a:p>
        </p:txBody>
      </p:sp>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41"/>
        <p:cNvGrpSpPr/>
        <p:nvPr/>
      </p:nvGrpSpPr>
      <p:grpSpPr>
        <a:xfrm>
          <a:off x="0" y="0"/>
          <a:ext cx="0" cy="0"/>
          <a:chOff x="0" y="0"/>
          <a:chExt cx="0" cy="0"/>
        </a:xfrm>
      </p:grpSpPr>
      <p:pic>
        <p:nvPicPr>
          <p:cNvPr id="8" name="Picture 2" descr="http://vignette2.wikia.nocookie.net/animaljam/images/3/38/Dancing_gir.gif/revision/latest?cb=20141122094457"/>
          <p:cNvPicPr>
            <a:picLocks noChangeAspect="1" noChangeArrowheads="1" noCrop="1"/>
          </p:cNvPicPr>
          <p:nvPr/>
        </p:nvPicPr>
        <p:blipFill>
          <a:blip r:embed="rId3"/>
          <a:srcRect/>
          <a:stretch>
            <a:fillRect/>
          </a:stretch>
        </p:blipFill>
        <p:spPr bwMode="auto">
          <a:xfrm>
            <a:off x="1071216" y="323528"/>
            <a:ext cx="12889432" cy="8171901"/>
          </a:xfrm>
          <a:prstGeom prst="rect">
            <a:avLst/>
          </a:prstGeom>
          <a:noFill/>
        </p:spPr>
      </p:pic>
      <p:sp>
        <p:nvSpPr>
          <p:cNvPr id="9" name="TextBox 8"/>
          <p:cNvSpPr txBox="1"/>
          <p:nvPr/>
        </p:nvSpPr>
        <p:spPr>
          <a:xfrm>
            <a:off x="135112" y="251520"/>
            <a:ext cx="10873208" cy="2554545"/>
          </a:xfrm>
          <a:prstGeom prst="rect">
            <a:avLst/>
          </a:prstGeom>
          <a:noFill/>
        </p:spPr>
        <p:txBody>
          <a:bodyPr wrap="square" rtlCol="0">
            <a:spAutoFit/>
          </a:bodyPr>
          <a:lstStyle/>
          <a:p>
            <a:r>
              <a:rPr lang="en-US" sz="8000" b="1" dirty="0" smtClean="0"/>
              <a:t>Chapter 1 : Finished</a:t>
            </a:r>
          </a:p>
          <a:p>
            <a:endParaRPr lang="en-US" sz="8000" b="1" dirty="0"/>
          </a:p>
        </p:txBody>
      </p:sp>
      <p:sp>
        <p:nvSpPr>
          <p:cNvPr id="10" name="TextBox 9"/>
          <p:cNvSpPr txBox="1"/>
          <p:nvPr/>
        </p:nvSpPr>
        <p:spPr>
          <a:xfrm>
            <a:off x="10000208" y="7209001"/>
            <a:ext cx="6984776" cy="1323439"/>
          </a:xfrm>
          <a:prstGeom prst="rect">
            <a:avLst/>
          </a:prstGeom>
          <a:noFill/>
        </p:spPr>
        <p:txBody>
          <a:bodyPr wrap="square" rtlCol="0">
            <a:spAutoFit/>
          </a:bodyPr>
          <a:lstStyle/>
          <a:p>
            <a:r>
              <a:rPr lang="en-US" sz="8000" b="1" dirty="0" smtClean="0"/>
              <a:t>Any Doubt?</a:t>
            </a:r>
            <a:endParaRPr lang="en-US" sz="8000" b="1" dirty="0"/>
          </a:p>
        </p:txBody>
      </p:sp>
    </p:spTree>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amp; Bullets">
  <a:themeElements>
    <a:clrScheme name="">
      <a:dk1>
        <a:srgbClr val="808080"/>
      </a:dk1>
      <a:lt1>
        <a:srgbClr val="FFFFFF"/>
      </a:lt1>
      <a:dk2>
        <a:srgbClr val="000000"/>
      </a:dk2>
      <a:lt2>
        <a:srgbClr val="000000"/>
      </a:lt2>
      <a:accent1>
        <a:srgbClr val="FFFF00"/>
      </a:accent1>
      <a:accent2>
        <a:srgbClr val="333399"/>
      </a:accent2>
      <a:accent3>
        <a:srgbClr val="AAAAAA"/>
      </a:accent3>
      <a:accent4>
        <a:srgbClr val="DADADA"/>
      </a:accent4>
      <a:accent5>
        <a:srgbClr val="FFFF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itle &amp; Bullets">
  <a:themeElements>
    <a:clrScheme name="">
      <a:dk1>
        <a:srgbClr val="808080"/>
      </a:dk1>
      <a:lt1>
        <a:srgbClr val="FFFFFF"/>
      </a:lt1>
      <a:dk2>
        <a:srgbClr val="000000"/>
      </a:dk2>
      <a:lt2>
        <a:srgbClr val="000000"/>
      </a:lt2>
      <a:accent1>
        <a:srgbClr val="FFFFFF"/>
      </a:accent1>
      <a:accent2>
        <a:srgbClr val="333399"/>
      </a:accent2>
      <a:accent3>
        <a:srgbClr val="AAAAAA"/>
      </a:accent3>
      <a:accent4>
        <a:srgbClr val="DADADA"/>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itle - Center">
  <a:themeElements>
    <a:clrScheme name="">
      <a:dk1>
        <a:srgbClr val="808080"/>
      </a:dk1>
      <a:lt1>
        <a:srgbClr val="FFFFFF"/>
      </a:lt1>
      <a:dk2>
        <a:srgbClr val="000000"/>
      </a:dk2>
      <a:lt2>
        <a:srgbClr val="000000"/>
      </a:lt2>
      <a:accent1>
        <a:srgbClr val="000000"/>
      </a:accent1>
      <a:accent2>
        <a:srgbClr val="333399"/>
      </a:accent2>
      <a:accent3>
        <a:srgbClr val="AAAAAA"/>
      </a:accent3>
      <a:accent4>
        <a:srgbClr val="DADADA"/>
      </a:accent4>
      <a:accent5>
        <a:srgbClr val="AAAA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itle &amp; Bullets copy">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Blank">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TotalTime>
  <Words>1916</Words>
  <Application>Microsoft Office PowerPoint</Application>
  <PresentationFormat>Custom</PresentationFormat>
  <Paragraphs>389</Paragraphs>
  <Slides>46</Slides>
  <Notes>38</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46</vt:i4>
      </vt:variant>
    </vt:vector>
  </HeadingPairs>
  <TitlesOfParts>
    <vt:vector size="57" baseType="lpstr">
      <vt:lpstr>Cabin</vt:lpstr>
      <vt:lpstr>Arial</vt:lpstr>
      <vt:lpstr>Wingdings</vt:lpstr>
      <vt:lpstr>Ovo</vt:lpstr>
      <vt:lpstr>Courier New</vt:lpstr>
      <vt:lpstr>Title &amp; Subtitle</vt:lpstr>
      <vt:lpstr>Title &amp; Bullets</vt:lpstr>
      <vt:lpstr>1_Title &amp; Bullets</vt:lpstr>
      <vt:lpstr>Title - Center</vt:lpstr>
      <vt:lpstr>Title &amp; Bullets copy</vt:lpstr>
      <vt:lpstr>Blank</vt:lpstr>
      <vt:lpstr>Why Program?</vt:lpstr>
      <vt:lpstr>Computers want to be helpful...</vt:lpstr>
      <vt:lpstr>Programmers Anticipate Needs</vt:lpstr>
      <vt:lpstr>Users vs. Programmers</vt:lpstr>
      <vt:lpstr>PowerPoint Presentation</vt:lpstr>
      <vt:lpstr>Why be a programmer?</vt:lpstr>
      <vt:lpstr>What is Code?  Software?   A Program?</vt:lpstr>
      <vt:lpstr>Programs for Humans...</vt:lpstr>
      <vt:lpstr>Programs for Humans...</vt:lpstr>
      <vt:lpstr>PowerPoint Presentation</vt:lpstr>
      <vt:lpstr>Hardware Architecture</vt:lpstr>
      <vt:lpstr>PowerPoint Presentation</vt:lpstr>
      <vt:lpstr>PowerPoint Presentation</vt:lpstr>
      <vt:lpstr>Definitions</vt:lpstr>
      <vt:lpstr>PowerPoint Presentation</vt:lpstr>
      <vt:lpstr>PowerPoint Presentation</vt:lpstr>
      <vt:lpstr>Python as a Language</vt:lpstr>
      <vt:lpstr>PowerPoint Presentation</vt:lpstr>
      <vt:lpstr>PowerPoint Presentation</vt:lpstr>
      <vt:lpstr>Early Learner: Syntax Errors</vt:lpstr>
      <vt:lpstr>Features of Python</vt:lpstr>
      <vt:lpstr>Interesting</vt:lpstr>
      <vt:lpstr>PowerPoint Presentation</vt:lpstr>
      <vt:lpstr>Talking to Python</vt:lpstr>
      <vt:lpstr>PowerPoint Presentation</vt:lpstr>
      <vt:lpstr>Identifiers</vt:lpstr>
      <vt:lpstr>Data Types of Python</vt:lpstr>
      <vt:lpstr>PowerPoint Presentation</vt:lpstr>
      <vt:lpstr>Mutable and Immutable Data types</vt:lpstr>
      <vt:lpstr>Let’s Talk to Python...</vt:lpstr>
      <vt:lpstr>What Do We Say?</vt:lpstr>
      <vt:lpstr>Elements of Python</vt:lpstr>
      <vt:lpstr>Reserved Words</vt:lpstr>
      <vt:lpstr>Sentences or Lines</vt:lpstr>
      <vt:lpstr>Programming Paragraphs</vt:lpstr>
      <vt:lpstr>Python Scripts</vt:lpstr>
      <vt:lpstr>Writing a Simple Program</vt:lpstr>
      <vt:lpstr>Interactive versus Script</vt:lpstr>
      <vt:lpstr>Program Steps or Program Flow</vt:lpstr>
      <vt:lpstr>Sequential Steps</vt:lpstr>
      <vt:lpstr>Conditional Steps</vt:lpstr>
      <vt:lpstr>Repeated Steps</vt:lpstr>
      <vt:lpstr>PowerPoint Presentation</vt:lpstr>
      <vt:lpstr>PowerPoint Presentation</vt:lpstr>
      <vt:lpstr>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Program?</dc:title>
  <cp:lastModifiedBy>atul</cp:lastModifiedBy>
  <cp:revision>35</cp:revision>
  <dcterms:modified xsi:type="dcterms:W3CDTF">2016-10-25T11:38:09Z</dcterms:modified>
</cp:coreProperties>
</file>