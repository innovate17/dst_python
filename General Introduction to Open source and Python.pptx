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74" r:id="rId8"/>
    <p:sldId id="276" r:id="rId9"/>
    <p:sldId id="275" r:id="rId10"/>
    <p:sldId id="265" r:id="rId11"/>
    <p:sldId id="266" r:id="rId12"/>
    <p:sldId id="268" r:id="rId13"/>
    <p:sldId id="269" r:id="rId14"/>
    <p:sldId id="278" r:id="rId15"/>
    <p:sldId id="270" r:id="rId16"/>
    <p:sldId id="271" r:id="rId17"/>
    <p:sldId id="272" r:id="rId18"/>
    <p:sldId id="277" r:id="rId19"/>
    <p:sldId id="273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C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atulghumade69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TUL one\Desktop\osi_standard_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92566" y="4817316"/>
            <a:ext cx="1565633" cy="178867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2743200" y="1727210"/>
            <a:ext cx="441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Introduction </a:t>
            </a:r>
          </a:p>
          <a:p>
            <a:endParaRPr lang="en-US" sz="4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90800"/>
            <a:ext cx="5139967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4382631"/>
            <a:ext cx="66639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By </a:t>
            </a:r>
          </a:p>
          <a:p>
            <a:r>
              <a:rPr lang="en-US" sz="2800" b="1" dirty="0" err="1" smtClean="0"/>
              <a:t>Atul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Ghumade</a:t>
            </a:r>
            <a:endParaRPr lang="en-US" sz="2800" b="1" dirty="0" smtClean="0"/>
          </a:p>
          <a:p>
            <a:r>
              <a:rPr lang="en-US" sz="2800" b="1" dirty="0" smtClean="0"/>
              <a:t>Internet of things | Industrial Automation Test Integrator | Machine Vision | Embedded System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" y="1447800"/>
            <a:ext cx="8839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In production and development, </a:t>
            </a:r>
          </a:p>
          <a:p>
            <a:pPr algn="ctr"/>
            <a:r>
              <a:rPr lang="en-US" sz="4000" b="1" dirty="0" smtClean="0">
                <a:solidFill>
                  <a:srgbClr val="FF0066"/>
                </a:solidFill>
              </a:rPr>
              <a:t>open source</a:t>
            </a:r>
            <a:r>
              <a:rPr lang="en-US" sz="4000" dirty="0" smtClean="0">
                <a:solidFill>
                  <a:srgbClr val="FF0066"/>
                </a:solidFill>
              </a:rPr>
              <a:t> </a:t>
            </a:r>
            <a:r>
              <a:rPr lang="en-US" sz="4000" dirty="0" smtClean="0"/>
              <a:t>as a development model promotes a </a:t>
            </a:r>
            <a:r>
              <a:rPr lang="en-US" sz="4000" dirty="0" smtClean="0">
                <a:solidFill>
                  <a:srgbClr val="FF0000"/>
                </a:solidFill>
              </a:rPr>
              <a:t>universal access </a:t>
            </a:r>
            <a:r>
              <a:rPr lang="en-US" sz="4000" dirty="0" smtClean="0"/>
              <a:t>via a</a:t>
            </a:r>
            <a:r>
              <a:rPr lang="en-US" sz="4000" dirty="0" smtClean="0">
                <a:solidFill>
                  <a:srgbClr val="FF0000"/>
                </a:solidFill>
              </a:rPr>
              <a:t> free license </a:t>
            </a:r>
            <a:r>
              <a:rPr lang="en-US" sz="4000" dirty="0" smtClean="0"/>
              <a:t>to a product's design or blueprint, and universal redistribution of that design or blueprint, including subsequent improvements to it by </a:t>
            </a:r>
            <a:r>
              <a:rPr lang="en-US" sz="4000" dirty="0" smtClean="0">
                <a:solidFill>
                  <a:srgbClr val="FF0000"/>
                </a:solidFill>
              </a:rPr>
              <a:t>anyone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990600" y="381000"/>
            <a:ext cx="723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rgbClr val="0070C0"/>
                </a:solidFill>
              </a:rPr>
              <a:t>What is Open Source? </a:t>
            </a:r>
            <a:endParaRPr lang="en-US" sz="5400" b="1" dirty="0">
              <a:solidFill>
                <a:srgbClr val="0070C0"/>
              </a:solidFill>
            </a:endParaRPr>
          </a:p>
        </p:txBody>
      </p:sp>
      <p:pic>
        <p:nvPicPr>
          <p:cNvPr id="4" name="Picture 2" descr="C:\Users\ATUL one\Desktop\osi_standard_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82068" y="5296033"/>
            <a:ext cx="1219199" cy="13928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2.staticflickr.com/2/1415/563254517_c65a0104c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4800600"/>
            <a:ext cx="2476500" cy="1733550"/>
          </a:xfrm>
          <a:prstGeom prst="rect">
            <a:avLst/>
          </a:prstGeom>
          <a:noFill/>
        </p:spPr>
      </p:pic>
      <p:pic>
        <p:nvPicPr>
          <p:cNvPr id="3" name="Picture 2" descr="C:\Users\ATUL one\Desktop\osi_standard_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4648200"/>
            <a:ext cx="1752600" cy="200227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0" y="0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7030A0"/>
                </a:solidFill>
              </a:rPr>
              <a:t>Closed source Vs Open source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1768257"/>
            <a:ext cx="9144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Open </a:t>
            </a:r>
            <a:r>
              <a:rPr lang="en-US" sz="2800" b="1" dirty="0" smtClean="0">
                <a:solidFill>
                  <a:srgbClr val="FF0000"/>
                </a:solidFill>
              </a:rPr>
              <a:t>as in free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Open as in access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Open as in over time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Open as in </a:t>
            </a:r>
            <a:r>
              <a:rPr lang="en-US" sz="2800" b="1" dirty="0" smtClean="0">
                <a:solidFill>
                  <a:srgbClr val="FF0000"/>
                </a:solidFill>
              </a:rPr>
              <a:t>not closed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b="1" dirty="0" smtClean="0">
                <a:solidFill>
                  <a:srgbClr val="FF0000"/>
                </a:solidFill>
              </a:rPr>
              <a:t>Open as in reuse and change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Open as in any place and for anyone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0"/>
            <a:ext cx="632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FF0066"/>
                </a:solidFill>
              </a:rPr>
              <a:t>How open source works?</a:t>
            </a:r>
            <a:endParaRPr lang="en-US" sz="4400" b="1" dirty="0">
              <a:solidFill>
                <a:srgbClr val="FF0066"/>
              </a:solidFill>
            </a:endParaRPr>
          </a:p>
        </p:txBody>
      </p:sp>
      <p:pic>
        <p:nvPicPr>
          <p:cNvPr id="3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11810"/>
            <a:ext cx="8765872" cy="4807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EXAMPLES OF OPEN SOURCE</a:t>
            </a:r>
            <a:endParaRPr lang="en-US" b="1" dirty="0">
              <a:solidFill>
                <a:srgbClr val="FF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11" y="1358723"/>
            <a:ext cx="2602905" cy="3670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u="sng" dirty="0"/>
              <a:t>Application </a:t>
            </a:r>
            <a:r>
              <a:rPr lang="en-US" sz="1800" b="1" u="sng" dirty="0" smtClean="0"/>
              <a:t>software </a:t>
            </a:r>
            <a:endParaRPr lang="en-US" sz="1800" dirty="0" smtClean="0"/>
          </a:p>
          <a:p>
            <a:r>
              <a:rPr lang="en-US" sz="1800" dirty="0" smtClean="0"/>
              <a:t>7-Zip</a:t>
            </a:r>
          </a:p>
          <a:p>
            <a:r>
              <a:rPr lang="en-US" sz="1800" dirty="0" smtClean="0"/>
              <a:t>Eclipse</a:t>
            </a:r>
          </a:p>
          <a:p>
            <a:r>
              <a:rPr lang="en-US" sz="1800" dirty="0" smtClean="0"/>
              <a:t>GIMP</a:t>
            </a:r>
          </a:p>
          <a:p>
            <a:r>
              <a:rPr lang="en-US" sz="1800" dirty="0" smtClean="0"/>
              <a:t>Chromium</a:t>
            </a:r>
          </a:p>
          <a:p>
            <a:r>
              <a:rPr lang="en-US" sz="1800" dirty="0" smtClean="0"/>
              <a:t>Blender</a:t>
            </a:r>
          </a:p>
          <a:p>
            <a:r>
              <a:rPr lang="en-US" sz="1800" dirty="0" smtClean="0"/>
              <a:t>Mozilla Firefox</a:t>
            </a:r>
          </a:p>
          <a:p>
            <a:r>
              <a:rPr lang="en-US" sz="1800" dirty="0" smtClean="0"/>
              <a:t>Open Office</a:t>
            </a:r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257800" y="1219200"/>
            <a:ext cx="4251400" cy="356744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endParaRPr lang="en-US" sz="18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308411" y="4179838"/>
            <a:ext cx="44159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Hardware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Raspberry Pi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Arduino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3D printer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/>
              <a:t>Beaglebone</a:t>
            </a:r>
            <a:r>
              <a:rPr lang="en-US" dirty="0" smtClean="0"/>
              <a:t> black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Red </a:t>
            </a:r>
            <a:r>
              <a:rPr lang="en-US" dirty="0" err="1" smtClean="0"/>
              <a:t>pitaya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Sixth sense technology by Pranav </a:t>
            </a:r>
            <a:r>
              <a:rPr lang="en-US" dirty="0" err="1" smtClean="0"/>
              <a:t>mistry</a:t>
            </a:r>
            <a:endParaRPr lang="en-US" dirty="0" smtClean="0"/>
          </a:p>
          <a:p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 </a:t>
            </a:r>
            <a:r>
              <a:rPr lang="en-US" b="1" dirty="0" smtClean="0"/>
              <a:t>        </a:t>
            </a:r>
            <a:r>
              <a:rPr lang="en-US" b="1" u="sng" dirty="0" smtClean="0"/>
              <a:t>Programming </a:t>
            </a:r>
            <a:r>
              <a:rPr lang="en-US" b="1" u="sng" dirty="0"/>
              <a:t>Language </a:t>
            </a:r>
            <a:r>
              <a:rPr lang="en-US" b="1" dirty="0" smtClean="0"/>
              <a:t>:</a:t>
            </a:r>
            <a:endParaRPr lang="en-US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Perl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PHP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Python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Ruby on Rails</a:t>
            </a:r>
            <a:endParaRPr lang="en-US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PHDL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Prolog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048000" y="1476777"/>
            <a:ext cx="4251400" cy="225702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971800" y="137160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/>
              <a:t>Operating Systems</a:t>
            </a:r>
            <a:r>
              <a:rPr lang="en-US" b="1" dirty="0" smtClean="0"/>
              <a:t>: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Android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Linux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FreeBSD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ReactOS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Haiku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FreeDOS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46009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 OF OPEN SOURCE</a:t>
            </a:r>
            <a:endParaRPr lang="en-US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52600" y="2112817"/>
            <a:ext cx="2383963" cy="63038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en-US" b="1" u="sng" dirty="0"/>
              <a:t>S</a:t>
            </a:r>
            <a:r>
              <a:rPr lang="en-US" b="1" u="sng" dirty="0" smtClean="0"/>
              <a:t>erver Software</a:t>
            </a:r>
            <a:r>
              <a:rPr lang="en-US" b="1" dirty="0" smtClean="0"/>
              <a:t>: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767629"/>
            <a:ext cx="8507916" cy="30903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371600"/>
            <a:ext cx="4042892" cy="189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751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66"/>
                </a:solidFill>
              </a:rPr>
              <a:t>Do you know what you can Build by using open source </a:t>
            </a:r>
            <a:r>
              <a:rPr lang="en-US" b="1" dirty="0" smtClean="0">
                <a:solidFill>
                  <a:srgbClr val="FF0066"/>
                </a:solidFill>
              </a:rPr>
              <a:t>platform</a:t>
            </a:r>
            <a:r>
              <a:rPr lang="en-US" b="1" dirty="0" smtClean="0">
                <a:solidFill>
                  <a:srgbClr val="FF0066"/>
                </a:solidFill>
              </a:rPr>
              <a:t>?</a:t>
            </a:r>
            <a:endParaRPr lang="en-US" b="1" dirty="0">
              <a:solidFill>
                <a:srgbClr val="FF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“</a:t>
            </a:r>
            <a:r>
              <a:rPr lang="en-US" dirty="0" err="1" smtClean="0"/>
              <a:t>Awesomest</a:t>
            </a:r>
            <a:r>
              <a:rPr lang="en-US" dirty="0" smtClean="0"/>
              <a:t>” </a:t>
            </a:r>
            <a:r>
              <a:rPr lang="en-US" dirty="0" smtClean="0"/>
              <a:t>project in the world</a:t>
            </a:r>
          </a:p>
          <a:p>
            <a:r>
              <a:rPr lang="en-US" dirty="0" smtClean="0"/>
              <a:t>A project which can change your life</a:t>
            </a:r>
          </a:p>
          <a:p>
            <a:r>
              <a:rPr lang="en-US" dirty="0" smtClean="0"/>
              <a:t>Not a college project, a project which will make your business.</a:t>
            </a:r>
          </a:p>
          <a:p>
            <a:r>
              <a:rPr lang="en-US" dirty="0" smtClean="0"/>
              <a:t>Beyond the imagination.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990600"/>
            <a:ext cx="685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smtClean="0">
                <a:solidFill>
                  <a:srgbClr val="CC00CC"/>
                </a:solidFill>
              </a:rPr>
              <a:t>Think what you can make.</a:t>
            </a:r>
            <a:endParaRPr lang="en-US" sz="9600" b="1" dirty="0">
              <a:solidFill>
                <a:srgbClr val="CC00C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 to login: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Instructable.com</a:t>
            </a:r>
          </a:p>
          <a:p>
            <a:r>
              <a:rPr lang="en-US" dirty="0" smtClean="0"/>
              <a:t>Github.com</a:t>
            </a:r>
          </a:p>
          <a:p>
            <a:r>
              <a:rPr lang="en-US" dirty="0" smtClean="0"/>
              <a:t>Opensource.org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66"/>
                </a:solidFill>
              </a:rPr>
              <a:t>Lets talk about one of the best Open source programming language</a:t>
            </a:r>
            <a:endParaRPr lang="en-US" b="1" dirty="0">
              <a:solidFill>
                <a:srgbClr val="FF006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545140"/>
            <a:ext cx="678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solidFill>
                  <a:srgbClr val="FF0000"/>
                </a:solidFill>
              </a:rPr>
              <a:t>PYTHON</a:t>
            </a:r>
            <a:endParaRPr lang="en-US" sz="9600" b="1" dirty="0">
              <a:solidFill>
                <a:srgbClr val="FF0000"/>
              </a:solidFill>
            </a:endParaRPr>
          </a:p>
        </p:txBody>
      </p:sp>
      <p:pic>
        <p:nvPicPr>
          <p:cNvPr id="17410" name="Picture 2" descr="D:\Icons\Python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057400"/>
            <a:ext cx="3175000" cy="317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Brief History of Python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Invented in Netherlands, 1989 by Sir Guido van </a:t>
            </a:r>
            <a:r>
              <a:rPr lang="en-US" dirty="0" err="1" smtClean="0"/>
              <a:t>Rossum</a:t>
            </a:r>
            <a:endParaRPr lang="en-US" dirty="0" smtClean="0"/>
          </a:p>
          <a:p>
            <a:r>
              <a:rPr lang="en-US" dirty="0" smtClean="0"/>
              <a:t>Named after Monty Python Circus</a:t>
            </a:r>
          </a:p>
          <a:p>
            <a:r>
              <a:rPr lang="en-US" dirty="0" smtClean="0"/>
              <a:t>Open source from the beginning</a:t>
            </a:r>
          </a:p>
          <a:p>
            <a:r>
              <a:rPr lang="en-US" dirty="0" smtClean="0"/>
              <a:t>Used by Google from the beginning</a:t>
            </a:r>
          </a:p>
          <a:p>
            <a:r>
              <a:rPr lang="en-US" dirty="0" smtClean="0"/>
              <a:t>80 Versions launched up to 4</a:t>
            </a:r>
            <a:r>
              <a:rPr lang="en-US" baseline="30000" dirty="0" smtClean="0"/>
              <a:t>th</a:t>
            </a:r>
            <a:r>
              <a:rPr lang="en-US" dirty="0" smtClean="0"/>
              <a:t> of Oct 2014</a:t>
            </a:r>
          </a:p>
          <a:p>
            <a:r>
              <a:rPr lang="en-US" dirty="0" smtClean="0"/>
              <a:t>Python language is written in C and C++</a:t>
            </a:r>
          </a:p>
          <a:p>
            <a:r>
              <a:rPr lang="en-US" dirty="0" smtClean="0"/>
              <a:t>“</a:t>
            </a:r>
            <a:r>
              <a:rPr lang="en-US" dirty="0" err="1" smtClean="0"/>
              <a:t>Jython</a:t>
            </a:r>
            <a:r>
              <a:rPr lang="en-US" dirty="0" smtClean="0"/>
              <a:t>” is written in Java for the JVM</a:t>
            </a:r>
          </a:p>
          <a:p>
            <a:r>
              <a:rPr lang="en-US" dirty="0" smtClean="0"/>
              <a:t>“Iron Python” is written in C# for the </a:t>
            </a:r>
            <a:r>
              <a:rPr lang="en-US" dirty="0" err="1" smtClean="0"/>
              <a:t>.Net</a:t>
            </a:r>
            <a:r>
              <a:rPr lang="en-US" dirty="0" smtClean="0"/>
              <a:t> environment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Why Python?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" y="1148904"/>
            <a:ext cx="7086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Python is: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 Very easy to learn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Relatively fast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Object-oriented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Strongly typed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Widely used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Portable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Garbage Collector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114800" y="2010678"/>
            <a:ext cx="4876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 C is much faster than Python but much harder to understand and use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Perl is slower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R is more of programming language for Statistics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457200"/>
            <a:ext cx="769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7030A0"/>
                </a:solidFill>
              </a:rPr>
              <a:t>Why we are learning Python</a:t>
            </a:r>
            <a:r>
              <a:rPr lang="en-US" sz="4800" b="1" dirty="0" smtClean="0">
                <a:solidFill>
                  <a:srgbClr val="7030A0"/>
                </a:solidFill>
              </a:rPr>
              <a:t>? </a:t>
            </a:r>
            <a:endParaRPr lang="en-US" sz="4800" b="1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1371600"/>
            <a:ext cx="876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600" dirty="0" smtClean="0"/>
              <a:t> Easy to learn.</a:t>
            </a:r>
          </a:p>
          <a:p>
            <a:pPr>
              <a:buFont typeface="Arial" pitchFamily="34" charset="0"/>
              <a:buChar char="•"/>
            </a:pPr>
            <a:r>
              <a:rPr lang="en-US" sz="3600" dirty="0" smtClean="0"/>
              <a:t> Lots of web based, GUI based etc products are frequently building </a:t>
            </a:r>
            <a:r>
              <a:rPr lang="en-US" sz="3600" dirty="0" smtClean="0"/>
              <a:t>in</a:t>
            </a:r>
            <a:r>
              <a:rPr lang="en-US" sz="3600" dirty="0" smtClean="0"/>
              <a:t> </a:t>
            </a:r>
            <a:r>
              <a:rPr lang="en-US" sz="3600" dirty="0" smtClean="0"/>
              <a:t>Python.</a:t>
            </a:r>
          </a:p>
          <a:p>
            <a:pPr>
              <a:buFont typeface="Arial" pitchFamily="34" charset="0"/>
              <a:buChar char="•"/>
            </a:pPr>
            <a:r>
              <a:rPr lang="en-US" sz="3600" dirty="0" smtClean="0"/>
              <a:t> Sources and Helping hands are available on Internet.</a:t>
            </a:r>
          </a:p>
          <a:p>
            <a:pPr>
              <a:buFont typeface="Arial" pitchFamily="34" charset="0"/>
              <a:buChar char="•"/>
            </a:pP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FF0000"/>
                </a:solidFill>
              </a:rPr>
              <a:t>Very </a:t>
            </a:r>
            <a:r>
              <a:rPr lang="en-US" sz="3600" b="1" dirty="0" smtClean="0">
                <a:solidFill>
                  <a:srgbClr val="FF0000"/>
                </a:solidFill>
              </a:rPr>
              <a:t>Important – Its One </a:t>
            </a:r>
            <a:r>
              <a:rPr lang="en-US" sz="3600" b="1" dirty="0" smtClean="0">
                <a:solidFill>
                  <a:srgbClr val="FF0000"/>
                </a:solidFill>
              </a:rPr>
              <a:t>of the highest paid technology.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5" y="152400"/>
            <a:ext cx="754152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Verdana" panose="020B0604030504040204" pitchFamily="34" charset="0"/>
              </a:rPr>
              <a:t>Python </a:t>
            </a:r>
            <a:r>
              <a:rPr lang="en-US" sz="3200" b="1" dirty="0" smtClean="0">
                <a:solidFill>
                  <a:srgbClr val="0070C0"/>
                </a:solidFill>
                <a:latin typeface="Verdana" panose="020B0604030504040204" pitchFamily="34" charset="0"/>
              </a:rPr>
              <a:t>Features: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Verdana" panose="020B0604030504040204" pitchFamily="34" charset="0"/>
              </a:rPr>
              <a:t>Easy-to-learn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Easy-to-read</a:t>
            </a:r>
            <a:r>
              <a:rPr lang="en-US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US" sz="2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Verdana" panose="020B0604030504040204" pitchFamily="34" charset="0"/>
              </a:rPr>
              <a:t>Easy-to-maintain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 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A </a:t>
            </a:r>
            <a:r>
              <a:rPr lang="en-US" sz="2800" b="1" dirty="0">
                <a:solidFill>
                  <a:srgbClr val="000000"/>
                </a:solidFill>
                <a:latin typeface="Verdana" panose="020B0604030504040204" pitchFamily="34" charset="0"/>
              </a:rPr>
              <a:t>broad standard </a:t>
            </a:r>
            <a:r>
              <a:rPr lang="en-US" sz="28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library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Interactive Mode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Portable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 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Extendable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 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Databases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GUI Programming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Scalable</a:t>
            </a:r>
            <a:endParaRPr lang="en-US" sz="2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0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Highest paid technology:</a:t>
            </a:r>
          </a:p>
        </p:txBody>
      </p:sp>
      <p:pic>
        <p:nvPicPr>
          <p:cNvPr id="3" name="Picture 2" descr="C:\Users\ATUL one\Desktop\Untitled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219200"/>
            <a:ext cx="8534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ATUL one\Desktop\jobgraph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219200"/>
            <a:ext cx="7848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57200" y="381000"/>
            <a:ext cx="449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Statistics by Indeed:</a:t>
            </a:r>
            <a:endParaRPr lang="en-US" sz="28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ATUL one\Desktop\trends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1" y="1066800"/>
            <a:ext cx="8839199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p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484188"/>
            <a:ext cx="8794750" cy="588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62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11289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>
                <a:solidFill>
                  <a:srgbClr val="FF0000"/>
                </a:solidFill>
              </a:rPr>
              <a:t>So why are we waiting?</a:t>
            </a:r>
          </a:p>
          <a:p>
            <a:pPr algn="ctr"/>
            <a:r>
              <a:rPr lang="en-US" sz="7200" b="1" dirty="0" smtClean="0">
                <a:solidFill>
                  <a:srgbClr val="FF0000"/>
                </a:solidFill>
              </a:rPr>
              <a:t>lets Start with Python….</a:t>
            </a:r>
          </a:p>
          <a:p>
            <a:pPr algn="ctr"/>
            <a:r>
              <a:rPr lang="en-US" sz="7200" b="1" dirty="0" smtClean="0">
                <a:solidFill>
                  <a:srgbClr val="FF0000"/>
                </a:solidFill>
              </a:rPr>
              <a:t>And </a:t>
            </a:r>
          </a:p>
          <a:p>
            <a:pPr algn="ctr"/>
            <a:r>
              <a:rPr lang="en-US" sz="7200" b="1" dirty="0" smtClean="0">
                <a:solidFill>
                  <a:srgbClr val="FF0000"/>
                </a:solidFill>
              </a:rPr>
              <a:t>Enjoy programming.</a:t>
            </a:r>
            <a:endParaRPr lang="en-US" sz="7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3211592"/>
            <a:ext cx="75438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rgbClr val="FF0066"/>
                </a:solidFill>
              </a:rPr>
              <a:t>Thank you </a:t>
            </a:r>
          </a:p>
          <a:p>
            <a:endParaRPr lang="en-US" sz="4000" dirty="0"/>
          </a:p>
          <a:p>
            <a:r>
              <a:rPr lang="en-US" sz="4000" dirty="0" err="1" smtClean="0"/>
              <a:t>Atul</a:t>
            </a:r>
            <a:r>
              <a:rPr lang="en-US" sz="4000" dirty="0" smtClean="0"/>
              <a:t> </a:t>
            </a:r>
            <a:r>
              <a:rPr lang="en-US" sz="4000" dirty="0" err="1" smtClean="0"/>
              <a:t>Ghumade</a:t>
            </a:r>
            <a:endParaRPr lang="en-US" sz="4000" dirty="0" smtClean="0"/>
          </a:p>
          <a:p>
            <a:r>
              <a:rPr lang="en-US" sz="4000" dirty="0" smtClean="0">
                <a:hlinkClick r:id="rId2"/>
              </a:rPr>
              <a:t>atulghumade69@gmail.com</a:t>
            </a:r>
            <a:endParaRPr lang="en-US" sz="4000" dirty="0" smtClean="0"/>
          </a:p>
          <a:p>
            <a:r>
              <a:rPr lang="en-US" sz="4000" dirty="0" smtClean="0"/>
              <a:t>+919860013298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1053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2569</TotalTime>
  <Words>401</Words>
  <Application>Microsoft Office PowerPoint</Application>
  <PresentationFormat>On-screen Show (4:3)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Verdana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EXAMPLES OF OPEN SOURCE</vt:lpstr>
      <vt:lpstr>EXAMPLES OF OPEN SOURCE</vt:lpstr>
      <vt:lpstr>Do you know what you can Build by using open source platform?</vt:lpstr>
      <vt:lpstr>PowerPoint Presentation</vt:lpstr>
      <vt:lpstr>Try to login:</vt:lpstr>
      <vt:lpstr>Lets talk about one of the best Open source programming language</vt:lpstr>
      <vt:lpstr>Brief History of Python</vt:lpstr>
      <vt:lpstr>Why Python?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Atul Ghumade</dc:creator>
  <cp:lastModifiedBy>ATCP-32</cp:lastModifiedBy>
  <cp:revision>50</cp:revision>
  <dcterms:created xsi:type="dcterms:W3CDTF">2006-08-16T00:00:00Z</dcterms:created>
  <dcterms:modified xsi:type="dcterms:W3CDTF">2018-01-22T05:10:29Z</dcterms:modified>
</cp:coreProperties>
</file>