
<file path=[Content_Types].xml><?xml version="1.0" encoding="utf-8"?>
<Types xmlns="http://schemas.openxmlformats.org/package/2006/content-types">
  <Override PartName="/ppt/slideMasters/slideMaster3.xml" ContentType="application/vnd.openxmlformats-officedocument.presentationml.slideMaster+xml"/>
  <Override PartName="/ppt/slides/slide47.xml" ContentType="application/vnd.openxmlformats-officedocument.presentationml.slide+xml"/>
  <Override PartName="/ppt/slides/slide58.xml" ContentType="application/vnd.openxmlformats-officedocument.presentationml.slide+xml"/>
  <Override PartName="/ppt/theme/theme5.xml" ContentType="application/vnd.openxmlformats-officedocument.theme+xml"/>
  <Override PartName="/ppt/notesSlides/notesSlide2.xml" ContentType="application/vnd.openxmlformats-officedocument.presentationml.notesSlide+xml"/>
  <Override PartName="/ppt/slides/slide36.xml" ContentType="application/vnd.openxmlformats-officedocument.presentationml.slide+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slides/slide25.xml" ContentType="application/vnd.openxmlformats-officedocument.presentationml.slide+xml"/>
  <Override PartName="/ppt/slides/slide72.xml" ContentType="application/vnd.openxmlformats-officedocument.presentationml.slide+xml"/>
  <Override PartName="/ppt/slideLayouts/slideLayout2.xml" ContentType="application/vnd.openxmlformats-officedocument.presentationml.slideLayout+xml"/>
  <Override PartName="/ppt/slideLayouts/slideLayout35.xml" ContentType="application/vnd.openxmlformats-officedocument.presentationml.slideLayout+xml"/>
  <Override PartName="/ppt/notesSlides/notesSlide27.xml" ContentType="application/vnd.openxmlformats-officedocument.presentationml.notesSlide+xml"/>
  <Override PartName="/ppt/notesSlides/notesSlide74.xml" ContentType="application/vnd.openxmlformats-officedocument.presentationml.notesSlide+xml"/>
  <Default Extension="xml" ContentType="application/xml"/>
  <Override PartName="/ppt/slides/slide14.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4.xml" ContentType="application/vnd.openxmlformats-officedocument.presentationml.slideLayout+xml"/>
  <Override PartName="/ppt/notesSlides/notesSlide16.xml" ContentType="application/vnd.openxmlformats-officedocument.presentationml.notesSlide+xml"/>
  <Override PartName="/ppt/notesSlides/notesSlide63.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notesSlides/notesSlide23.xml" ContentType="application/vnd.openxmlformats-officedocument.presentationml.notesSlide+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notesSlides/notesSlide70.xml" ContentType="application/vnd.openxmlformats-officedocument.presentationml.notesSlide+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slideMasters/slideMaster4.xml" ContentType="application/vnd.openxmlformats-officedocument.presentationml.slideMaster+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Default Extension="png" ContentType="image/png"/>
  <Override PartName="/ppt/notesSlides/notesSlide3.xml" ContentType="application/vnd.openxmlformats-officedocument.presentationml.notesSlide+xml"/>
  <Override PartName="/ppt/notesSlides/notesSlide68.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slideLayouts/slideLayout18.xml" ContentType="application/vnd.openxmlformats-officedocument.presentationml.slideLayout+xml"/>
  <Override PartName="/ppt/theme/theme2.xml" ContentType="application/vnd.openxmlformats-officedocument.theme+xml"/>
  <Override PartName="/ppt/slideLayouts/slideLayout36.xml" ContentType="application/vnd.openxmlformats-officedocument.presentationml.slideLayout+xml"/>
  <Override PartName="/ppt/notesSlides/notesSlide39.xml" ContentType="application/vnd.openxmlformats-officedocument.presentationml.notesSlide+xml"/>
  <Override PartName="/ppt/notesSlides/notesSlide57.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4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46.xml" ContentType="application/vnd.openxmlformats-officedocument.presentationml.notesSlide+xml"/>
  <Override PartName="/ppt/notesSlides/notesSlide64.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ppt/slideLayouts/slideLayout14.xml" ContentType="application/vnd.openxmlformats-officedocument.presentationml.slideLayout+xml"/>
  <Override PartName="/ppt/slideLayouts/slideLayout32.xml" ContentType="application/vnd.openxmlformats-officedocument.presentationml.slideLayout+xml"/>
  <Override PartName="/ppt/notesSlides/notesSlide24.xml" ContentType="application/vnd.openxmlformats-officedocument.presentationml.notesSlide+xml"/>
  <Override PartName="/ppt/notesSlides/notesSlide35.xml" ContentType="application/vnd.openxmlformats-officedocument.presentationml.notesSlide+xml"/>
  <Override PartName="/ppt/notesSlides/notesSlide53.xml" ContentType="application/vnd.openxmlformats-officedocument.presentationml.notesSlide+xml"/>
  <Override PartName="/ppt/notesSlides/notesSlide71.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slideLayouts/slideLayout21.xml" ContentType="application/vnd.openxmlformats-officedocument.presentationml.slideLayout+xml"/>
  <Override PartName="/ppt/notesSlides/notesSlide13.xml" ContentType="application/vnd.openxmlformats-officedocument.presentationml.notesSlide+xml"/>
  <Override PartName="/ppt/notesSlides/notesSlide42.xml" ContentType="application/vnd.openxmlformats-officedocument.presentationml.notesSlide+xml"/>
  <Override PartName="/ppt/notesSlides/notesSlide60.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slides/slide49.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notesSlides/notesSlide69.xml" ContentType="application/vnd.openxmlformats-officedocument.presentationml.notesSlide+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notesSlides/notesSlide58.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44.xml" ContentType="application/vnd.openxmlformats-officedocument.presentationml.slideLayout+xml"/>
  <Override PartName="/ppt/notesSlides/notesSlide18.xml" ContentType="application/vnd.openxmlformats-officedocument.presentationml.notesSlide+xml"/>
  <Override PartName="/ppt/notesSlides/notesSlide36.xml" ContentType="application/vnd.openxmlformats-officedocument.presentationml.notesSlide+xml"/>
  <Override PartName="/ppt/notesSlides/notesSlide65.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Layouts/slideLayout22.xml" ContentType="application/vnd.openxmlformats-officedocument.presentationml.slideLayout+xml"/>
  <Override PartName="/ppt/slideLayouts/slideLayout33.xml" ContentType="application/vnd.openxmlformats-officedocument.presentationml.slideLayout+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notesSlides/notesSlide72.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slideLayouts/slideLayout40.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61.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50.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Masters/slideMaster2.xml" ContentType="application/vnd.openxmlformats-officedocument.presentationml.slideMaster+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Layouts/slideLayout38.xml" ContentType="application/vnd.openxmlformats-officedocument.presentationml.slideLayout+xml"/>
  <Override PartName="/ppt/theme/theme4.xml" ContentType="application/vnd.openxmlformats-officedocument.theme+xml"/>
  <Override PartName="/ppt/notesSlides/notesSlide1.xml" ContentType="application/vnd.openxmlformats-officedocument.presentationml.notesSlide+xml"/>
  <Override PartName="/ppt/notesSlides/notesSlide59.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Layouts/slideLayout5.xml" ContentType="application/vnd.openxmlformats-officedocument.presentationml.slideLayout+xml"/>
  <Override PartName="/ppt/slideLayouts/slideLayout27.xml" ContentType="application/vnd.openxmlformats-officedocument.presentationml.slideLayout+xml"/>
  <Override PartName="/ppt/notesSlides/notesSlide19.xml" ContentType="application/vnd.openxmlformats-officedocument.presentationml.notesSlide+xml"/>
  <Override PartName="/ppt/notesSlides/notesSlide48.xml" ContentType="application/vnd.openxmlformats-officedocument.presentationml.notesSlide+xml"/>
  <Override PartName="/ppt/notesSlides/notesSlide66.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Layouts/slideLayout16.xml" ContentType="application/vnd.openxmlformats-officedocument.presentationml.slideLayout+xml"/>
  <Override PartName="/ppt/slideLayouts/slideLayout34.xml" ContentType="application/vnd.openxmlformats-officedocument.presentationml.slideLayout+xml"/>
  <Default Extension="jpeg" ContentType="image/jpeg"/>
  <Override PartName="/ppt/notesSlides/notesSlide37.xml" ContentType="application/vnd.openxmlformats-officedocument.presentationml.notesSlide+xml"/>
  <Override PartName="/ppt/notesSlides/notesSlide55.xml" ContentType="application/vnd.openxmlformats-officedocument.presentationml.notesSlide+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41.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notesSlides/notesSlide44.xml" ContentType="application/vnd.openxmlformats-officedocument.presentationml.notesSlide+xml"/>
  <Override PartName="/ppt/notesSlides/notesSlide62.xml" ContentType="application/vnd.openxmlformats-officedocument.presentationml.notesSlide+xml"/>
  <Override PartName="/ppt/notesSlides/notesSlide73.xml" ContentType="application/vnd.openxmlformats-officedocument.presentationml.notes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30.xml" ContentType="application/vnd.openxmlformats-officedocument.presentationml.slideLayout+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51.xml" ContentType="application/vnd.openxmlformats-officedocument.presentationml.notesSlide+xml"/>
  <Override PartName="/ppt/notesSlides/notesSlide1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69.xml" ContentType="application/vnd.openxmlformats-officedocument.presentationml.slide+xml"/>
  <Override PartName="/ppt/slides/slide29.xml" ContentType="application/vnd.openxmlformats-officedocument.presentationml.slide+xml"/>
  <Override PartName="/ppt/slideLayouts/slideLayout39.xml" ContentType="application/vnd.openxmlformats-officedocument.presentationml.slideLayout+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notesSlides/notesSlide67.xml" ContentType="application/vnd.openxmlformats-officedocument.presentationml.notesSlide+xml"/>
  <Override PartName="/ppt/slides/slide43.xml" ContentType="application/vnd.openxmlformats-officedocument.presentationml.slide+xml"/>
  <Override PartName="/ppt/theme/theme1.xml" ContentType="application/vnd.openxmlformats-officedocument.theme+xml"/>
  <Override PartName="/ppt/notesSlides/notesSlide45.xml" ContentType="application/vnd.openxmlformats-officedocument.presentationml.notesSlide+xml"/>
  <Override PartName="/ppt/notesSlides/notesSlide56.xml" ContentType="application/vnd.openxmlformats-officedocument.presentationml.notesSlide+xml"/>
  <Override PartName="/ppt/slides/slide32.xml" ContentType="application/vnd.openxmlformats-officedocument.presentationml.slide+xml"/>
  <Default Extension="fntdata" ContentType="application/x-fontdata"/>
  <Override PartName="/ppt/slideLayouts/slideLayout42.xml" ContentType="application/vnd.openxmlformats-officedocument.presentationml.slideLayout+xml"/>
  <Override PartName="/ppt/notesSlides/notesSlide34.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2" r:id="rId1"/>
    <p:sldMasterId id="2147483693" r:id="rId2"/>
    <p:sldMasterId id="2147483694" r:id="rId3"/>
    <p:sldMasterId id="2147483695" r:id="rId4"/>
  </p:sldMasterIdLst>
  <p:notesMasterIdLst>
    <p:notesMasterId r:id="rId79"/>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 id="327" r:id="rId76"/>
    <p:sldId id="328" r:id="rId77"/>
    <p:sldId id="329" r:id="rId78"/>
  </p:sldIdLst>
  <p:sldSz cx="16256000" cy="9144000"/>
  <p:notesSz cx="6858000" cy="9144000"/>
  <p:embeddedFontLst>
    <p:embeddedFont>
      <p:font typeface="Cabin" charset="0"/>
      <p:regular r:id="rId80"/>
      <p:bold r:id="rId81"/>
      <p:italic r:id="rId82"/>
      <p:boldItalic r:id="rId83"/>
    </p:embeddedFont>
  </p:embeddedFontLst>
  <p:defaultTex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90651C3A-4460-11DB-9652-00E08161165F}"/>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1" d="100"/>
          <a:sy n="51" d="100"/>
        </p:scale>
        <p:origin x="-750" y="-90"/>
      </p:cViewPr>
      <p:guideLst>
        <p:guide orient="horz" pos="2880"/>
        <p:guide pos="512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slide" Target="slides/slide59.xml"/><Relationship Id="rId68" Type="http://schemas.openxmlformats.org/officeDocument/2006/relationships/slide" Target="slides/slide64.xml"/><Relationship Id="rId76" Type="http://schemas.openxmlformats.org/officeDocument/2006/relationships/slide" Target="slides/slide72.xml"/><Relationship Id="rId84"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slide" Target="slides/slide70.xml"/><Relationship Id="rId79" Type="http://schemas.openxmlformats.org/officeDocument/2006/relationships/notesMaster" Target="notesMasters/notesMaster1.xml"/><Relationship Id="rId87"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font" Target="fonts/font3.fntdata"/><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font" Target="fonts/font1.fntdata"/><Relationship Id="rId85"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font" Target="fonts/font2.fntdata"/><Relationship Id="rId86"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1"/>
        <p:cNvGrpSpPr/>
        <p:nvPr/>
      </p:nvGrpSpPr>
      <p:grpSpPr>
        <a:xfrm>
          <a:off x="0" y="0"/>
          <a:ext cx="0" cy="0"/>
          <a:chOff x="0" y="0"/>
          <a:chExt cx="0" cy="0"/>
        </a:xfrm>
      </p:grpSpPr>
      <p:sp>
        <p:nvSpPr>
          <p:cNvPr id="2" name="Shape 2"/>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3" name="Shape 3"/>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a:spcBef>
                <a:spcPts val="0"/>
              </a:spcBef>
              <a:defRPr sz="1100"/>
            </a:lvl1pPr>
            <a:lvl2pPr>
              <a:spcBef>
                <a:spcPts val="0"/>
              </a:spcBef>
              <a:defRPr sz="1100"/>
            </a:lvl2pPr>
            <a:lvl3pPr>
              <a:spcBef>
                <a:spcPts val="0"/>
              </a:spcBef>
              <a:defRPr sz="1100"/>
            </a:lvl3pPr>
            <a:lvl4pPr>
              <a:spcBef>
                <a:spcPts val="0"/>
              </a:spcBef>
              <a:defRPr sz="1100"/>
            </a:lvl4pPr>
            <a:lvl5pPr>
              <a:spcBef>
                <a:spcPts val="0"/>
              </a:spcBef>
              <a:defRPr sz="1100"/>
            </a:lvl5pPr>
            <a:lvl6pPr>
              <a:spcBef>
                <a:spcPts val="0"/>
              </a:spcBef>
              <a:defRPr sz="1100"/>
            </a:lvl6pPr>
            <a:lvl7pPr>
              <a:spcBef>
                <a:spcPts val="0"/>
              </a:spcBef>
              <a:defRPr sz="1100"/>
            </a:lvl7pPr>
            <a:lvl8pPr>
              <a:spcBef>
                <a:spcPts val="0"/>
              </a:spcBef>
              <a:defRPr sz="1100"/>
            </a:lvl8pPr>
            <a:lvl9pPr>
              <a:spcBef>
                <a:spcPts val="0"/>
              </a:spcBef>
              <a:defRPr sz="1100"/>
            </a:lvl9p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Shape 5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r>
              <a:rPr lang="en-US">
                <a:solidFill>
                  <a:schemeClr val="dk2"/>
                </a:solidFill>
              </a:rPr>
              <a:t>Note from Chuck.  If you are using these materials, you can remove the UM logo and replace it with your own, but please retain the CC-BY logo on the first page as well as retain the entire last page.</a:t>
            </a:r>
          </a:p>
        </p:txBody>
      </p:sp>
      <p:sp>
        <p:nvSpPr>
          <p:cNvPr id="51" name="Shape 5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Shape 96"/>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97" name="Shape 97"/>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Shape 103"/>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104" name="Shape 104"/>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Shape 109"/>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110" name="Shape 110"/>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Shape 115"/>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116" name="Shape 116"/>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Shape 123"/>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124" name="Shape 124"/>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Shape 129"/>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130" name="Shape 130"/>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Shape 146"/>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147" name="Shape 147"/>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Shape 153"/>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154" name="Shape 154"/>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Shape 16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161" name="Shape 161"/>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Shape 167"/>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168" name="Shape 168"/>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Shape 173"/>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174" name="Shape 174"/>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Shape 179"/>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180" name="Shape 180"/>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Shape 199"/>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200" name="Shape 200"/>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Shape 206"/>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207" name="Shape 207"/>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Shape 223"/>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224" name="Shape 224"/>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Shape 229"/>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230" name="Shape 230"/>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Shape 235"/>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236" name="Shape 236"/>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Shape 241"/>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242" name="Shape 242"/>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Shape 248"/>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249" name="Shape 249"/>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Shape 255"/>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256" name="Shape 256"/>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Shape 262"/>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263" name="Shape 263"/>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Shape 269"/>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270" name="Shape 270"/>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Shape 276"/>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277" name="Shape 277"/>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Shape 283"/>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284" name="Shape 284"/>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Shape 29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291" name="Shape 291"/>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Shape 298"/>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299" name="Shape 299"/>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Shape 306"/>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307" name="Shape 307"/>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Shape 314"/>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315" name="Shape 315"/>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Shape 319"/>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320" name="Shape 320"/>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Shape 33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331" name="Shape 331"/>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Shape 336"/>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337" name="Shape 337"/>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Shape 342"/>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343" name="Shape 343"/>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Shape 348"/>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349" name="Shape 349"/>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Shape 353"/>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354" name="Shape 354"/>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Shape 358"/>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359" name="Shape 359"/>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Shape 364"/>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365" name="Shape 365"/>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Shape 376"/>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377" name="Shape 377"/>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Shape 39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391" name="Shape 391"/>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Shape 413"/>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414" name="Shape 414"/>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Shape 435"/>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436" name="Shape 436"/>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Shape 478"/>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479" name="Shape 479"/>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Shape 487"/>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488" name="Shape 488"/>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Shape 494"/>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495" name="Shape 495"/>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Shape 506"/>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507" name="Shape 507"/>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Shape 512"/>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513" name="Shape 513"/>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Shape 52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521" name="Shape 521"/>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Shape 527"/>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528" name="Shape 528"/>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Shape 536"/>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537" name="Shape 537"/>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Shape 542"/>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543" name="Shape 543"/>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3"/>
        <p:cNvGrpSpPr/>
        <p:nvPr/>
      </p:nvGrpSpPr>
      <p:grpSpPr>
        <a:xfrm>
          <a:off x="0" y="0"/>
          <a:ext cx="0" cy="0"/>
          <a:chOff x="0" y="0"/>
          <a:chExt cx="0" cy="0"/>
        </a:xfrm>
      </p:grpSpPr>
      <p:sp>
        <p:nvSpPr>
          <p:cNvPr id="564" name="Shape 564"/>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565" name="Shape 565"/>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590" name="Shape 59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591" name="Shape 591"/>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6"/>
        <p:cNvGrpSpPr/>
        <p:nvPr/>
      </p:nvGrpSpPr>
      <p:grpSpPr>
        <a:xfrm>
          <a:off x="0" y="0"/>
          <a:ext cx="0" cy="0"/>
          <a:chOff x="0" y="0"/>
          <a:chExt cx="0" cy="0"/>
        </a:xfrm>
      </p:grpSpPr>
      <p:sp>
        <p:nvSpPr>
          <p:cNvPr id="617" name="Shape 617"/>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618" name="Shape 618"/>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Shape 622"/>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623" name="Shape 623"/>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6"/>
        <p:cNvGrpSpPr/>
        <p:nvPr/>
      </p:nvGrpSpPr>
      <p:grpSpPr>
        <a:xfrm>
          <a:off x="0" y="0"/>
          <a:ext cx="0" cy="0"/>
          <a:chOff x="0" y="0"/>
          <a:chExt cx="0" cy="0"/>
        </a:xfrm>
      </p:grpSpPr>
      <p:sp>
        <p:nvSpPr>
          <p:cNvPr id="627" name="Shape 627"/>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628" name="Shape 628"/>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1"/>
        <p:cNvGrpSpPr/>
        <p:nvPr/>
      </p:nvGrpSpPr>
      <p:grpSpPr>
        <a:xfrm>
          <a:off x="0" y="0"/>
          <a:ext cx="0" cy="0"/>
          <a:chOff x="0" y="0"/>
          <a:chExt cx="0" cy="0"/>
        </a:xfrm>
      </p:grpSpPr>
      <p:sp>
        <p:nvSpPr>
          <p:cNvPr id="632" name="Shape 632"/>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633" name="Shape 633"/>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6"/>
        <p:cNvGrpSpPr/>
        <p:nvPr/>
      </p:nvGrpSpPr>
      <p:grpSpPr>
        <a:xfrm>
          <a:off x="0" y="0"/>
          <a:ext cx="0" cy="0"/>
          <a:chOff x="0" y="0"/>
          <a:chExt cx="0" cy="0"/>
        </a:xfrm>
      </p:grpSpPr>
      <p:sp>
        <p:nvSpPr>
          <p:cNvPr id="637" name="Shape 637"/>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638" name="Shape 638"/>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3"/>
        <p:cNvGrpSpPr/>
        <p:nvPr/>
      </p:nvGrpSpPr>
      <p:grpSpPr>
        <a:xfrm>
          <a:off x="0" y="0"/>
          <a:ext cx="0" cy="0"/>
          <a:chOff x="0" y="0"/>
          <a:chExt cx="0" cy="0"/>
        </a:xfrm>
      </p:grpSpPr>
      <p:sp>
        <p:nvSpPr>
          <p:cNvPr id="644" name="Shape 644"/>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645" name="Shape 645"/>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Shape 65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651" name="Shape 651"/>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Shape 656"/>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657" name="Shape 657"/>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1"/>
        <p:cNvGrpSpPr/>
        <p:nvPr/>
      </p:nvGrpSpPr>
      <p:grpSpPr>
        <a:xfrm>
          <a:off x="0" y="0"/>
          <a:ext cx="0" cy="0"/>
          <a:chOff x="0" y="0"/>
          <a:chExt cx="0" cy="0"/>
        </a:xfrm>
      </p:grpSpPr>
      <p:sp>
        <p:nvSpPr>
          <p:cNvPr id="662" name="Shape 662"/>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663" name="Shape 663"/>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7"/>
        <p:cNvGrpSpPr/>
        <p:nvPr/>
      </p:nvGrpSpPr>
      <p:grpSpPr>
        <a:xfrm>
          <a:off x="0" y="0"/>
          <a:ext cx="0" cy="0"/>
          <a:chOff x="0" y="0"/>
          <a:chExt cx="0" cy="0"/>
        </a:xfrm>
      </p:grpSpPr>
      <p:sp>
        <p:nvSpPr>
          <p:cNvPr id="678" name="Shape 678"/>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679" name="Shape 679"/>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Shape 685"/>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686" name="Shape 686"/>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0"/>
        <p:cNvGrpSpPr/>
        <p:nvPr/>
      </p:nvGrpSpPr>
      <p:grpSpPr>
        <a:xfrm>
          <a:off x="0" y="0"/>
          <a:ext cx="0" cy="0"/>
          <a:chOff x="0" y="0"/>
          <a:chExt cx="0" cy="0"/>
        </a:xfrm>
      </p:grpSpPr>
      <p:sp>
        <p:nvSpPr>
          <p:cNvPr id="691" name="Shape 691"/>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692" name="Shape 692"/>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6"/>
        <p:cNvGrpSpPr/>
        <p:nvPr/>
      </p:nvGrpSpPr>
      <p:grpSpPr>
        <a:xfrm>
          <a:off x="0" y="0"/>
          <a:ext cx="0" cy="0"/>
          <a:chOff x="0" y="0"/>
          <a:chExt cx="0" cy="0"/>
        </a:xfrm>
      </p:grpSpPr>
      <p:sp>
        <p:nvSpPr>
          <p:cNvPr id="697" name="Shape 697"/>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698" name="Shape 698"/>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0"/>
        <p:cNvGrpSpPr/>
        <p:nvPr/>
      </p:nvGrpSpPr>
      <p:grpSpPr>
        <a:xfrm>
          <a:off x="0" y="0"/>
          <a:ext cx="0" cy="0"/>
          <a:chOff x="0" y="0"/>
          <a:chExt cx="0" cy="0"/>
        </a:xfrm>
      </p:grpSpPr>
      <p:sp>
        <p:nvSpPr>
          <p:cNvPr id="711" name="Shape 711"/>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712" name="Shape 712"/>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1"/>
        <p:cNvGrpSpPr/>
        <p:nvPr/>
      </p:nvGrpSpPr>
      <p:grpSpPr>
        <a:xfrm>
          <a:off x="0" y="0"/>
          <a:ext cx="0" cy="0"/>
          <a:chOff x="0" y="0"/>
          <a:chExt cx="0" cy="0"/>
        </a:xfrm>
      </p:grpSpPr>
      <p:sp>
        <p:nvSpPr>
          <p:cNvPr id="722" name="Shape 722"/>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723" name="Shape 723"/>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Shape 736"/>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737" name="Shape 737"/>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5"/>
        <p:cNvGrpSpPr/>
        <p:nvPr/>
      </p:nvGrpSpPr>
      <p:grpSpPr>
        <a:xfrm>
          <a:off x="0" y="0"/>
          <a:ext cx="0" cy="0"/>
          <a:chOff x="0" y="0"/>
          <a:chExt cx="0" cy="0"/>
        </a:xfrm>
      </p:grpSpPr>
      <p:sp>
        <p:nvSpPr>
          <p:cNvPr id="746" name="Shape 746"/>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747" name="Shape 747"/>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1"/>
        <p:cNvGrpSpPr/>
        <p:nvPr/>
      </p:nvGrpSpPr>
      <p:grpSpPr>
        <a:xfrm>
          <a:off x="0" y="0"/>
          <a:ext cx="0" cy="0"/>
          <a:chOff x="0" y="0"/>
          <a:chExt cx="0" cy="0"/>
        </a:xfrm>
      </p:grpSpPr>
      <p:sp>
        <p:nvSpPr>
          <p:cNvPr id="752" name="Shape 752"/>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753" name="Shape 753"/>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7"/>
        <p:cNvGrpSpPr/>
        <p:nvPr/>
      </p:nvGrpSpPr>
      <p:grpSpPr>
        <a:xfrm>
          <a:off x="0" y="0"/>
          <a:ext cx="0" cy="0"/>
          <a:chOff x="0" y="0"/>
          <a:chExt cx="0" cy="0"/>
        </a:xfrm>
      </p:grpSpPr>
      <p:sp>
        <p:nvSpPr>
          <p:cNvPr id="758" name="Shape 758"/>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759" name="Shape 759"/>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3"/>
        <p:cNvGrpSpPr/>
        <p:nvPr/>
      </p:nvGrpSpPr>
      <p:grpSpPr>
        <a:xfrm>
          <a:off x="0" y="0"/>
          <a:ext cx="0" cy="0"/>
          <a:chOff x="0" y="0"/>
          <a:chExt cx="0" cy="0"/>
        </a:xfrm>
      </p:grpSpPr>
      <p:sp>
        <p:nvSpPr>
          <p:cNvPr id="764" name="Shape 764"/>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765" name="Shape 765"/>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9"/>
        <p:cNvGrpSpPr/>
        <p:nvPr/>
      </p:nvGrpSpPr>
      <p:grpSpPr>
        <a:xfrm>
          <a:off x="0" y="0"/>
          <a:ext cx="0" cy="0"/>
          <a:chOff x="0" y="0"/>
          <a:chExt cx="0" cy="0"/>
        </a:xfrm>
      </p:grpSpPr>
      <p:sp>
        <p:nvSpPr>
          <p:cNvPr id="770" name="Shape 77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771" name="Shape 771"/>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8"/>
        <p:cNvGrpSpPr/>
        <p:nvPr/>
      </p:nvGrpSpPr>
      <p:grpSpPr>
        <a:xfrm>
          <a:off x="0" y="0"/>
          <a:ext cx="0" cy="0"/>
          <a:chOff x="0" y="0"/>
          <a:chExt cx="0" cy="0"/>
        </a:xfrm>
      </p:grpSpPr>
      <p:sp>
        <p:nvSpPr>
          <p:cNvPr id="819" name="Shape 81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820" name="Shape 82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Shape 7"/>
        <p:cNvGrpSpPr/>
        <p:nvPr/>
      </p:nvGrpSpPr>
      <p:grpSpPr>
        <a:xfrm>
          <a:off x="0" y="0"/>
          <a:ext cx="0" cy="0"/>
          <a:chOff x="0" y="0"/>
          <a:chExt cx="0" cy="0"/>
        </a:xfrm>
      </p:grpSpPr>
      <p:sp>
        <p:nvSpPr>
          <p:cNvPr id="8" name="Shape 8"/>
          <p:cNvSpPr txBox="1">
            <a:spLocks noGrp="1"/>
          </p:cNvSpPr>
          <p:nvPr>
            <p:ph type="title"/>
          </p:nvPr>
        </p:nvSpPr>
        <p:spPr>
          <a:xfrm rot="5400000">
            <a:off x="11231562" y="1909762"/>
            <a:ext cx="4229100" cy="3482975"/>
          </a:xfrm>
          <a:prstGeom prst="rect">
            <a:avLst/>
          </a:prstGeom>
          <a:noFill/>
          <a:ln>
            <a:noFill/>
          </a:ln>
        </p:spPr>
        <p:txBody>
          <a:bodyPr lIns="91425" tIns="91425" rIns="91425" bIns="91425" anchor="b"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9" name="Shape 9"/>
          <p:cNvSpPr txBox="1">
            <a:spLocks noGrp="1"/>
          </p:cNvSpPr>
          <p:nvPr>
            <p:ph type="body" idx="1"/>
          </p:nvPr>
        </p:nvSpPr>
        <p:spPr>
          <a:xfrm rot="5400000">
            <a:off x="4189412" y="-1497012"/>
            <a:ext cx="4229100" cy="10296524"/>
          </a:xfrm>
          <a:prstGeom prst="rect">
            <a:avLst/>
          </a:prstGeom>
          <a:noFill/>
          <a:ln>
            <a:noFill/>
          </a:ln>
        </p:spPr>
        <p:txBody>
          <a:bodyPr lIns="91425" tIns="91425" rIns="91425" bIns="91425" anchor="t" anchorCtr="0"/>
          <a:lstStyle>
            <a:lvl1pPr marL="342900" indent="-342900" algn="ctr" rtl="0">
              <a:spcBef>
                <a:spcPts val="0"/>
              </a:spcBef>
              <a:spcAft>
                <a:spcPts val="0"/>
              </a:spcAft>
              <a:defRPr/>
            </a:lvl1pPr>
            <a:lvl2pPr marL="742950" indent="-285750" algn="ctr" rtl="0">
              <a:spcBef>
                <a:spcPts val="0"/>
              </a:spcBef>
              <a:spcAft>
                <a:spcPts val="0"/>
              </a:spcAft>
              <a:defRPr/>
            </a:lvl2pPr>
            <a:lvl3pPr marL="1143000" indent="-228600" algn="ctr" rtl="0">
              <a:spcBef>
                <a:spcPts val="0"/>
              </a:spcBef>
              <a:spcAft>
                <a:spcPts val="0"/>
              </a:spcAft>
              <a:defRPr/>
            </a:lvl3pPr>
            <a:lvl4pPr marL="1600200" indent="-228600" algn="ctr" rtl="0">
              <a:spcBef>
                <a:spcPts val="0"/>
              </a:spcBef>
              <a:spcAft>
                <a:spcPts val="0"/>
              </a:spcAft>
              <a:defRPr/>
            </a:lvl4pPr>
            <a:lvl5pPr marL="2057400" indent="-228600"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Shape 10"/>
        <p:cNvGrpSpPr/>
        <p:nvPr/>
      </p:nvGrpSpPr>
      <p:grpSpPr>
        <a:xfrm>
          <a:off x="0" y="0"/>
          <a:ext cx="0" cy="0"/>
          <a:chOff x="0" y="0"/>
          <a:chExt cx="0" cy="0"/>
        </a:xfrm>
      </p:grpSpPr>
      <p:sp>
        <p:nvSpPr>
          <p:cNvPr id="11" name="Shape 11"/>
          <p:cNvSpPr txBox="1">
            <a:spLocks noGrp="1"/>
          </p:cNvSpPr>
          <p:nvPr>
            <p:ph type="title"/>
          </p:nvPr>
        </p:nvSpPr>
        <p:spPr>
          <a:xfrm>
            <a:off x="1155700" y="1536700"/>
            <a:ext cx="13931900" cy="3086099"/>
          </a:xfrm>
          <a:prstGeom prst="rect">
            <a:avLst/>
          </a:prstGeom>
          <a:noFill/>
          <a:ln>
            <a:noFill/>
          </a:ln>
        </p:spPr>
        <p:txBody>
          <a:bodyPr lIns="91425" tIns="91425" rIns="91425" bIns="91425" anchor="b"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12" name="Shape 12"/>
          <p:cNvSpPr txBox="1">
            <a:spLocks noGrp="1"/>
          </p:cNvSpPr>
          <p:nvPr>
            <p:ph type="body" idx="1"/>
          </p:nvPr>
        </p:nvSpPr>
        <p:spPr>
          <a:xfrm rot="5400000">
            <a:off x="7594599" y="-1727200"/>
            <a:ext cx="1054100" cy="13931900"/>
          </a:xfrm>
          <a:prstGeom prst="rect">
            <a:avLst/>
          </a:prstGeom>
          <a:noFill/>
          <a:ln>
            <a:noFill/>
          </a:ln>
        </p:spPr>
        <p:txBody>
          <a:bodyPr lIns="91425" tIns="91425" rIns="91425" bIns="91425" anchor="t" anchorCtr="0"/>
          <a:lstStyle>
            <a:lvl1pPr marL="342900" indent="-342900" algn="ctr" rtl="0">
              <a:spcBef>
                <a:spcPts val="0"/>
              </a:spcBef>
              <a:spcAft>
                <a:spcPts val="0"/>
              </a:spcAft>
              <a:defRPr/>
            </a:lvl1pPr>
            <a:lvl2pPr marL="742950" indent="-285750" algn="ctr" rtl="0">
              <a:spcBef>
                <a:spcPts val="0"/>
              </a:spcBef>
              <a:spcAft>
                <a:spcPts val="0"/>
              </a:spcAft>
              <a:defRPr/>
            </a:lvl2pPr>
            <a:lvl3pPr marL="1143000" indent="-228600" algn="ctr" rtl="0">
              <a:spcBef>
                <a:spcPts val="0"/>
              </a:spcBef>
              <a:spcAft>
                <a:spcPts val="0"/>
              </a:spcAft>
              <a:defRPr/>
            </a:lvl3pPr>
            <a:lvl4pPr marL="1600200" indent="-228600" algn="ctr" rtl="0">
              <a:spcBef>
                <a:spcPts val="0"/>
              </a:spcBef>
              <a:spcAft>
                <a:spcPts val="0"/>
              </a:spcAft>
              <a:defRPr/>
            </a:lvl4pPr>
            <a:lvl5pPr marL="2057400" indent="-228600"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Shape 13"/>
        <p:cNvGrpSpPr/>
        <p:nvPr/>
      </p:nvGrpSpPr>
      <p:grpSpPr>
        <a:xfrm>
          <a:off x="0" y="0"/>
          <a:ext cx="0" cy="0"/>
          <a:chOff x="0" y="0"/>
          <a:chExt cx="0" cy="0"/>
        </a:xfrm>
      </p:grpSpPr>
      <p:sp>
        <p:nvSpPr>
          <p:cNvPr id="14" name="Shape 14"/>
          <p:cNvSpPr txBox="1">
            <a:spLocks noGrp="1"/>
          </p:cNvSpPr>
          <p:nvPr>
            <p:ph type="title"/>
          </p:nvPr>
        </p:nvSpPr>
        <p:spPr>
          <a:xfrm>
            <a:off x="3186113" y="6400800"/>
            <a:ext cx="9753599" cy="755649"/>
          </a:xfrm>
          <a:prstGeom prst="rect">
            <a:avLst/>
          </a:prstGeom>
          <a:noFill/>
          <a:ln>
            <a:noFill/>
          </a:ln>
        </p:spPr>
        <p:txBody>
          <a:bodyPr lIns="91425" tIns="91425" rIns="91425" bIns="91425" anchor="b"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15" name="Shape 15"/>
          <p:cNvSpPr>
            <a:spLocks noGrp="1"/>
          </p:cNvSpPr>
          <p:nvPr>
            <p:ph type="pic" idx="2"/>
          </p:nvPr>
        </p:nvSpPr>
        <p:spPr>
          <a:xfrm>
            <a:off x="3186113" y="817562"/>
            <a:ext cx="9753599" cy="5486399"/>
          </a:xfrm>
          <a:prstGeom prst="rect">
            <a:avLst/>
          </a:prstGeom>
          <a:noFill/>
          <a:ln>
            <a:noFill/>
          </a:ln>
        </p:spPr>
      </p:sp>
      <p:sp>
        <p:nvSpPr>
          <p:cNvPr id="16" name="Shape 16"/>
          <p:cNvSpPr txBox="1">
            <a:spLocks noGrp="1"/>
          </p:cNvSpPr>
          <p:nvPr>
            <p:ph type="body" idx="1"/>
          </p:nvPr>
        </p:nvSpPr>
        <p:spPr>
          <a:xfrm>
            <a:off x="3186113" y="7156450"/>
            <a:ext cx="9753599" cy="1073150"/>
          </a:xfrm>
          <a:prstGeom prst="rect">
            <a:avLst/>
          </a:prstGeom>
          <a:noFill/>
          <a:ln>
            <a:noFill/>
          </a:ln>
        </p:spPr>
        <p:txBody>
          <a:bodyPr lIns="91425" tIns="91425" rIns="91425" bIns="91425" anchor="t"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Shape 17"/>
        <p:cNvGrpSpPr/>
        <p:nvPr/>
      </p:nvGrpSpPr>
      <p:grpSpPr>
        <a:xfrm>
          <a:off x="0" y="0"/>
          <a:ext cx="0" cy="0"/>
          <a:chOff x="0" y="0"/>
          <a:chExt cx="0" cy="0"/>
        </a:xfrm>
      </p:grpSpPr>
      <p:sp>
        <p:nvSpPr>
          <p:cNvPr id="18" name="Shape 18"/>
          <p:cNvSpPr txBox="1">
            <a:spLocks noGrp="1"/>
          </p:cNvSpPr>
          <p:nvPr>
            <p:ph type="title"/>
          </p:nvPr>
        </p:nvSpPr>
        <p:spPr>
          <a:xfrm>
            <a:off x="812800" y="363537"/>
            <a:ext cx="5348287" cy="1549400"/>
          </a:xfrm>
          <a:prstGeom prst="rect">
            <a:avLst/>
          </a:prstGeom>
          <a:noFill/>
          <a:ln>
            <a:noFill/>
          </a:ln>
        </p:spPr>
        <p:txBody>
          <a:bodyPr lIns="91425" tIns="91425" rIns="91425" bIns="91425" anchor="b"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19" name="Shape 19"/>
          <p:cNvSpPr txBox="1">
            <a:spLocks noGrp="1"/>
          </p:cNvSpPr>
          <p:nvPr>
            <p:ph type="body" idx="1"/>
          </p:nvPr>
        </p:nvSpPr>
        <p:spPr>
          <a:xfrm>
            <a:off x="6356350" y="363537"/>
            <a:ext cx="9086849" cy="7804150"/>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20" name="Shape 20"/>
          <p:cNvSpPr txBox="1">
            <a:spLocks noGrp="1"/>
          </p:cNvSpPr>
          <p:nvPr>
            <p:ph type="body" idx="2"/>
          </p:nvPr>
        </p:nvSpPr>
        <p:spPr>
          <a:xfrm>
            <a:off x="812800" y="1912938"/>
            <a:ext cx="5348287" cy="6254749"/>
          </a:xfrm>
          <a:prstGeom prst="rect">
            <a:avLst/>
          </a:prstGeom>
          <a:noFill/>
          <a:ln>
            <a:noFill/>
          </a:ln>
        </p:spPr>
        <p:txBody>
          <a:bodyPr lIns="91425" tIns="91425" rIns="91425" bIns="91425" anchor="t"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21"/>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1155700" y="1536700"/>
            <a:ext cx="13931900" cy="3086099"/>
          </a:xfrm>
          <a:prstGeom prst="rect">
            <a:avLst/>
          </a:prstGeom>
          <a:noFill/>
          <a:ln>
            <a:noFill/>
          </a:ln>
        </p:spPr>
        <p:txBody>
          <a:bodyPr lIns="91425" tIns="91425" rIns="91425" bIns="91425" anchor="b"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Shape 24"/>
        <p:cNvGrpSpPr/>
        <p:nvPr/>
      </p:nvGrpSpPr>
      <p:grpSpPr>
        <a:xfrm>
          <a:off x="0" y="0"/>
          <a:ext cx="0" cy="0"/>
          <a:chOff x="0" y="0"/>
          <a:chExt cx="0" cy="0"/>
        </a:xfrm>
      </p:grpSpPr>
      <p:sp>
        <p:nvSpPr>
          <p:cNvPr id="25" name="Shape 25"/>
          <p:cNvSpPr txBox="1">
            <a:spLocks noGrp="1"/>
          </p:cNvSpPr>
          <p:nvPr>
            <p:ph type="title"/>
          </p:nvPr>
        </p:nvSpPr>
        <p:spPr>
          <a:xfrm>
            <a:off x="812800" y="366712"/>
            <a:ext cx="14630400" cy="1524000"/>
          </a:xfrm>
          <a:prstGeom prst="rect">
            <a:avLst/>
          </a:prstGeom>
          <a:noFill/>
          <a:ln>
            <a:noFill/>
          </a:ln>
        </p:spPr>
        <p:txBody>
          <a:bodyPr lIns="91425" tIns="91425" rIns="91425" bIns="91425" anchor="b"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26" name="Shape 26"/>
          <p:cNvSpPr txBox="1">
            <a:spLocks noGrp="1"/>
          </p:cNvSpPr>
          <p:nvPr>
            <p:ph type="body" idx="1"/>
          </p:nvPr>
        </p:nvSpPr>
        <p:spPr>
          <a:xfrm>
            <a:off x="812800" y="2046288"/>
            <a:ext cx="7181849" cy="854074"/>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
        <p:nvSpPr>
          <p:cNvPr id="27" name="Shape 27"/>
          <p:cNvSpPr txBox="1">
            <a:spLocks noGrp="1"/>
          </p:cNvSpPr>
          <p:nvPr>
            <p:ph type="body" idx="2"/>
          </p:nvPr>
        </p:nvSpPr>
        <p:spPr>
          <a:xfrm>
            <a:off x="812800" y="2900363"/>
            <a:ext cx="7181849" cy="5267324"/>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28" name="Shape 28"/>
          <p:cNvSpPr txBox="1">
            <a:spLocks noGrp="1"/>
          </p:cNvSpPr>
          <p:nvPr>
            <p:ph type="body" idx="3"/>
          </p:nvPr>
        </p:nvSpPr>
        <p:spPr>
          <a:xfrm>
            <a:off x="8258175" y="2046288"/>
            <a:ext cx="7185024" cy="854074"/>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
        <p:nvSpPr>
          <p:cNvPr id="29" name="Shape 29"/>
          <p:cNvSpPr txBox="1">
            <a:spLocks noGrp="1"/>
          </p:cNvSpPr>
          <p:nvPr>
            <p:ph type="body" idx="4"/>
          </p:nvPr>
        </p:nvSpPr>
        <p:spPr>
          <a:xfrm>
            <a:off x="8258175" y="2900363"/>
            <a:ext cx="7185024" cy="5267324"/>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Shape 30"/>
        <p:cNvGrpSpPr/>
        <p:nvPr/>
      </p:nvGrpSpPr>
      <p:grpSpPr>
        <a:xfrm>
          <a:off x="0" y="0"/>
          <a:ext cx="0" cy="0"/>
          <a:chOff x="0" y="0"/>
          <a:chExt cx="0" cy="0"/>
        </a:xfrm>
      </p:grpSpPr>
      <p:sp>
        <p:nvSpPr>
          <p:cNvPr id="31" name="Shape 31"/>
          <p:cNvSpPr txBox="1">
            <a:spLocks noGrp="1"/>
          </p:cNvSpPr>
          <p:nvPr>
            <p:ph type="title"/>
          </p:nvPr>
        </p:nvSpPr>
        <p:spPr>
          <a:xfrm>
            <a:off x="1155700" y="1536700"/>
            <a:ext cx="13931900" cy="3086099"/>
          </a:xfrm>
          <a:prstGeom prst="rect">
            <a:avLst/>
          </a:prstGeom>
          <a:noFill/>
          <a:ln>
            <a:noFill/>
          </a:ln>
        </p:spPr>
        <p:txBody>
          <a:bodyPr lIns="91425" tIns="91425" rIns="91425" bIns="91425" anchor="b"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32" name="Shape 32"/>
          <p:cNvSpPr txBox="1">
            <a:spLocks noGrp="1"/>
          </p:cNvSpPr>
          <p:nvPr>
            <p:ph type="body" idx="1"/>
          </p:nvPr>
        </p:nvSpPr>
        <p:spPr>
          <a:xfrm>
            <a:off x="1155700" y="4711700"/>
            <a:ext cx="6889750" cy="1054100"/>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33" name="Shape 33"/>
          <p:cNvSpPr txBox="1">
            <a:spLocks noGrp="1"/>
          </p:cNvSpPr>
          <p:nvPr>
            <p:ph type="body" idx="2"/>
          </p:nvPr>
        </p:nvSpPr>
        <p:spPr>
          <a:xfrm>
            <a:off x="8197850" y="4711700"/>
            <a:ext cx="6889750" cy="1054100"/>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34"/>
        <p:cNvGrpSpPr/>
        <p:nvPr/>
      </p:nvGrpSpPr>
      <p:grpSpPr>
        <a:xfrm>
          <a:off x="0" y="0"/>
          <a:ext cx="0" cy="0"/>
          <a:chOff x="0" y="0"/>
          <a:chExt cx="0" cy="0"/>
        </a:xfrm>
      </p:grpSpPr>
      <p:sp>
        <p:nvSpPr>
          <p:cNvPr id="35" name="Shape 35"/>
          <p:cNvSpPr txBox="1">
            <a:spLocks noGrp="1"/>
          </p:cNvSpPr>
          <p:nvPr>
            <p:ph type="title"/>
          </p:nvPr>
        </p:nvSpPr>
        <p:spPr>
          <a:xfrm>
            <a:off x="1284287" y="5875337"/>
            <a:ext cx="13817599" cy="1816099"/>
          </a:xfrm>
          <a:prstGeom prst="rect">
            <a:avLst/>
          </a:prstGeom>
          <a:noFill/>
          <a:ln>
            <a:noFill/>
          </a:ln>
        </p:spPr>
        <p:txBody>
          <a:bodyPr lIns="91425" tIns="91425" rIns="91425" bIns="91425" anchor="t"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36" name="Shape 36"/>
          <p:cNvSpPr txBox="1">
            <a:spLocks noGrp="1"/>
          </p:cNvSpPr>
          <p:nvPr>
            <p:ph type="body" idx="1"/>
          </p:nvPr>
        </p:nvSpPr>
        <p:spPr>
          <a:xfrm>
            <a:off x="1284287" y="3875087"/>
            <a:ext cx="13817599" cy="2000250"/>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1155700" y="1536700"/>
            <a:ext cx="13931900" cy="3086099"/>
          </a:xfrm>
          <a:prstGeom prst="rect">
            <a:avLst/>
          </a:prstGeom>
          <a:noFill/>
          <a:ln>
            <a:noFill/>
          </a:ln>
        </p:spPr>
        <p:txBody>
          <a:bodyPr lIns="91425" tIns="91425" rIns="91425" bIns="91425" anchor="b"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39" name="Shape 39"/>
          <p:cNvSpPr txBox="1">
            <a:spLocks noGrp="1"/>
          </p:cNvSpPr>
          <p:nvPr>
            <p:ph type="body" idx="1"/>
          </p:nvPr>
        </p:nvSpPr>
        <p:spPr>
          <a:xfrm>
            <a:off x="1155700" y="4711700"/>
            <a:ext cx="13931900" cy="1054100"/>
          </a:xfrm>
          <a:prstGeom prst="rect">
            <a:avLst/>
          </a:prstGeom>
          <a:noFill/>
          <a:ln>
            <a:noFill/>
          </a:ln>
        </p:spPr>
        <p:txBody>
          <a:bodyPr lIns="91425" tIns="91425" rIns="91425" bIns="91425" anchor="t" anchorCtr="0"/>
          <a:lstStyle>
            <a:lvl1pPr marL="342900" indent="-342900" algn="ctr" rtl="0">
              <a:spcBef>
                <a:spcPts val="0"/>
              </a:spcBef>
              <a:spcAft>
                <a:spcPts val="0"/>
              </a:spcAft>
              <a:defRPr/>
            </a:lvl1pPr>
            <a:lvl2pPr marL="742950" indent="-285750" algn="ctr" rtl="0">
              <a:spcBef>
                <a:spcPts val="0"/>
              </a:spcBef>
              <a:spcAft>
                <a:spcPts val="0"/>
              </a:spcAft>
              <a:defRPr/>
            </a:lvl2pPr>
            <a:lvl3pPr marL="1143000" indent="-228600" algn="ctr" rtl="0">
              <a:spcBef>
                <a:spcPts val="0"/>
              </a:spcBef>
              <a:spcAft>
                <a:spcPts val="0"/>
              </a:spcAft>
              <a:defRPr/>
            </a:lvl3pPr>
            <a:lvl4pPr marL="1600200" indent="-228600" algn="ctr" rtl="0">
              <a:spcBef>
                <a:spcPts val="0"/>
              </a:spcBef>
              <a:spcAft>
                <a:spcPts val="0"/>
              </a:spcAft>
              <a:defRPr/>
            </a:lvl4pPr>
            <a:lvl5pPr marL="2057400" indent="-228600"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40"/>
        <p:cNvGrpSpPr/>
        <p:nvPr/>
      </p:nvGrpSpPr>
      <p:grpSpPr>
        <a:xfrm>
          <a:off x="0" y="0"/>
          <a:ext cx="0" cy="0"/>
          <a:chOff x="0" y="0"/>
          <a:chExt cx="0" cy="0"/>
        </a:xfrm>
      </p:grpSpPr>
      <p:sp>
        <p:nvSpPr>
          <p:cNvPr id="41" name="Shape 41"/>
          <p:cNvSpPr txBox="1">
            <a:spLocks noGrp="1"/>
          </p:cNvSpPr>
          <p:nvPr>
            <p:ph type="ctrTitle"/>
          </p:nvPr>
        </p:nvSpPr>
        <p:spPr>
          <a:xfrm>
            <a:off x="1219200" y="2840038"/>
            <a:ext cx="13817599" cy="1960561"/>
          </a:xfrm>
          <a:prstGeom prst="rect">
            <a:avLst/>
          </a:prstGeom>
          <a:noFill/>
          <a:ln>
            <a:noFill/>
          </a:ln>
        </p:spPr>
        <p:txBody>
          <a:bodyPr lIns="91425" tIns="91425" rIns="91425" bIns="91425" anchor="b" anchorCtr="0"/>
          <a:lstStyle>
            <a:lvl1pPr marL="0" marR="0" indent="0" algn="ctr" rtl="0">
              <a:spcBef>
                <a:spcPts val="0"/>
              </a:spcBef>
              <a:spcAft>
                <a:spcPts val="0"/>
              </a:spcAft>
              <a:defRPr/>
            </a:lvl1pPr>
            <a:lvl2pPr marL="0" marR="0" indent="0" algn="ctr" rtl="0">
              <a:spcBef>
                <a:spcPts val="0"/>
              </a:spcBef>
              <a:spcAft>
                <a:spcPts val="0"/>
              </a:spcAft>
              <a:defRPr/>
            </a:lvl2pPr>
            <a:lvl3pPr marL="0" marR="0" indent="0" algn="ctr" rtl="0">
              <a:spcBef>
                <a:spcPts val="0"/>
              </a:spcBef>
              <a:spcAft>
                <a:spcPts val="0"/>
              </a:spcAft>
              <a:defRPr/>
            </a:lvl3pPr>
            <a:lvl4pPr marL="0" marR="0" indent="0" algn="ctr" rtl="0">
              <a:spcBef>
                <a:spcPts val="0"/>
              </a:spcBef>
              <a:spcAft>
                <a:spcPts val="0"/>
              </a:spcAft>
              <a:defRPr/>
            </a:lvl4pPr>
            <a:lvl5pPr marL="0" marR="0" indent="0" algn="ctr" rtl="0">
              <a:spcBef>
                <a:spcPts val="0"/>
              </a:spcBef>
              <a:spcAft>
                <a:spcPts val="0"/>
              </a:spcAft>
              <a:defRPr/>
            </a:lvl5pPr>
            <a:lvl6pPr marL="457200" marR="0" indent="0" algn="ctr" rtl="0">
              <a:spcBef>
                <a:spcPts val="0"/>
              </a:spcBef>
              <a:spcAft>
                <a:spcPts val="0"/>
              </a:spcAft>
              <a:defRPr/>
            </a:lvl6pPr>
            <a:lvl7pPr marL="914400" marR="0" indent="0" algn="ctr" rtl="0">
              <a:spcBef>
                <a:spcPts val="0"/>
              </a:spcBef>
              <a:spcAft>
                <a:spcPts val="0"/>
              </a:spcAft>
              <a:defRPr/>
            </a:lvl7pPr>
            <a:lvl8pPr marL="1371600" marR="0" indent="0" algn="ctr" rtl="0">
              <a:spcBef>
                <a:spcPts val="0"/>
              </a:spcBef>
              <a:spcAft>
                <a:spcPts val="0"/>
              </a:spcAft>
              <a:defRPr/>
            </a:lvl8pPr>
            <a:lvl9pPr marL="1828800" marR="0" indent="0" algn="ctr" rtl="0">
              <a:spcBef>
                <a:spcPts val="0"/>
              </a:spcBef>
              <a:spcAft>
                <a:spcPts val="0"/>
              </a:spcAft>
              <a:defRPr/>
            </a:lvl9pPr>
          </a:lstStyle>
          <a:p>
            <a:endParaRPr/>
          </a:p>
        </p:txBody>
      </p:sp>
      <p:sp>
        <p:nvSpPr>
          <p:cNvPr id="42" name="Shape 42"/>
          <p:cNvSpPr txBox="1">
            <a:spLocks noGrp="1"/>
          </p:cNvSpPr>
          <p:nvPr>
            <p:ph type="subTitle" idx="1"/>
          </p:nvPr>
        </p:nvSpPr>
        <p:spPr>
          <a:xfrm>
            <a:off x="2438400" y="5181600"/>
            <a:ext cx="11379200" cy="2336800"/>
          </a:xfrm>
          <a:prstGeom prst="rect">
            <a:avLst/>
          </a:prstGeom>
          <a:noFill/>
          <a:ln>
            <a:noFill/>
          </a:ln>
        </p:spPr>
        <p:txBody>
          <a:bodyPr lIns="91425" tIns="91425" rIns="91425" bIns="91425" anchor="t" anchorCtr="0"/>
          <a:lstStyle>
            <a:lvl1pPr marL="0" marR="0" indent="0" algn="ctr" rtl="0">
              <a:spcBef>
                <a:spcPts val="0"/>
              </a:spcBef>
              <a:spcAft>
                <a:spcPts val="0"/>
              </a:spcAft>
              <a:buClr>
                <a:schemeClr val="lt1"/>
              </a:buClr>
              <a:buFont typeface="Cabin"/>
              <a:buNone/>
              <a:defRPr/>
            </a:lvl1pPr>
            <a:lvl2pPr marL="457200" marR="0" indent="0" algn="ctr" rtl="0">
              <a:spcBef>
                <a:spcPts val="0"/>
              </a:spcBef>
              <a:spcAft>
                <a:spcPts val="0"/>
              </a:spcAft>
              <a:buClr>
                <a:schemeClr val="lt1"/>
              </a:buClr>
              <a:buFont typeface="Cabin"/>
              <a:buNone/>
              <a:defRPr/>
            </a:lvl2pPr>
            <a:lvl3pPr marL="914400" marR="0" indent="0" algn="ctr" rtl="0">
              <a:spcBef>
                <a:spcPts val="0"/>
              </a:spcBef>
              <a:spcAft>
                <a:spcPts val="0"/>
              </a:spcAft>
              <a:buClr>
                <a:schemeClr val="lt1"/>
              </a:buClr>
              <a:buFont typeface="Cabin"/>
              <a:buNone/>
              <a:defRPr/>
            </a:lvl3pPr>
            <a:lvl4pPr marL="1371600" marR="0" indent="0" algn="ctr" rtl="0">
              <a:spcBef>
                <a:spcPts val="0"/>
              </a:spcBef>
              <a:spcAft>
                <a:spcPts val="0"/>
              </a:spcAft>
              <a:buClr>
                <a:schemeClr val="lt1"/>
              </a:buClr>
              <a:buFont typeface="Cabin"/>
              <a:buNone/>
              <a:defRPr/>
            </a:lvl4pPr>
            <a:lvl5pPr marL="1828800" marR="0" indent="0" algn="ctr" rtl="0">
              <a:spcBef>
                <a:spcPts val="0"/>
              </a:spcBef>
              <a:spcAft>
                <a:spcPts val="0"/>
              </a:spcAft>
              <a:buClr>
                <a:schemeClr val="lt1"/>
              </a:buClr>
              <a:buFont typeface="Cabin"/>
              <a:buNone/>
              <a:defRPr/>
            </a:lvl5pPr>
            <a:lvl6pPr marL="2286000" marR="0" indent="0" algn="ctr" rtl="0">
              <a:spcBef>
                <a:spcPts val="0"/>
              </a:spcBef>
              <a:spcAft>
                <a:spcPts val="0"/>
              </a:spcAft>
              <a:buClr>
                <a:schemeClr val="lt1"/>
              </a:buClr>
              <a:buFont typeface="Cabin"/>
              <a:buNone/>
              <a:defRPr/>
            </a:lvl6pPr>
            <a:lvl7pPr marL="2743200" marR="0" indent="0" algn="ctr" rtl="0">
              <a:spcBef>
                <a:spcPts val="0"/>
              </a:spcBef>
              <a:spcAft>
                <a:spcPts val="0"/>
              </a:spcAft>
              <a:buClr>
                <a:schemeClr val="lt1"/>
              </a:buClr>
              <a:buFont typeface="Cabin"/>
              <a:buNone/>
              <a:defRPr/>
            </a:lvl7pPr>
            <a:lvl8pPr marL="3200400" marR="0" indent="0" algn="ctr" rtl="0">
              <a:spcBef>
                <a:spcPts val="0"/>
              </a:spcBef>
              <a:spcAft>
                <a:spcPts val="0"/>
              </a:spcAft>
              <a:buClr>
                <a:schemeClr val="lt1"/>
              </a:buClr>
              <a:buFont typeface="Cabin"/>
              <a:buNone/>
              <a:defRPr/>
            </a:lvl8pPr>
            <a:lvl9pPr marL="3657600" marR="0" indent="0" algn="ctr" rtl="0">
              <a:spcBef>
                <a:spcPts val="0"/>
              </a:spcBef>
              <a:spcAft>
                <a:spcPts val="0"/>
              </a:spcAft>
              <a:buClr>
                <a:schemeClr val="lt1"/>
              </a:buClr>
              <a:buFont typeface="Cabin"/>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Shape 55"/>
        <p:cNvGrpSpPr/>
        <p:nvPr/>
      </p:nvGrpSpPr>
      <p:grpSpPr>
        <a:xfrm>
          <a:off x="0" y="0"/>
          <a:ext cx="0" cy="0"/>
          <a:chOff x="0" y="0"/>
          <a:chExt cx="0" cy="0"/>
        </a:xfrm>
      </p:grpSpPr>
      <p:sp>
        <p:nvSpPr>
          <p:cNvPr id="56" name="Shape 56"/>
          <p:cNvSpPr txBox="1">
            <a:spLocks noGrp="1"/>
          </p:cNvSpPr>
          <p:nvPr>
            <p:ph type="title"/>
          </p:nvPr>
        </p:nvSpPr>
        <p:spPr>
          <a:xfrm rot="5400000">
            <a:off x="9313862" y="2532062"/>
            <a:ext cx="8064499" cy="3482975"/>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57" name="Shape 57"/>
          <p:cNvSpPr txBox="1">
            <a:spLocks noGrp="1"/>
          </p:cNvSpPr>
          <p:nvPr>
            <p:ph type="body" idx="1"/>
          </p:nvPr>
        </p:nvSpPr>
        <p:spPr>
          <a:xfrm rot="5400000">
            <a:off x="2271712" y="-874712"/>
            <a:ext cx="8064499" cy="10296524"/>
          </a:xfrm>
          <a:prstGeom prst="rect">
            <a:avLst/>
          </a:prstGeom>
          <a:noFill/>
          <a:ln>
            <a:noFill/>
          </a:ln>
        </p:spPr>
        <p:txBody>
          <a:bodyPr lIns="91425" tIns="91425" rIns="91425" bIns="91425" anchor="ctr" anchorCtr="0"/>
          <a:lstStyle>
            <a:lvl1pPr marL="711200" indent="-142494" algn="l" rtl="0">
              <a:spcBef>
                <a:spcPts val="3500"/>
              </a:spcBef>
              <a:spcAft>
                <a:spcPts val="0"/>
              </a:spcAft>
              <a:buClr>
                <a:schemeClr val="lt1"/>
              </a:buClr>
              <a:buFont typeface="Cabin"/>
              <a:buChar char="•"/>
              <a:defRPr/>
            </a:lvl1pPr>
            <a:lvl2pPr marL="1003300" indent="-142494" algn="l" rtl="0">
              <a:spcBef>
                <a:spcPts val="3500"/>
              </a:spcBef>
              <a:spcAft>
                <a:spcPts val="0"/>
              </a:spcAft>
              <a:buClr>
                <a:schemeClr val="lt1"/>
              </a:buClr>
              <a:buFont typeface="Cabin"/>
              <a:buChar char="•"/>
              <a:defRPr/>
            </a:lvl2pPr>
            <a:lvl3pPr marL="1295400" indent="-142494" algn="l" rtl="0">
              <a:spcBef>
                <a:spcPts val="3500"/>
              </a:spcBef>
              <a:spcAft>
                <a:spcPts val="0"/>
              </a:spcAft>
              <a:buClr>
                <a:schemeClr val="lt1"/>
              </a:buClr>
              <a:buFont typeface="Cabin"/>
              <a:buChar char="•"/>
              <a:defRPr/>
            </a:lvl3pPr>
            <a:lvl4pPr marL="1600200" indent="-142494" algn="l" rtl="0">
              <a:spcBef>
                <a:spcPts val="3500"/>
              </a:spcBef>
              <a:spcAft>
                <a:spcPts val="0"/>
              </a:spcAft>
              <a:buClr>
                <a:schemeClr val="lt1"/>
              </a:buClr>
              <a:buFont typeface="Cabin"/>
              <a:buChar char="•"/>
              <a:defRPr/>
            </a:lvl4pPr>
            <a:lvl5pPr marL="1892300" indent="-142494" algn="l" rtl="0">
              <a:spcBef>
                <a:spcPts val="3500"/>
              </a:spcBef>
              <a:spcAft>
                <a:spcPts val="0"/>
              </a:spcAft>
              <a:buClr>
                <a:schemeClr val="lt1"/>
              </a:buClr>
              <a:buFont typeface="Cabin"/>
              <a:buChar char="•"/>
              <a:defRPr/>
            </a:lvl5pPr>
            <a:lvl6pPr marL="2349500" indent="-142494" algn="l" rtl="0">
              <a:spcBef>
                <a:spcPts val="3500"/>
              </a:spcBef>
              <a:spcAft>
                <a:spcPts val="0"/>
              </a:spcAft>
              <a:buClr>
                <a:schemeClr val="lt1"/>
              </a:buClr>
              <a:buFont typeface="Cabin"/>
              <a:buChar char="•"/>
              <a:defRPr/>
            </a:lvl6pPr>
            <a:lvl7pPr marL="2806700" indent="-142494" algn="l" rtl="0">
              <a:spcBef>
                <a:spcPts val="3500"/>
              </a:spcBef>
              <a:spcAft>
                <a:spcPts val="0"/>
              </a:spcAft>
              <a:buClr>
                <a:schemeClr val="lt1"/>
              </a:buClr>
              <a:buFont typeface="Cabin"/>
              <a:buChar char="•"/>
              <a:defRPr/>
            </a:lvl7pPr>
            <a:lvl8pPr marL="3263900" indent="-142494" algn="l" rtl="0">
              <a:spcBef>
                <a:spcPts val="3500"/>
              </a:spcBef>
              <a:spcAft>
                <a:spcPts val="0"/>
              </a:spcAft>
              <a:buClr>
                <a:schemeClr val="lt1"/>
              </a:buClr>
              <a:buFont typeface="Cabin"/>
              <a:buChar char="•"/>
              <a:defRPr/>
            </a:lvl8pPr>
            <a:lvl9pPr marL="3721100" indent="-142494" algn="l" rtl="0">
              <a:spcBef>
                <a:spcPts val="3500"/>
              </a:spcBef>
              <a:spcAft>
                <a:spcPts val="0"/>
              </a:spcAft>
              <a:buClr>
                <a:schemeClr val="lt1"/>
              </a:buClr>
              <a:buFont typeface="Cabin"/>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Shape 58"/>
        <p:cNvGrpSpPr/>
        <p:nvPr/>
      </p:nvGrpSpPr>
      <p:grpSpPr>
        <a:xfrm>
          <a:off x="0" y="0"/>
          <a:ext cx="0" cy="0"/>
          <a:chOff x="0" y="0"/>
          <a:chExt cx="0" cy="0"/>
        </a:xfrm>
      </p:grpSpPr>
      <p:sp>
        <p:nvSpPr>
          <p:cNvPr id="59" name="Shape 59"/>
          <p:cNvSpPr txBox="1">
            <a:spLocks noGrp="1"/>
          </p:cNvSpPr>
          <p:nvPr>
            <p:ph type="title"/>
          </p:nvPr>
        </p:nvSpPr>
        <p:spPr>
          <a:xfrm>
            <a:off x="1155700" y="241300"/>
            <a:ext cx="13931900" cy="2298699"/>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60" name="Shape 60"/>
          <p:cNvSpPr txBox="1">
            <a:spLocks noGrp="1"/>
          </p:cNvSpPr>
          <p:nvPr>
            <p:ph type="body" idx="1"/>
          </p:nvPr>
        </p:nvSpPr>
        <p:spPr>
          <a:xfrm rot="5400000">
            <a:off x="5270500" y="-1511300"/>
            <a:ext cx="5702299" cy="13931900"/>
          </a:xfrm>
          <a:prstGeom prst="rect">
            <a:avLst/>
          </a:prstGeom>
          <a:noFill/>
          <a:ln>
            <a:noFill/>
          </a:ln>
        </p:spPr>
        <p:txBody>
          <a:bodyPr lIns="91425" tIns="91425" rIns="91425" bIns="91425" anchor="ctr" anchorCtr="0"/>
          <a:lstStyle>
            <a:lvl1pPr marL="711200" indent="-142494" algn="l" rtl="0">
              <a:spcBef>
                <a:spcPts val="3500"/>
              </a:spcBef>
              <a:spcAft>
                <a:spcPts val="0"/>
              </a:spcAft>
              <a:buClr>
                <a:schemeClr val="lt1"/>
              </a:buClr>
              <a:buFont typeface="Cabin"/>
              <a:buChar char="•"/>
              <a:defRPr/>
            </a:lvl1pPr>
            <a:lvl2pPr marL="1003300" indent="-142494" algn="l" rtl="0">
              <a:spcBef>
                <a:spcPts val="3500"/>
              </a:spcBef>
              <a:spcAft>
                <a:spcPts val="0"/>
              </a:spcAft>
              <a:buClr>
                <a:schemeClr val="lt1"/>
              </a:buClr>
              <a:buFont typeface="Cabin"/>
              <a:buChar char="•"/>
              <a:defRPr/>
            </a:lvl2pPr>
            <a:lvl3pPr marL="1295400" indent="-142494" algn="l" rtl="0">
              <a:spcBef>
                <a:spcPts val="3500"/>
              </a:spcBef>
              <a:spcAft>
                <a:spcPts val="0"/>
              </a:spcAft>
              <a:buClr>
                <a:schemeClr val="lt1"/>
              </a:buClr>
              <a:buFont typeface="Cabin"/>
              <a:buChar char="•"/>
              <a:defRPr/>
            </a:lvl3pPr>
            <a:lvl4pPr marL="1600200" indent="-142494" algn="l" rtl="0">
              <a:spcBef>
                <a:spcPts val="3500"/>
              </a:spcBef>
              <a:spcAft>
                <a:spcPts val="0"/>
              </a:spcAft>
              <a:buClr>
                <a:schemeClr val="lt1"/>
              </a:buClr>
              <a:buFont typeface="Cabin"/>
              <a:buChar char="•"/>
              <a:defRPr/>
            </a:lvl4pPr>
            <a:lvl5pPr marL="1892300" indent="-142494" algn="l" rtl="0">
              <a:spcBef>
                <a:spcPts val="3500"/>
              </a:spcBef>
              <a:spcAft>
                <a:spcPts val="0"/>
              </a:spcAft>
              <a:buClr>
                <a:schemeClr val="lt1"/>
              </a:buClr>
              <a:buFont typeface="Cabin"/>
              <a:buChar char="•"/>
              <a:defRPr/>
            </a:lvl5pPr>
            <a:lvl6pPr marL="2349500" indent="-142494" algn="l" rtl="0">
              <a:spcBef>
                <a:spcPts val="3500"/>
              </a:spcBef>
              <a:spcAft>
                <a:spcPts val="0"/>
              </a:spcAft>
              <a:buClr>
                <a:schemeClr val="lt1"/>
              </a:buClr>
              <a:buFont typeface="Cabin"/>
              <a:buChar char="•"/>
              <a:defRPr/>
            </a:lvl6pPr>
            <a:lvl7pPr marL="2806700" indent="-142494" algn="l" rtl="0">
              <a:spcBef>
                <a:spcPts val="3500"/>
              </a:spcBef>
              <a:spcAft>
                <a:spcPts val="0"/>
              </a:spcAft>
              <a:buClr>
                <a:schemeClr val="lt1"/>
              </a:buClr>
              <a:buFont typeface="Cabin"/>
              <a:buChar char="•"/>
              <a:defRPr/>
            </a:lvl7pPr>
            <a:lvl8pPr marL="3263900" indent="-142494" algn="l" rtl="0">
              <a:spcBef>
                <a:spcPts val="3500"/>
              </a:spcBef>
              <a:spcAft>
                <a:spcPts val="0"/>
              </a:spcAft>
              <a:buClr>
                <a:schemeClr val="lt1"/>
              </a:buClr>
              <a:buFont typeface="Cabin"/>
              <a:buChar char="•"/>
              <a:defRPr/>
            </a:lvl8pPr>
            <a:lvl9pPr marL="3721100" indent="-142494" algn="l" rtl="0">
              <a:spcBef>
                <a:spcPts val="3500"/>
              </a:spcBef>
              <a:spcAft>
                <a:spcPts val="0"/>
              </a:spcAft>
              <a:buClr>
                <a:schemeClr val="lt1"/>
              </a:buClr>
              <a:buFont typeface="Cabin"/>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Shape 61"/>
        <p:cNvGrpSpPr/>
        <p:nvPr/>
      </p:nvGrpSpPr>
      <p:grpSpPr>
        <a:xfrm>
          <a:off x="0" y="0"/>
          <a:ext cx="0" cy="0"/>
          <a:chOff x="0" y="0"/>
          <a:chExt cx="0" cy="0"/>
        </a:xfrm>
      </p:grpSpPr>
      <p:sp>
        <p:nvSpPr>
          <p:cNvPr id="62" name="Shape 62"/>
          <p:cNvSpPr txBox="1">
            <a:spLocks noGrp="1"/>
          </p:cNvSpPr>
          <p:nvPr>
            <p:ph type="title"/>
          </p:nvPr>
        </p:nvSpPr>
        <p:spPr>
          <a:xfrm>
            <a:off x="3186113" y="6400800"/>
            <a:ext cx="9753599" cy="755649"/>
          </a:xfrm>
          <a:prstGeom prst="rect">
            <a:avLst/>
          </a:prstGeom>
          <a:noFill/>
          <a:ln>
            <a:noFill/>
          </a:ln>
        </p:spPr>
        <p:txBody>
          <a:bodyPr lIns="91425" tIns="91425" rIns="91425" bIns="91425" anchor="b"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63" name="Shape 63"/>
          <p:cNvSpPr>
            <a:spLocks noGrp="1"/>
          </p:cNvSpPr>
          <p:nvPr>
            <p:ph type="pic" idx="2"/>
          </p:nvPr>
        </p:nvSpPr>
        <p:spPr>
          <a:xfrm>
            <a:off x="3186113" y="817562"/>
            <a:ext cx="9753599" cy="5486399"/>
          </a:xfrm>
          <a:prstGeom prst="rect">
            <a:avLst/>
          </a:prstGeom>
          <a:noFill/>
          <a:ln>
            <a:noFill/>
          </a:ln>
        </p:spPr>
      </p:sp>
      <p:sp>
        <p:nvSpPr>
          <p:cNvPr id="64" name="Shape 64"/>
          <p:cNvSpPr txBox="1">
            <a:spLocks noGrp="1"/>
          </p:cNvSpPr>
          <p:nvPr>
            <p:ph type="body" idx="1"/>
          </p:nvPr>
        </p:nvSpPr>
        <p:spPr>
          <a:xfrm>
            <a:off x="3186113" y="7156450"/>
            <a:ext cx="9753599" cy="1073150"/>
          </a:xfrm>
          <a:prstGeom prst="rect">
            <a:avLst/>
          </a:prstGeom>
          <a:noFill/>
          <a:ln>
            <a:noFill/>
          </a:ln>
        </p:spPr>
        <p:txBody>
          <a:bodyPr lIns="91425" tIns="91425" rIns="91425" bIns="91425" anchor="ctr"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Shape 65"/>
        <p:cNvGrpSpPr/>
        <p:nvPr/>
      </p:nvGrpSpPr>
      <p:grpSpPr>
        <a:xfrm>
          <a:off x="0" y="0"/>
          <a:ext cx="0" cy="0"/>
          <a:chOff x="0" y="0"/>
          <a:chExt cx="0" cy="0"/>
        </a:xfrm>
      </p:grpSpPr>
      <p:sp>
        <p:nvSpPr>
          <p:cNvPr id="66" name="Shape 66"/>
          <p:cNvSpPr txBox="1">
            <a:spLocks noGrp="1"/>
          </p:cNvSpPr>
          <p:nvPr>
            <p:ph type="title"/>
          </p:nvPr>
        </p:nvSpPr>
        <p:spPr>
          <a:xfrm>
            <a:off x="812800" y="363537"/>
            <a:ext cx="5348287" cy="1549400"/>
          </a:xfrm>
          <a:prstGeom prst="rect">
            <a:avLst/>
          </a:prstGeom>
          <a:noFill/>
          <a:ln>
            <a:noFill/>
          </a:ln>
        </p:spPr>
        <p:txBody>
          <a:bodyPr lIns="91425" tIns="91425" rIns="91425" bIns="91425" anchor="b"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67" name="Shape 67"/>
          <p:cNvSpPr txBox="1">
            <a:spLocks noGrp="1"/>
          </p:cNvSpPr>
          <p:nvPr>
            <p:ph type="body" idx="1"/>
          </p:nvPr>
        </p:nvSpPr>
        <p:spPr>
          <a:xfrm>
            <a:off x="6356350" y="363537"/>
            <a:ext cx="9086849" cy="7804150"/>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68" name="Shape 68"/>
          <p:cNvSpPr txBox="1">
            <a:spLocks noGrp="1"/>
          </p:cNvSpPr>
          <p:nvPr>
            <p:ph type="body" idx="2"/>
          </p:nvPr>
        </p:nvSpPr>
        <p:spPr>
          <a:xfrm>
            <a:off x="812800" y="1912938"/>
            <a:ext cx="5348287" cy="6254749"/>
          </a:xfrm>
          <a:prstGeom prst="rect">
            <a:avLst/>
          </a:prstGeom>
          <a:noFill/>
          <a:ln>
            <a:noFill/>
          </a:ln>
        </p:spPr>
        <p:txBody>
          <a:bodyPr lIns="91425" tIns="91425" rIns="91425" bIns="91425" anchor="ctr"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69"/>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70"/>
        <p:cNvGrpSpPr/>
        <p:nvPr/>
      </p:nvGrpSpPr>
      <p:grpSpPr>
        <a:xfrm>
          <a:off x="0" y="0"/>
          <a:ext cx="0" cy="0"/>
          <a:chOff x="0" y="0"/>
          <a:chExt cx="0" cy="0"/>
        </a:xfrm>
      </p:grpSpPr>
      <p:sp>
        <p:nvSpPr>
          <p:cNvPr id="71" name="Shape 71"/>
          <p:cNvSpPr txBox="1">
            <a:spLocks noGrp="1"/>
          </p:cNvSpPr>
          <p:nvPr>
            <p:ph type="title"/>
          </p:nvPr>
        </p:nvSpPr>
        <p:spPr>
          <a:xfrm>
            <a:off x="1155700" y="241300"/>
            <a:ext cx="13931900" cy="2298699"/>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Shape 72"/>
        <p:cNvGrpSpPr/>
        <p:nvPr/>
      </p:nvGrpSpPr>
      <p:grpSpPr>
        <a:xfrm>
          <a:off x="0" y="0"/>
          <a:ext cx="0" cy="0"/>
          <a:chOff x="0" y="0"/>
          <a:chExt cx="0" cy="0"/>
        </a:xfrm>
      </p:grpSpPr>
      <p:sp>
        <p:nvSpPr>
          <p:cNvPr id="73" name="Shape 73"/>
          <p:cNvSpPr txBox="1">
            <a:spLocks noGrp="1"/>
          </p:cNvSpPr>
          <p:nvPr>
            <p:ph type="title"/>
          </p:nvPr>
        </p:nvSpPr>
        <p:spPr>
          <a:xfrm>
            <a:off x="812800" y="366712"/>
            <a:ext cx="14630400" cy="1524000"/>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74" name="Shape 74"/>
          <p:cNvSpPr txBox="1">
            <a:spLocks noGrp="1"/>
          </p:cNvSpPr>
          <p:nvPr>
            <p:ph type="body" idx="1"/>
          </p:nvPr>
        </p:nvSpPr>
        <p:spPr>
          <a:xfrm>
            <a:off x="812800" y="2046288"/>
            <a:ext cx="7181849" cy="854074"/>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
        <p:nvSpPr>
          <p:cNvPr id="75" name="Shape 75"/>
          <p:cNvSpPr txBox="1">
            <a:spLocks noGrp="1"/>
          </p:cNvSpPr>
          <p:nvPr>
            <p:ph type="body" idx="2"/>
          </p:nvPr>
        </p:nvSpPr>
        <p:spPr>
          <a:xfrm>
            <a:off x="812800" y="2900363"/>
            <a:ext cx="7181849" cy="5267324"/>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76" name="Shape 76"/>
          <p:cNvSpPr txBox="1">
            <a:spLocks noGrp="1"/>
          </p:cNvSpPr>
          <p:nvPr>
            <p:ph type="body" idx="3"/>
          </p:nvPr>
        </p:nvSpPr>
        <p:spPr>
          <a:xfrm>
            <a:off x="8258175" y="2046288"/>
            <a:ext cx="7185024" cy="854074"/>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
        <p:nvSpPr>
          <p:cNvPr id="77" name="Shape 77"/>
          <p:cNvSpPr txBox="1">
            <a:spLocks noGrp="1"/>
          </p:cNvSpPr>
          <p:nvPr>
            <p:ph type="body" idx="4"/>
          </p:nvPr>
        </p:nvSpPr>
        <p:spPr>
          <a:xfrm>
            <a:off x="8258175" y="2900363"/>
            <a:ext cx="7185024" cy="5267324"/>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Shape 78"/>
        <p:cNvGrpSpPr/>
        <p:nvPr/>
      </p:nvGrpSpPr>
      <p:grpSpPr>
        <a:xfrm>
          <a:off x="0" y="0"/>
          <a:ext cx="0" cy="0"/>
          <a:chOff x="0" y="0"/>
          <a:chExt cx="0" cy="0"/>
        </a:xfrm>
      </p:grpSpPr>
      <p:sp>
        <p:nvSpPr>
          <p:cNvPr id="79" name="Shape 79"/>
          <p:cNvSpPr txBox="1">
            <a:spLocks noGrp="1"/>
          </p:cNvSpPr>
          <p:nvPr>
            <p:ph type="title"/>
          </p:nvPr>
        </p:nvSpPr>
        <p:spPr>
          <a:xfrm>
            <a:off x="1155700" y="241300"/>
            <a:ext cx="13931900" cy="2298699"/>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80" name="Shape 80"/>
          <p:cNvSpPr txBox="1">
            <a:spLocks noGrp="1"/>
          </p:cNvSpPr>
          <p:nvPr>
            <p:ph type="body" idx="1"/>
          </p:nvPr>
        </p:nvSpPr>
        <p:spPr>
          <a:xfrm>
            <a:off x="1155700" y="2603500"/>
            <a:ext cx="6889750" cy="5702299"/>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81" name="Shape 81"/>
          <p:cNvSpPr txBox="1">
            <a:spLocks noGrp="1"/>
          </p:cNvSpPr>
          <p:nvPr>
            <p:ph type="body" idx="2"/>
          </p:nvPr>
        </p:nvSpPr>
        <p:spPr>
          <a:xfrm>
            <a:off x="8197850" y="2603500"/>
            <a:ext cx="6889750" cy="5702299"/>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82"/>
        <p:cNvGrpSpPr/>
        <p:nvPr/>
      </p:nvGrpSpPr>
      <p:grpSpPr>
        <a:xfrm>
          <a:off x="0" y="0"/>
          <a:ext cx="0" cy="0"/>
          <a:chOff x="0" y="0"/>
          <a:chExt cx="0" cy="0"/>
        </a:xfrm>
      </p:grpSpPr>
      <p:sp>
        <p:nvSpPr>
          <p:cNvPr id="83" name="Shape 83"/>
          <p:cNvSpPr txBox="1">
            <a:spLocks noGrp="1"/>
          </p:cNvSpPr>
          <p:nvPr>
            <p:ph type="title"/>
          </p:nvPr>
        </p:nvSpPr>
        <p:spPr>
          <a:xfrm>
            <a:off x="1284287" y="5875337"/>
            <a:ext cx="13817599" cy="1816099"/>
          </a:xfrm>
          <a:prstGeom prst="rect">
            <a:avLst/>
          </a:prstGeom>
          <a:noFill/>
          <a:ln>
            <a:noFill/>
          </a:ln>
        </p:spPr>
        <p:txBody>
          <a:bodyPr lIns="91425" tIns="91425" rIns="91425" bIns="91425" anchor="t"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84" name="Shape 84"/>
          <p:cNvSpPr txBox="1">
            <a:spLocks noGrp="1"/>
          </p:cNvSpPr>
          <p:nvPr>
            <p:ph type="body" idx="1"/>
          </p:nvPr>
        </p:nvSpPr>
        <p:spPr>
          <a:xfrm>
            <a:off x="1284287" y="3875087"/>
            <a:ext cx="13817599" cy="2000250"/>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Shape 85"/>
        <p:cNvGrpSpPr/>
        <p:nvPr/>
      </p:nvGrpSpPr>
      <p:grpSpPr>
        <a:xfrm>
          <a:off x="0" y="0"/>
          <a:ext cx="0" cy="0"/>
          <a:chOff x="0" y="0"/>
          <a:chExt cx="0" cy="0"/>
        </a:xfrm>
      </p:grpSpPr>
      <p:sp>
        <p:nvSpPr>
          <p:cNvPr id="86" name="Shape 86"/>
          <p:cNvSpPr txBox="1">
            <a:spLocks noGrp="1"/>
          </p:cNvSpPr>
          <p:nvPr>
            <p:ph type="title"/>
          </p:nvPr>
        </p:nvSpPr>
        <p:spPr>
          <a:xfrm>
            <a:off x="1155700" y="241300"/>
            <a:ext cx="13931900" cy="2298699"/>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87" name="Shape 87"/>
          <p:cNvSpPr txBox="1">
            <a:spLocks noGrp="1"/>
          </p:cNvSpPr>
          <p:nvPr>
            <p:ph type="body" idx="1"/>
          </p:nvPr>
        </p:nvSpPr>
        <p:spPr>
          <a:xfrm>
            <a:off x="1155700" y="2603500"/>
            <a:ext cx="13931900" cy="5702299"/>
          </a:xfrm>
          <a:prstGeom prst="rect">
            <a:avLst/>
          </a:prstGeom>
          <a:noFill/>
          <a:ln>
            <a:noFill/>
          </a:ln>
        </p:spPr>
        <p:txBody>
          <a:bodyPr lIns="91425" tIns="91425" rIns="91425" bIns="91425" anchor="ctr" anchorCtr="0"/>
          <a:lstStyle>
            <a:lvl1pPr marL="711200" indent="-142494" algn="l" rtl="0">
              <a:spcBef>
                <a:spcPts val="3500"/>
              </a:spcBef>
              <a:spcAft>
                <a:spcPts val="0"/>
              </a:spcAft>
              <a:buClr>
                <a:schemeClr val="lt1"/>
              </a:buClr>
              <a:buFont typeface="Cabin"/>
              <a:buChar char="•"/>
              <a:defRPr/>
            </a:lvl1pPr>
            <a:lvl2pPr marL="1003300" indent="-142494" algn="l" rtl="0">
              <a:spcBef>
                <a:spcPts val="3500"/>
              </a:spcBef>
              <a:spcAft>
                <a:spcPts val="0"/>
              </a:spcAft>
              <a:buClr>
                <a:schemeClr val="lt1"/>
              </a:buClr>
              <a:buFont typeface="Cabin"/>
              <a:buChar char="•"/>
              <a:defRPr/>
            </a:lvl2pPr>
            <a:lvl3pPr marL="1295400" indent="-142494" algn="l" rtl="0">
              <a:spcBef>
                <a:spcPts val="3500"/>
              </a:spcBef>
              <a:spcAft>
                <a:spcPts val="0"/>
              </a:spcAft>
              <a:buClr>
                <a:schemeClr val="lt1"/>
              </a:buClr>
              <a:buFont typeface="Cabin"/>
              <a:buChar char="•"/>
              <a:defRPr/>
            </a:lvl3pPr>
            <a:lvl4pPr marL="1600200" indent="-142494" algn="l" rtl="0">
              <a:spcBef>
                <a:spcPts val="3500"/>
              </a:spcBef>
              <a:spcAft>
                <a:spcPts val="0"/>
              </a:spcAft>
              <a:buClr>
                <a:schemeClr val="lt1"/>
              </a:buClr>
              <a:buFont typeface="Cabin"/>
              <a:buChar char="•"/>
              <a:defRPr/>
            </a:lvl4pPr>
            <a:lvl5pPr marL="1892300" indent="-142494" algn="l" rtl="0">
              <a:spcBef>
                <a:spcPts val="3500"/>
              </a:spcBef>
              <a:spcAft>
                <a:spcPts val="0"/>
              </a:spcAft>
              <a:buClr>
                <a:schemeClr val="lt1"/>
              </a:buClr>
              <a:buFont typeface="Cabin"/>
              <a:buChar char="•"/>
              <a:defRPr/>
            </a:lvl5pPr>
            <a:lvl6pPr marL="2349500" indent="-142494" algn="l" rtl="0">
              <a:spcBef>
                <a:spcPts val="3500"/>
              </a:spcBef>
              <a:spcAft>
                <a:spcPts val="0"/>
              </a:spcAft>
              <a:buClr>
                <a:schemeClr val="lt1"/>
              </a:buClr>
              <a:buFont typeface="Cabin"/>
              <a:buChar char="•"/>
              <a:defRPr/>
            </a:lvl6pPr>
            <a:lvl7pPr marL="2806700" indent="-142494" algn="l" rtl="0">
              <a:spcBef>
                <a:spcPts val="3500"/>
              </a:spcBef>
              <a:spcAft>
                <a:spcPts val="0"/>
              </a:spcAft>
              <a:buClr>
                <a:schemeClr val="lt1"/>
              </a:buClr>
              <a:buFont typeface="Cabin"/>
              <a:buChar char="•"/>
              <a:defRPr/>
            </a:lvl7pPr>
            <a:lvl8pPr marL="3263900" indent="-142494" algn="l" rtl="0">
              <a:spcBef>
                <a:spcPts val="3500"/>
              </a:spcBef>
              <a:spcAft>
                <a:spcPts val="0"/>
              </a:spcAft>
              <a:buClr>
                <a:schemeClr val="lt1"/>
              </a:buClr>
              <a:buFont typeface="Cabin"/>
              <a:buChar char="•"/>
              <a:defRPr/>
            </a:lvl8pPr>
            <a:lvl9pPr marL="3721100" indent="-142494" algn="l" rtl="0">
              <a:spcBef>
                <a:spcPts val="3500"/>
              </a:spcBef>
              <a:spcAft>
                <a:spcPts val="0"/>
              </a:spcAft>
              <a:buClr>
                <a:schemeClr val="lt1"/>
              </a:buClr>
              <a:buFont typeface="Cabin"/>
              <a:buChar char="•"/>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88"/>
        <p:cNvGrpSpPr/>
        <p:nvPr/>
      </p:nvGrpSpPr>
      <p:grpSpPr>
        <a:xfrm>
          <a:off x="0" y="0"/>
          <a:ext cx="0" cy="0"/>
          <a:chOff x="0" y="0"/>
          <a:chExt cx="0" cy="0"/>
        </a:xfrm>
      </p:grpSpPr>
      <p:sp>
        <p:nvSpPr>
          <p:cNvPr id="89" name="Shape 89"/>
          <p:cNvSpPr txBox="1">
            <a:spLocks noGrp="1"/>
          </p:cNvSpPr>
          <p:nvPr>
            <p:ph type="ctrTitle"/>
          </p:nvPr>
        </p:nvSpPr>
        <p:spPr>
          <a:xfrm>
            <a:off x="1219200" y="2840038"/>
            <a:ext cx="13817599" cy="1960561"/>
          </a:xfrm>
          <a:prstGeom prst="rect">
            <a:avLst/>
          </a:prstGeom>
          <a:noFill/>
          <a:ln>
            <a:noFill/>
          </a:ln>
        </p:spPr>
        <p:txBody>
          <a:bodyPr lIns="91425" tIns="91425" rIns="91425" bIns="91425" anchor="ctr" anchorCtr="0"/>
          <a:lstStyle>
            <a:lvl1pPr marL="0" marR="0" indent="0" algn="ctr" rtl="0">
              <a:spcBef>
                <a:spcPts val="0"/>
              </a:spcBef>
              <a:spcAft>
                <a:spcPts val="0"/>
              </a:spcAft>
              <a:defRPr/>
            </a:lvl1pPr>
            <a:lvl2pPr marL="0" marR="0" indent="0" algn="ctr" rtl="0">
              <a:spcBef>
                <a:spcPts val="0"/>
              </a:spcBef>
              <a:spcAft>
                <a:spcPts val="0"/>
              </a:spcAft>
              <a:defRPr/>
            </a:lvl2pPr>
            <a:lvl3pPr marL="0" marR="0" indent="0" algn="ctr" rtl="0">
              <a:spcBef>
                <a:spcPts val="0"/>
              </a:spcBef>
              <a:spcAft>
                <a:spcPts val="0"/>
              </a:spcAft>
              <a:defRPr/>
            </a:lvl3pPr>
            <a:lvl4pPr marL="0" marR="0" indent="0" algn="ctr" rtl="0">
              <a:spcBef>
                <a:spcPts val="0"/>
              </a:spcBef>
              <a:spcAft>
                <a:spcPts val="0"/>
              </a:spcAft>
              <a:defRPr/>
            </a:lvl4pPr>
            <a:lvl5pPr marL="0" marR="0" indent="0" algn="ctr" rtl="0">
              <a:spcBef>
                <a:spcPts val="0"/>
              </a:spcBef>
              <a:spcAft>
                <a:spcPts val="0"/>
              </a:spcAft>
              <a:defRPr/>
            </a:lvl5pPr>
            <a:lvl6pPr marL="457200" marR="0" indent="0" algn="ctr" rtl="0">
              <a:spcBef>
                <a:spcPts val="0"/>
              </a:spcBef>
              <a:spcAft>
                <a:spcPts val="0"/>
              </a:spcAft>
              <a:defRPr/>
            </a:lvl6pPr>
            <a:lvl7pPr marL="914400" marR="0" indent="0" algn="ctr" rtl="0">
              <a:spcBef>
                <a:spcPts val="0"/>
              </a:spcBef>
              <a:spcAft>
                <a:spcPts val="0"/>
              </a:spcAft>
              <a:defRPr/>
            </a:lvl7pPr>
            <a:lvl8pPr marL="1371600" marR="0" indent="0" algn="ctr" rtl="0">
              <a:spcBef>
                <a:spcPts val="0"/>
              </a:spcBef>
              <a:spcAft>
                <a:spcPts val="0"/>
              </a:spcAft>
              <a:defRPr/>
            </a:lvl8pPr>
            <a:lvl9pPr marL="1828800" marR="0" indent="0" algn="ctr" rtl="0">
              <a:spcBef>
                <a:spcPts val="0"/>
              </a:spcBef>
              <a:spcAft>
                <a:spcPts val="0"/>
              </a:spcAft>
              <a:defRPr/>
            </a:lvl9pPr>
          </a:lstStyle>
          <a:p>
            <a:endParaRPr/>
          </a:p>
        </p:txBody>
      </p:sp>
      <p:sp>
        <p:nvSpPr>
          <p:cNvPr id="90" name="Shape 90"/>
          <p:cNvSpPr txBox="1">
            <a:spLocks noGrp="1"/>
          </p:cNvSpPr>
          <p:nvPr>
            <p:ph type="subTitle" idx="1"/>
          </p:nvPr>
        </p:nvSpPr>
        <p:spPr>
          <a:xfrm>
            <a:off x="2438400" y="5181600"/>
            <a:ext cx="11379200" cy="2336800"/>
          </a:xfrm>
          <a:prstGeom prst="rect">
            <a:avLst/>
          </a:prstGeom>
          <a:noFill/>
          <a:ln>
            <a:noFill/>
          </a:ln>
        </p:spPr>
        <p:txBody>
          <a:bodyPr lIns="91425" tIns="91425" rIns="91425" bIns="91425" anchor="ctr" anchorCtr="0"/>
          <a:lstStyle>
            <a:lvl1pPr marL="0" marR="0" indent="0" algn="ctr" rtl="0">
              <a:spcBef>
                <a:spcPts val="3500"/>
              </a:spcBef>
              <a:spcAft>
                <a:spcPts val="0"/>
              </a:spcAft>
              <a:buClr>
                <a:schemeClr val="lt1"/>
              </a:buClr>
              <a:buFont typeface="Cabin"/>
              <a:buNone/>
              <a:defRPr/>
            </a:lvl1pPr>
            <a:lvl2pPr marL="457200" marR="0" indent="0" algn="ctr" rtl="0">
              <a:spcBef>
                <a:spcPts val="3500"/>
              </a:spcBef>
              <a:spcAft>
                <a:spcPts val="0"/>
              </a:spcAft>
              <a:buClr>
                <a:schemeClr val="lt1"/>
              </a:buClr>
              <a:buFont typeface="Cabin"/>
              <a:buNone/>
              <a:defRPr/>
            </a:lvl2pPr>
            <a:lvl3pPr marL="914400" marR="0" indent="0" algn="ctr" rtl="0">
              <a:spcBef>
                <a:spcPts val="3500"/>
              </a:spcBef>
              <a:spcAft>
                <a:spcPts val="0"/>
              </a:spcAft>
              <a:buClr>
                <a:schemeClr val="lt1"/>
              </a:buClr>
              <a:buFont typeface="Cabin"/>
              <a:buNone/>
              <a:defRPr/>
            </a:lvl3pPr>
            <a:lvl4pPr marL="1371600" marR="0" indent="0" algn="ctr" rtl="0">
              <a:spcBef>
                <a:spcPts val="3500"/>
              </a:spcBef>
              <a:spcAft>
                <a:spcPts val="0"/>
              </a:spcAft>
              <a:buClr>
                <a:schemeClr val="lt1"/>
              </a:buClr>
              <a:buFont typeface="Cabin"/>
              <a:buNone/>
              <a:defRPr/>
            </a:lvl4pPr>
            <a:lvl5pPr marL="1828800" marR="0" indent="0" algn="ctr" rtl="0">
              <a:spcBef>
                <a:spcPts val="3500"/>
              </a:spcBef>
              <a:spcAft>
                <a:spcPts val="0"/>
              </a:spcAft>
              <a:buClr>
                <a:schemeClr val="lt1"/>
              </a:buClr>
              <a:buFont typeface="Cabin"/>
              <a:buNone/>
              <a:defRPr/>
            </a:lvl5pPr>
            <a:lvl6pPr marL="2286000" marR="0" indent="0" algn="ctr" rtl="0">
              <a:spcBef>
                <a:spcPts val="3500"/>
              </a:spcBef>
              <a:spcAft>
                <a:spcPts val="0"/>
              </a:spcAft>
              <a:buClr>
                <a:schemeClr val="lt1"/>
              </a:buClr>
              <a:buFont typeface="Cabin"/>
              <a:buNone/>
              <a:defRPr/>
            </a:lvl6pPr>
            <a:lvl7pPr marL="2743200" marR="0" indent="0" algn="ctr" rtl="0">
              <a:spcBef>
                <a:spcPts val="3500"/>
              </a:spcBef>
              <a:spcAft>
                <a:spcPts val="0"/>
              </a:spcAft>
              <a:buClr>
                <a:schemeClr val="lt1"/>
              </a:buClr>
              <a:buFont typeface="Cabin"/>
              <a:buNone/>
              <a:defRPr/>
            </a:lvl7pPr>
            <a:lvl8pPr marL="3200400" marR="0" indent="0" algn="ctr" rtl="0">
              <a:spcBef>
                <a:spcPts val="3500"/>
              </a:spcBef>
              <a:spcAft>
                <a:spcPts val="0"/>
              </a:spcAft>
              <a:buClr>
                <a:schemeClr val="lt1"/>
              </a:buClr>
              <a:buFont typeface="Cabin"/>
              <a:buNone/>
              <a:defRPr/>
            </a:lvl8pPr>
            <a:lvl9pPr marL="3657600" marR="0" indent="0" algn="ctr" rtl="0">
              <a:spcBef>
                <a:spcPts val="3500"/>
              </a:spcBef>
              <a:spcAft>
                <a:spcPts val="0"/>
              </a:spcAft>
              <a:buClr>
                <a:schemeClr val="lt1"/>
              </a:buClr>
              <a:buFont typeface="Cabin"/>
              <a:buNone/>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Shape 439"/>
        <p:cNvGrpSpPr/>
        <p:nvPr/>
      </p:nvGrpSpPr>
      <p:grpSpPr>
        <a:xfrm>
          <a:off x="0" y="0"/>
          <a:ext cx="0" cy="0"/>
          <a:chOff x="0" y="0"/>
          <a:chExt cx="0" cy="0"/>
        </a:xfrm>
      </p:grpSpPr>
      <p:sp>
        <p:nvSpPr>
          <p:cNvPr id="440" name="Shape 440"/>
          <p:cNvSpPr txBox="1">
            <a:spLocks noGrp="1"/>
          </p:cNvSpPr>
          <p:nvPr>
            <p:ph type="title"/>
          </p:nvPr>
        </p:nvSpPr>
        <p:spPr>
          <a:xfrm rot="5400000">
            <a:off x="10597356" y="3321843"/>
            <a:ext cx="6034087" cy="3657600"/>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441" name="Shape 441"/>
          <p:cNvSpPr txBox="1">
            <a:spLocks noGrp="1"/>
          </p:cNvSpPr>
          <p:nvPr>
            <p:ph type="body" idx="1"/>
          </p:nvPr>
        </p:nvSpPr>
        <p:spPr>
          <a:xfrm rot="5400000">
            <a:off x="3205956" y="-259556"/>
            <a:ext cx="6034087" cy="10820400"/>
          </a:xfrm>
          <a:prstGeom prst="rect">
            <a:avLst/>
          </a:prstGeom>
          <a:noFill/>
          <a:ln>
            <a:noFill/>
          </a:ln>
        </p:spPr>
        <p:txBody>
          <a:bodyPr lIns="91425" tIns="91425" rIns="91425" bIns="91425" anchor="t" anchorCtr="0"/>
          <a:lstStyle>
            <a:lvl1pPr marL="342900" indent="-342900" algn="ctr" rtl="0">
              <a:spcBef>
                <a:spcPts val="0"/>
              </a:spcBef>
              <a:spcAft>
                <a:spcPts val="0"/>
              </a:spcAft>
              <a:defRPr/>
            </a:lvl1pPr>
            <a:lvl2pPr marL="742950" indent="-285750" algn="ctr" rtl="0">
              <a:spcBef>
                <a:spcPts val="0"/>
              </a:spcBef>
              <a:spcAft>
                <a:spcPts val="0"/>
              </a:spcAft>
              <a:defRPr/>
            </a:lvl2pPr>
            <a:lvl3pPr marL="1143000" indent="-228600" algn="ctr" rtl="0">
              <a:spcBef>
                <a:spcPts val="0"/>
              </a:spcBef>
              <a:spcAft>
                <a:spcPts val="0"/>
              </a:spcAft>
              <a:defRPr/>
            </a:lvl3pPr>
            <a:lvl4pPr marL="1600200" indent="-228600" algn="ctr" rtl="0">
              <a:spcBef>
                <a:spcPts val="0"/>
              </a:spcBef>
              <a:spcAft>
                <a:spcPts val="0"/>
              </a:spcAft>
              <a:defRPr/>
            </a:lvl4pPr>
            <a:lvl5pPr marL="2057400" indent="-228600"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Shape 442"/>
        <p:cNvGrpSpPr/>
        <p:nvPr/>
      </p:nvGrpSpPr>
      <p:grpSpPr>
        <a:xfrm>
          <a:off x="0" y="0"/>
          <a:ext cx="0" cy="0"/>
          <a:chOff x="0" y="0"/>
          <a:chExt cx="0" cy="0"/>
        </a:xfrm>
      </p:grpSpPr>
      <p:sp>
        <p:nvSpPr>
          <p:cNvPr id="443" name="Shape 443"/>
          <p:cNvSpPr txBox="1">
            <a:spLocks noGrp="1"/>
          </p:cNvSpPr>
          <p:nvPr>
            <p:ph type="title"/>
          </p:nvPr>
        </p:nvSpPr>
        <p:spPr>
          <a:xfrm>
            <a:off x="1155700" y="2781300"/>
            <a:ext cx="13931900" cy="3568699"/>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444" name="Shape 444"/>
          <p:cNvSpPr txBox="1">
            <a:spLocks noGrp="1"/>
          </p:cNvSpPr>
          <p:nvPr>
            <p:ph type="body" idx="1"/>
          </p:nvPr>
        </p:nvSpPr>
        <p:spPr>
          <a:xfrm rot="5400000">
            <a:off x="5110956" y="-2164556"/>
            <a:ext cx="6034087" cy="14630400"/>
          </a:xfrm>
          <a:prstGeom prst="rect">
            <a:avLst/>
          </a:prstGeom>
          <a:noFill/>
          <a:ln>
            <a:noFill/>
          </a:ln>
        </p:spPr>
        <p:txBody>
          <a:bodyPr lIns="91425" tIns="91425" rIns="91425" bIns="91425" anchor="t" anchorCtr="0"/>
          <a:lstStyle>
            <a:lvl1pPr marL="342900" indent="-342900" algn="ctr" rtl="0">
              <a:spcBef>
                <a:spcPts val="0"/>
              </a:spcBef>
              <a:spcAft>
                <a:spcPts val="0"/>
              </a:spcAft>
              <a:defRPr/>
            </a:lvl1pPr>
            <a:lvl2pPr marL="742950" indent="-285750" algn="ctr" rtl="0">
              <a:spcBef>
                <a:spcPts val="0"/>
              </a:spcBef>
              <a:spcAft>
                <a:spcPts val="0"/>
              </a:spcAft>
              <a:defRPr/>
            </a:lvl2pPr>
            <a:lvl3pPr marL="1143000" indent="-228600" algn="ctr" rtl="0">
              <a:spcBef>
                <a:spcPts val="0"/>
              </a:spcBef>
              <a:spcAft>
                <a:spcPts val="0"/>
              </a:spcAft>
              <a:defRPr/>
            </a:lvl3pPr>
            <a:lvl4pPr marL="1600200" indent="-228600" algn="ctr" rtl="0">
              <a:spcBef>
                <a:spcPts val="0"/>
              </a:spcBef>
              <a:spcAft>
                <a:spcPts val="0"/>
              </a:spcAft>
              <a:defRPr/>
            </a:lvl4pPr>
            <a:lvl5pPr marL="2057400" indent="-228600"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Shape 445"/>
        <p:cNvGrpSpPr/>
        <p:nvPr/>
      </p:nvGrpSpPr>
      <p:grpSpPr>
        <a:xfrm>
          <a:off x="0" y="0"/>
          <a:ext cx="0" cy="0"/>
          <a:chOff x="0" y="0"/>
          <a:chExt cx="0" cy="0"/>
        </a:xfrm>
      </p:grpSpPr>
      <p:sp>
        <p:nvSpPr>
          <p:cNvPr id="446" name="Shape 446"/>
          <p:cNvSpPr txBox="1">
            <a:spLocks noGrp="1"/>
          </p:cNvSpPr>
          <p:nvPr>
            <p:ph type="title"/>
          </p:nvPr>
        </p:nvSpPr>
        <p:spPr>
          <a:xfrm>
            <a:off x="3186113" y="6400800"/>
            <a:ext cx="9753599" cy="755649"/>
          </a:xfrm>
          <a:prstGeom prst="rect">
            <a:avLst/>
          </a:prstGeom>
          <a:noFill/>
          <a:ln>
            <a:noFill/>
          </a:ln>
        </p:spPr>
        <p:txBody>
          <a:bodyPr lIns="91425" tIns="91425" rIns="91425" bIns="91425" anchor="b"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447" name="Shape 447"/>
          <p:cNvSpPr>
            <a:spLocks noGrp="1"/>
          </p:cNvSpPr>
          <p:nvPr>
            <p:ph type="pic" idx="2"/>
          </p:nvPr>
        </p:nvSpPr>
        <p:spPr>
          <a:xfrm>
            <a:off x="3186113" y="817562"/>
            <a:ext cx="9753599" cy="5486399"/>
          </a:xfrm>
          <a:prstGeom prst="rect">
            <a:avLst/>
          </a:prstGeom>
          <a:noFill/>
          <a:ln>
            <a:noFill/>
          </a:ln>
        </p:spPr>
      </p:sp>
      <p:sp>
        <p:nvSpPr>
          <p:cNvPr id="448" name="Shape 448"/>
          <p:cNvSpPr txBox="1">
            <a:spLocks noGrp="1"/>
          </p:cNvSpPr>
          <p:nvPr>
            <p:ph type="body" idx="1"/>
          </p:nvPr>
        </p:nvSpPr>
        <p:spPr>
          <a:xfrm>
            <a:off x="3186113" y="7156450"/>
            <a:ext cx="9753599" cy="1073150"/>
          </a:xfrm>
          <a:prstGeom prst="rect">
            <a:avLst/>
          </a:prstGeom>
          <a:noFill/>
          <a:ln>
            <a:noFill/>
          </a:ln>
        </p:spPr>
        <p:txBody>
          <a:bodyPr lIns="91425" tIns="91425" rIns="91425" bIns="91425" anchor="t"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Shape 449"/>
        <p:cNvGrpSpPr/>
        <p:nvPr/>
      </p:nvGrpSpPr>
      <p:grpSpPr>
        <a:xfrm>
          <a:off x="0" y="0"/>
          <a:ext cx="0" cy="0"/>
          <a:chOff x="0" y="0"/>
          <a:chExt cx="0" cy="0"/>
        </a:xfrm>
      </p:grpSpPr>
      <p:sp>
        <p:nvSpPr>
          <p:cNvPr id="450" name="Shape 450"/>
          <p:cNvSpPr txBox="1">
            <a:spLocks noGrp="1"/>
          </p:cNvSpPr>
          <p:nvPr>
            <p:ph type="title"/>
          </p:nvPr>
        </p:nvSpPr>
        <p:spPr>
          <a:xfrm>
            <a:off x="812800" y="363537"/>
            <a:ext cx="5348287" cy="1549400"/>
          </a:xfrm>
          <a:prstGeom prst="rect">
            <a:avLst/>
          </a:prstGeom>
          <a:noFill/>
          <a:ln>
            <a:noFill/>
          </a:ln>
        </p:spPr>
        <p:txBody>
          <a:bodyPr lIns="91425" tIns="91425" rIns="91425" bIns="91425" anchor="b"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451" name="Shape 451"/>
          <p:cNvSpPr txBox="1">
            <a:spLocks noGrp="1"/>
          </p:cNvSpPr>
          <p:nvPr>
            <p:ph type="body" idx="1"/>
          </p:nvPr>
        </p:nvSpPr>
        <p:spPr>
          <a:xfrm>
            <a:off x="6356350" y="363537"/>
            <a:ext cx="9086849" cy="7804150"/>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452" name="Shape 452"/>
          <p:cNvSpPr txBox="1">
            <a:spLocks noGrp="1"/>
          </p:cNvSpPr>
          <p:nvPr>
            <p:ph type="body" idx="2"/>
          </p:nvPr>
        </p:nvSpPr>
        <p:spPr>
          <a:xfrm>
            <a:off x="812800" y="1912938"/>
            <a:ext cx="5348287" cy="6254749"/>
          </a:xfrm>
          <a:prstGeom prst="rect">
            <a:avLst/>
          </a:prstGeom>
          <a:noFill/>
          <a:ln>
            <a:noFill/>
          </a:ln>
        </p:spPr>
        <p:txBody>
          <a:bodyPr lIns="91425" tIns="91425" rIns="91425" bIns="91425" anchor="t"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453"/>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454"/>
        <p:cNvGrpSpPr/>
        <p:nvPr/>
      </p:nvGrpSpPr>
      <p:grpSpPr>
        <a:xfrm>
          <a:off x="0" y="0"/>
          <a:ext cx="0" cy="0"/>
          <a:chOff x="0" y="0"/>
          <a:chExt cx="0" cy="0"/>
        </a:xfrm>
      </p:grpSpPr>
      <p:sp>
        <p:nvSpPr>
          <p:cNvPr id="455" name="Shape 455"/>
          <p:cNvSpPr txBox="1">
            <a:spLocks noGrp="1"/>
          </p:cNvSpPr>
          <p:nvPr>
            <p:ph type="title"/>
          </p:nvPr>
        </p:nvSpPr>
        <p:spPr>
          <a:xfrm>
            <a:off x="1155700" y="2781300"/>
            <a:ext cx="13931900" cy="3568699"/>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Shape 456"/>
        <p:cNvGrpSpPr/>
        <p:nvPr/>
      </p:nvGrpSpPr>
      <p:grpSpPr>
        <a:xfrm>
          <a:off x="0" y="0"/>
          <a:ext cx="0" cy="0"/>
          <a:chOff x="0" y="0"/>
          <a:chExt cx="0" cy="0"/>
        </a:xfrm>
      </p:grpSpPr>
      <p:sp>
        <p:nvSpPr>
          <p:cNvPr id="457" name="Shape 457"/>
          <p:cNvSpPr txBox="1">
            <a:spLocks noGrp="1"/>
          </p:cNvSpPr>
          <p:nvPr>
            <p:ph type="title"/>
          </p:nvPr>
        </p:nvSpPr>
        <p:spPr>
          <a:xfrm>
            <a:off x="812800" y="366712"/>
            <a:ext cx="14630400" cy="1524000"/>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458" name="Shape 458"/>
          <p:cNvSpPr txBox="1">
            <a:spLocks noGrp="1"/>
          </p:cNvSpPr>
          <p:nvPr>
            <p:ph type="body" idx="1"/>
          </p:nvPr>
        </p:nvSpPr>
        <p:spPr>
          <a:xfrm>
            <a:off x="812800" y="2046288"/>
            <a:ext cx="7181849" cy="854074"/>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
        <p:nvSpPr>
          <p:cNvPr id="459" name="Shape 459"/>
          <p:cNvSpPr txBox="1">
            <a:spLocks noGrp="1"/>
          </p:cNvSpPr>
          <p:nvPr>
            <p:ph type="body" idx="2"/>
          </p:nvPr>
        </p:nvSpPr>
        <p:spPr>
          <a:xfrm>
            <a:off x="812800" y="2900363"/>
            <a:ext cx="7181849" cy="5267324"/>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460" name="Shape 460"/>
          <p:cNvSpPr txBox="1">
            <a:spLocks noGrp="1"/>
          </p:cNvSpPr>
          <p:nvPr>
            <p:ph type="body" idx="3"/>
          </p:nvPr>
        </p:nvSpPr>
        <p:spPr>
          <a:xfrm>
            <a:off x="8258175" y="2046288"/>
            <a:ext cx="7185024" cy="854074"/>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
        <p:nvSpPr>
          <p:cNvPr id="461" name="Shape 461"/>
          <p:cNvSpPr txBox="1">
            <a:spLocks noGrp="1"/>
          </p:cNvSpPr>
          <p:nvPr>
            <p:ph type="body" idx="4"/>
          </p:nvPr>
        </p:nvSpPr>
        <p:spPr>
          <a:xfrm>
            <a:off x="8258175" y="2900363"/>
            <a:ext cx="7185024" cy="5267324"/>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Shape 462"/>
        <p:cNvGrpSpPr/>
        <p:nvPr/>
      </p:nvGrpSpPr>
      <p:grpSpPr>
        <a:xfrm>
          <a:off x="0" y="0"/>
          <a:ext cx="0" cy="0"/>
          <a:chOff x="0" y="0"/>
          <a:chExt cx="0" cy="0"/>
        </a:xfrm>
      </p:grpSpPr>
      <p:sp>
        <p:nvSpPr>
          <p:cNvPr id="463" name="Shape 463"/>
          <p:cNvSpPr txBox="1">
            <a:spLocks noGrp="1"/>
          </p:cNvSpPr>
          <p:nvPr>
            <p:ph type="title"/>
          </p:nvPr>
        </p:nvSpPr>
        <p:spPr>
          <a:xfrm>
            <a:off x="1155700" y="2781300"/>
            <a:ext cx="13931900" cy="3568699"/>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464" name="Shape 464"/>
          <p:cNvSpPr txBox="1">
            <a:spLocks noGrp="1"/>
          </p:cNvSpPr>
          <p:nvPr>
            <p:ph type="body" idx="1"/>
          </p:nvPr>
        </p:nvSpPr>
        <p:spPr>
          <a:xfrm>
            <a:off x="812800" y="2133600"/>
            <a:ext cx="7239000" cy="6034087"/>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465" name="Shape 465"/>
          <p:cNvSpPr txBox="1">
            <a:spLocks noGrp="1"/>
          </p:cNvSpPr>
          <p:nvPr>
            <p:ph type="body" idx="2"/>
          </p:nvPr>
        </p:nvSpPr>
        <p:spPr>
          <a:xfrm>
            <a:off x="8204200" y="2133600"/>
            <a:ext cx="7239000" cy="6034087"/>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466"/>
        <p:cNvGrpSpPr/>
        <p:nvPr/>
      </p:nvGrpSpPr>
      <p:grpSpPr>
        <a:xfrm>
          <a:off x="0" y="0"/>
          <a:ext cx="0" cy="0"/>
          <a:chOff x="0" y="0"/>
          <a:chExt cx="0" cy="0"/>
        </a:xfrm>
      </p:grpSpPr>
      <p:sp>
        <p:nvSpPr>
          <p:cNvPr id="467" name="Shape 467"/>
          <p:cNvSpPr txBox="1">
            <a:spLocks noGrp="1"/>
          </p:cNvSpPr>
          <p:nvPr>
            <p:ph type="title"/>
          </p:nvPr>
        </p:nvSpPr>
        <p:spPr>
          <a:xfrm>
            <a:off x="1284287" y="5875337"/>
            <a:ext cx="13817599" cy="1816099"/>
          </a:xfrm>
          <a:prstGeom prst="rect">
            <a:avLst/>
          </a:prstGeom>
          <a:noFill/>
          <a:ln>
            <a:noFill/>
          </a:ln>
        </p:spPr>
        <p:txBody>
          <a:bodyPr lIns="91425" tIns="91425" rIns="91425" bIns="91425" anchor="t"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468" name="Shape 468"/>
          <p:cNvSpPr txBox="1">
            <a:spLocks noGrp="1"/>
          </p:cNvSpPr>
          <p:nvPr>
            <p:ph type="body" idx="1"/>
          </p:nvPr>
        </p:nvSpPr>
        <p:spPr>
          <a:xfrm>
            <a:off x="1284287" y="3875087"/>
            <a:ext cx="13817599" cy="2000250"/>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Shape 469"/>
        <p:cNvGrpSpPr/>
        <p:nvPr/>
      </p:nvGrpSpPr>
      <p:grpSpPr>
        <a:xfrm>
          <a:off x="0" y="0"/>
          <a:ext cx="0" cy="0"/>
          <a:chOff x="0" y="0"/>
          <a:chExt cx="0" cy="0"/>
        </a:xfrm>
      </p:grpSpPr>
      <p:sp>
        <p:nvSpPr>
          <p:cNvPr id="470" name="Shape 470"/>
          <p:cNvSpPr txBox="1">
            <a:spLocks noGrp="1"/>
          </p:cNvSpPr>
          <p:nvPr>
            <p:ph type="title"/>
          </p:nvPr>
        </p:nvSpPr>
        <p:spPr>
          <a:xfrm>
            <a:off x="1155700" y="2781300"/>
            <a:ext cx="13931900" cy="3568699"/>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471" name="Shape 471"/>
          <p:cNvSpPr txBox="1">
            <a:spLocks noGrp="1"/>
          </p:cNvSpPr>
          <p:nvPr>
            <p:ph type="body" idx="1"/>
          </p:nvPr>
        </p:nvSpPr>
        <p:spPr>
          <a:xfrm>
            <a:off x="812800" y="2133600"/>
            <a:ext cx="14630400" cy="6034087"/>
          </a:xfrm>
          <a:prstGeom prst="rect">
            <a:avLst/>
          </a:prstGeom>
          <a:noFill/>
          <a:ln>
            <a:noFill/>
          </a:ln>
        </p:spPr>
        <p:txBody>
          <a:bodyPr lIns="91425" tIns="91425" rIns="91425" bIns="91425" anchor="t" anchorCtr="0"/>
          <a:lstStyle>
            <a:lvl1pPr marL="342900" indent="-342900" algn="ctr" rtl="0">
              <a:spcBef>
                <a:spcPts val="0"/>
              </a:spcBef>
              <a:spcAft>
                <a:spcPts val="0"/>
              </a:spcAft>
              <a:defRPr/>
            </a:lvl1pPr>
            <a:lvl2pPr marL="742950" indent="-285750" algn="ctr" rtl="0">
              <a:spcBef>
                <a:spcPts val="0"/>
              </a:spcBef>
              <a:spcAft>
                <a:spcPts val="0"/>
              </a:spcAft>
              <a:defRPr/>
            </a:lvl2pPr>
            <a:lvl3pPr marL="1143000" indent="-228600" algn="ctr" rtl="0">
              <a:spcBef>
                <a:spcPts val="0"/>
              </a:spcBef>
              <a:spcAft>
                <a:spcPts val="0"/>
              </a:spcAft>
              <a:defRPr/>
            </a:lvl3pPr>
            <a:lvl4pPr marL="1600200" indent="-228600" algn="ctr" rtl="0">
              <a:spcBef>
                <a:spcPts val="0"/>
              </a:spcBef>
              <a:spcAft>
                <a:spcPts val="0"/>
              </a:spcAft>
              <a:defRPr/>
            </a:lvl4pPr>
            <a:lvl5pPr marL="2057400" indent="-228600"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472"/>
        <p:cNvGrpSpPr/>
        <p:nvPr/>
      </p:nvGrpSpPr>
      <p:grpSpPr>
        <a:xfrm>
          <a:off x="0" y="0"/>
          <a:ext cx="0" cy="0"/>
          <a:chOff x="0" y="0"/>
          <a:chExt cx="0" cy="0"/>
        </a:xfrm>
      </p:grpSpPr>
      <p:sp>
        <p:nvSpPr>
          <p:cNvPr id="473" name="Shape 473"/>
          <p:cNvSpPr txBox="1">
            <a:spLocks noGrp="1"/>
          </p:cNvSpPr>
          <p:nvPr>
            <p:ph type="ctrTitle"/>
          </p:nvPr>
        </p:nvSpPr>
        <p:spPr>
          <a:xfrm>
            <a:off x="1219200" y="2840038"/>
            <a:ext cx="13817599" cy="1960561"/>
          </a:xfrm>
          <a:prstGeom prst="rect">
            <a:avLst/>
          </a:prstGeom>
          <a:noFill/>
          <a:ln>
            <a:noFill/>
          </a:ln>
        </p:spPr>
        <p:txBody>
          <a:bodyPr lIns="91425" tIns="91425" rIns="91425" bIns="91425" anchor="ctr" anchorCtr="0"/>
          <a:lstStyle>
            <a:lvl1pPr marL="0" marR="0" indent="0" algn="ctr" rtl="0">
              <a:spcBef>
                <a:spcPts val="0"/>
              </a:spcBef>
              <a:spcAft>
                <a:spcPts val="0"/>
              </a:spcAft>
              <a:defRPr/>
            </a:lvl1pPr>
            <a:lvl2pPr marL="0" marR="0" indent="0" algn="ctr" rtl="0">
              <a:spcBef>
                <a:spcPts val="0"/>
              </a:spcBef>
              <a:spcAft>
                <a:spcPts val="0"/>
              </a:spcAft>
              <a:defRPr/>
            </a:lvl2pPr>
            <a:lvl3pPr marL="0" marR="0" indent="0" algn="ctr" rtl="0">
              <a:spcBef>
                <a:spcPts val="0"/>
              </a:spcBef>
              <a:spcAft>
                <a:spcPts val="0"/>
              </a:spcAft>
              <a:defRPr/>
            </a:lvl3pPr>
            <a:lvl4pPr marL="0" marR="0" indent="0" algn="ctr" rtl="0">
              <a:spcBef>
                <a:spcPts val="0"/>
              </a:spcBef>
              <a:spcAft>
                <a:spcPts val="0"/>
              </a:spcAft>
              <a:defRPr/>
            </a:lvl4pPr>
            <a:lvl5pPr marL="0" marR="0" indent="0" algn="ctr" rtl="0">
              <a:spcBef>
                <a:spcPts val="0"/>
              </a:spcBef>
              <a:spcAft>
                <a:spcPts val="0"/>
              </a:spcAft>
              <a:defRPr/>
            </a:lvl5pPr>
            <a:lvl6pPr marL="457200" marR="0" indent="0" algn="ctr" rtl="0">
              <a:spcBef>
                <a:spcPts val="0"/>
              </a:spcBef>
              <a:spcAft>
                <a:spcPts val="0"/>
              </a:spcAft>
              <a:defRPr/>
            </a:lvl6pPr>
            <a:lvl7pPr marL="914400" marR="0" indent="0" algn="ctr" rtl="0">
              <a:spcBef>
                <a:spcPts val="0"/>
              </a:spcBef>
              <a:spcAft>
                <a:spcPts val="0"/>
              </a:spcAft>
              <a:defRPr/>
            </a:lvl7pPr>
            <a:lvl8pPr marL="1371600" marR="0" indent="0" algn="ctr" rtl="0">
              <a:spcBef>
                <a:spcPts val="0"/>
              </a:spcBef>
              <a:spcAft>
                <a:spcPts val="0"/>
              </a:spcAft>
              <a:defRPr/>
            </a:lvl8pPr>
            <a:lvl9pPr marL="1828800" marR="0" indent="0" algn="ctr" rtl="0">
              <a:spcBef>
                <a:spcPts val="0"/>
              </a:spcBef>
              <a:spcAft>
                <a:spcPts val="0"/>
              </a:spcAft>
              <a:defRPr/>
            </a:lvl9pPr>
          </a:lstStyle>
          <a:p>
            <a:endParaRPr/>
          </a:p>
        </p:txBody>
      </p:sp>
      <p:sp>
        <p:nvSpPr>
          <p:cNvPr id="474" name="Shape 474"/>
          <p:cNvSpPr txBox="1">
            <a:spLocks noGrp="1"/>
          </p:cNvSpPr>
          <p:nvPr>
            <p:ph type="subTitle" idx="1"/>
          </p:nvPr>
        </p:nvSpPr>
        <p:spPr>
          <a:xfrm>
            <a:off x="2438400" y="5181600"/>
            <a:ext cx="11379200" cy="2336800"/>
          </a:xfrm>
          <a:prstGeom prst="rect">
            <a:avLst/>
          </a:prstGeom>
          <a:noFill/>
          <a:ln>
            <a:noFill/>
          </a:ln>
        </p:spPr>
        <p:txBody>
          <a:bodyPr lIns="91425" tIns="91425" rIns="91425" bIns="91425" anchor="t" anchorCtr="0"/>
          <a:lstStyle>
            <a:lvl1pPr marL="0" marR="0" indent="0" algn="ctr" rtl="0">
              <a:spcBef>
                <a:spcPts val="0"/>
              </a:spcBef>
              <a:spcAft>
                <a:spcPts val="0"/>
              </a:spcAft>
              <a:buClr>
                <a:schemeClr val="lt1"/>
              </a:buClr>
              <a:buFont typeface="Cabin"/>
              <a:buNone/>
              <a:defRPr/>
            </a:lvl1pPr>
            <a:lvl2pPr marL="457200" marR="0" indent="0" algn="ctr" rtl="0">
              <a:spcBef>
                <a:spcPts val="0"/>
              </a:spcBef>
              <a:spcAft>
                <a:spcPts val="0"/>
              </a:spcAft>
              <a:buClr>
                <a:schemeClr val="lt1"/>
              </a:buClr>
              <a:buFont typeface="Cabin"/>
              <a:buNone/>
              <a:defRPr/>
            </a:lvl2pPr>
            <a:lvl3pPr marL="914400" marR="0" indent="0" algn="ctr" rtl="0">
              <a:spcBef>
                <a:spcPts val="0"/>
              </a:spcBef>
              <a:spcAft>
                <a:spcPts val="0"/>
              </a:spcAft>
              <a:buClr>
                <a:schemeClr val="lt1"/>
              </a:buClr>
              <a:buFont typeface="Cabin"/>
              <a:buNone/>
              <a:defRPr/>
            </a:lvl3pPr>
            <a:lvl4pPr marL="1371600" marR="0" indent="0" algn="ctr" rtl="0">
              <a:spcBef>
                <a:spcPts val="0"/>
              </a:spcBef>
              <a:spcAft>
                <a:spcPts val="0"/>
              </a:spcAft>
              <a:buClr>
                <a:schemeClr val="lt1"/>
              </a:buClr>
              <a:buFont typeface="Cabin"/>
              <a:buNone/>
              <a:defRPr/>
            </a:lvl4pPr>
            <a:lvl5pPr marL="1828800" marR="0" indent="0" algn="ctr" rtl="0">
              <a:spcBef>
                <a:spcPts val="0"/>
              </a:spcBef>
              <a:spcAft>
                <a:spcPts val="0"/>
              </a:spcAft>
              <a:buClr>
                <a:schemeClr val="lt1"/>
              </a:buClr>
              <a:buFont typeface="Cabin"/>
              <a:buNone/>
              <a:defRPr/>
            </a:lvl5pPr>
            <a:lvl6pPr marL="2286000" marR="0" indent="0" algn="ctr" rtl="0">
              <a:spcBef>
                <a:spcPts val="0"/>
              </a:spcBef>
              <a:spcAft>
                <a:spcPts val="0"/>
              </a:spcAft>
              <a:buClr>
                <a:schemeClr val="lt1"/>
              </a:buClr>
              <a:buFont typeface="Cabin"/>
              <a:buNone/>
              <a:defRPr/>
            </a:lvl6pPr>
            <a:lvl7pPr marL="2743200" marR="0" indent="0" algn="ctr" rtl="0">
              <a:spcBef>
                <a:spcPts val="0"/>
              </a:spcBef>
              <a:spcAft>
                <a:spcPts val="0"/>
              </a:spcAft>
              <a:buClr>
                <a:schemeClr val="lt1"/>
              </a:buClr>
              <a:buFont typeface="Cabin"/>
              <a:buNone/>
              <a:defRPr/>
            </a:lvl7pPr>
            <a:lvl8pPr marL="3200400" marR="0" indent="0" algn="ctr" rtl="0">
              <a:spcBef>
                <a:spcPts val="0"/>
              </a:spcBef>
              <a:spcAft>
                <a:spcPts val="0"/>
              </a:spcAft>
              <a:buClr>
                <a:schemeClr val="lt1"/>
              </a:buClr>
              <a:buFont typeface="Cabin"/>
              <a:buNone/>
              <a:defRPr/>
            </a:lvl8pPr>
            <a:lvl9pPr marL="3657600" marR="0" indent="0" algn="ctr" rtl="0">
              <a:spcBef>
                <a:spcPts val="0"/>
              </a:spcBef>
              <a:spcAft>
                <a:spcPts val="0"/>
              </a:spcAft>
              <a:buClr>
                <a:schemeClr val="lt1"/>
              </a:buClr>
              <a:buFont typeface="Cabin"/>
              <a:buNone/>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Shape 775"/>
        <p:cNvGrpSpPr/>
        <p:nvPr/>
      </p:nvGrpSpPr>
      <p:grpSpPr>
        <a:xfrm>
          <a:off x="0" y="0"/>
          <a:ext cx="0" cy="0"/>
          <a:chOff x="0" y="0"/>
          <a:chExt cx="0" cy="0"/>
        </a:xfrm>
      </p:grpSpPr>
      <p:sp>
        <p:nvSpPr>
          <p:cNvPr id="776" name="Shape 776"/>
          <p:cNvSpPr txBox="1">
            <a:spLocks noGrp="1"/>
          </p:cNvSpPr>
          <p:nvPr>
            <p:ph type="title"/>
          </p:nvPr>
        </p:nvSpPr>
        <p:spPr>
          <a:xfrm rot="5400000">
            <a:off x="9313799" y="2532099"/>
            <a:ext cx="8064599" cy="3483000"/>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777" name="Shape 777"/>
          <p:cNvSpPr txBox="1">
            <a:spLocks noGrp="1"/>
          </p:cNvSpPr>
          <p:nvPr>
            <p:ph type="body" idx="1"/>
          </p:nvPr>
        </p:nvSpPr>
        <p:spPr>
          <a:xfrm rot="5400000">
            <a:off x="2271625" y="-874699"/>
            <a:ext cx="8064599" cy="10296599"/>
          </a:xfrm>
          <a:prstGeom prst="rect">
            <a:avLst/>
          </a:prstGeom>
          <a:noFill/>
          <a:ln>
            <a:noFill/>
          </a:ln>
        </p:spPr>
        <p:txBody>
          <a:bodyPr lIns="91425" tIns="91425" rIns="91425" bIns="91425" anchor="ctr" anchorCtr="0"/>
          <a:lstStyle>
            <a:lvl1pPr marL="711200" indent="-142494" algn="l" rtl="0">
              <a:spcBef>
                <a:spcPts val="3500"/>
              </a:spcBef>
              <a:spcAft>
                <a:spcPts val="0"/>
              </a:spcAft>
              <a:buClr>
                <a:schemeClr val="lt1"/>
              </a:buClr>
              <a:buFont typeface="Cabin"/>
              <a:buChar char="•"/>
              <a:defRPr/>
            </a:lvl1pPr>
            <a:lvl2pPr marL="1003300" indent="-142494" algn="l" rtl="0">
              <a:spcBef>
                <a:spcPts val="3500"/>
              </a:spcBef>
              <a:spcAft>
                <a:spcPts val="0"/>
              </a:spcAft>
              <a:buClr>
                <a:schemeClr val="lt1"/>
              </a:buClr>
              <a:buFont typeface="Cabin"/>
              <a:buChar char="•"/>
              <a:defRPr/>
            </a:lvl2pPr>
            <a:lvl3pPr marL="1295400" indent="-142494" algn="l" rtl="0">
              <a:spcBef>
                <a:spcPts val="3500"/>
              </a:spcBef>
              <a:spcAft>
                <a:spcPts val="0"/>
              </a:spcAft>
              <a:buClr>
                <a:schemeClr val="lt1"/>
              </a:buClr>
              <a:buFont typeface="Cabin"/>
              <a:buChar char="•"/>
              <a:defRPr/>
            </a:lvl3pPr>
            <a:lvl4pPr marL="1600200" indent="-142494" algn="l" rtl="0">
              <a:spcBef>
                <a:spcPts val="3500"/>
              </a:spcBef>
              <a:spcAft>
                <a:spcPts val="0"/>
              </a:spcAft>
              <a:buClr>
                <a:schemeClr val="lt1"/>
              </a:buClr>
              <a:buFont typeface="Cabin"/>
              <a:buChar char="•"/>
              <a:defRPr/>
            </a:lvl4pPr>
            <a:lvl5pPr marL="1892300" indent="-142494" algn="l" rtl="0">
              <a:spcBef>
                <a:spcPts val="3500"/>
              </a:spcBef>
              <a:spcAft>
                <a:spcPts val="0"/>
              </a:spcAft>
              <a:buClr>
                <a:schemeClr val="lt1"/>
              </a:buClr>
              <a:buFont typeface="Cabin"/>
              <a:buChar char="•"/>
              <a:defRPr/>
            </a:lvl5pPr>
            <a:lvl6pPr marL="2349500" indent="-142494" algn="l" rtl="0">
              <a:spcBef>
                <a:spcPts val="3500"/>
              </a:spcBef>
              <a:spcAft>
                <a:spcPts val="0"/>
              </a:spcAft>
              <a:buClr>
                <a:schemeClr val="lt1"/>
              </a:buClr>
              <a:buFont typeface="Cabin"/>
              <a:buChar char="•"/>
              <a:defRPr/>
            </a:lvl6pPr>
            <a:lvl7pPr marL="2806700" indent="-142494" algn="l" rtl="0">
              <a:spcBef>
                <a:spcPts val="3500"/>
              </a:spcBef>
              <a:spcAft>
                <a:spcPts val="0"/>
              </a:spcAft>
              <a:buClr>
                <a:schemeClr val="lt1"/>
              </a:buClr>
              <a:buFont typeface="Cabin"/>
              <a:buChar char="•"/>
              <a:defRPr/>
            </a:lvl7pPr>
            <a:lvl8pPr marL="3263900" indent="-142494" algn="l" rtl="0">
              <a:spcBef>
                <a:spcPts val="3500"/>
              </a:spcBef>
              <a:spcAft>
                <a:spcPts val="0"/>
              </a:spcAft>
              <a:buClr>
                <a:schemeClr val="lt1"/>
              </a:buClr>
              <a:buFont typeface="Cabin"/>
              <a:buChar char="•"/>
              <a:defRPr/>
            </a:lvl8pPr>
            <a:lvl9pPr marL="3721100" indent="-142494" algn="l" rtl="0">
              <a:spcBef>
                <a:spcPts val="3500"/>
              </a:spcBef>
              <a:spcAft>
                <a:spcPts val="0"/>
              </a:spcAft>
              <a:buClr>
                <a:schemeClr val="lt1"/>
              </a:buClr>
              <a:buFont typeface="Cabin"/>
              <a:buChar char="•"/>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Shape 778"/>
        <p:cNvGrpSpPr/>
        <p:nvPr/>
      </p:nvGrpSpPr>
      <p:grpSpPr>
        <a:xfrm>
          <a:off x="0" y="0"/>
          <a:ext cx="0" cy="0"/>
          <a:chOff x="0" y="0"/>
          <a:chExt cx="0" cy="0"/>
        </a:xfrm>
      </p:grpSpPr>
      <p:sp>
        <p:nvSpPr>
          <p:cNvPr id="779" name="Shape 779"/>
          <p:cNvSpPr txBox="1">
            <a:spLocks noGrp="1"/>
          </p:cNvSpPr>
          <p:nvPr>
            <p:ph type="title"/>
          </p:nvPr>
        </p:nvSpPr>
        <p:spPr>
          <a:xfrm>
            <a:off x="1155700" y="241300"/>
            <a:ext cx="13932000" cy="2298600"/>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780" name="Shape 780"/>
          <p:cNvSpPr txBox="1">
            <a:spLocks noGrp="1"/>
          </p:cNvSpPr>
          <p:nvPr>
            <p:ph type="body" idx="1"/>
          </p:nvPr>
        </p:nvSpPr>
        <p:spPr>
          <a:xfrm rot="5400000">
            <a:off x="5270399" y="-1511300"/>
            <a:ext cx="5702399" cy="13932000"/>
          </a:xfrm>
          <a:prstGeom prst="rect">
            <a:avLst/>
          </a:prstGeom>
          <a:noFill/>
          <a:ln>
            <a:noFill/>
          </a:ln>
        </p:spPr>
        <p:txBody>
          <a:bodyPr lIns="91425" tIns="91425" rIns="91425" bIns="91425" anchor="ctr" anchorCtr="0"/>
          <a:lstStyle>
            <a:lvl1pPr marL="711200" indent="-142494" algn="l" rtl="0">
              <a:spcBef>
                <a:spcPts val="3500"/>
              </a:spcBef>
              <a:spcAft>
                <a:spcPts val="0"/>
              </a:spcAft>
              <a:buClr>
                <a:schemeClr val="lt1"/>
              </a:buClr>
              <a:buFont typeface="Cabin"/>
              <a:buChar char="•"/>
              <a:defRPr/>
            </a:lvl1pPr>
            <a:lvl2pPr marL="1003300" indent="-142494" algn="l" rtl="0">
              <a:spcBef>
                <a:spcPts val="3500"/>
              </a:spcBef>
              <a:spcAft>
                <a:spcPts val="0"/>
              </a:spcAft>
              <a:buClr>
                <a:schemeClr val="lt1"/>
              </a:buClr>
              <a:buFont typeface="Cabin"/>
              <a:buChar char="•"/>
              <a:defRPr/>
            </a:lvl2pPr>
            <a:lvl3pPr marL="1295400" indent="-142494" algn="l" rtl="0">
              <a:spcBef>
                <a:spcPts val="3500"/>
              </a:spcBef>
              <a:spcAft>
                <a:spcPts val="0"/>
              </a:spcAft>
              <a:buClr>
                <a:schemeClr val="lt1"/>
              </a:buClr>
              <a:buFont typeface="Cabin"/>
              <a:buChar char="•"/>
              <a:defRPr/>
            </a:lvl3pPr>
            <a:lvl4pPr marL="1600200" indent="-142494" algn="l" rtl="0">
              <a:spcBef>
                <a:spcPts val="3500"/>
              </a:spcBef>
              <a:spcAft>
                <a:spcPts val="0"/>
              </a:spcAft>
              <a:buClr>
                <a:schemeClr val="lt1"/>
              </a:buClr>
              <a:buFont typeface="Cabin"/>
              <a:buChar char="•"/>
              <a:defRPr/>
            </a:lvl4pPr>
            <a:lvl5pPr marL="1892300" indent="-142494" algn="l" rtl="0">
              <a:spcBef>
                <a:spcPts val="3500"/>
              </a:spcBef>
              <a:spcAft>
                <a:spcPts val="0"/>
              </a:spcAft>
              <a:buClr>
                <a:schemeClr val="lt1"/>
              </a:buClr>
              <a:buFont typeface="Cabin"/>
              <a:buChar char="•"/>
              <a:defRPr/>
            </a:lvl5pPr>
            <a:lvl6pPr marL="2349500" indent="-142494" algn="l" rtl="0">
              <a:spcBef>
                <a:spcPts val="3500"/>
              </a:spcBef>
              <a:spcAft>
                <a:spcPts val="0"/>
              </a:spcAft>
              <a:buClr>
                <a:schemeClr val="lt1"/>
              </a:buClr>
              <a:buFont typeface="Cabin"/>
              <a:buChar char="•"/>
              <a:defRPr/>
            </a:lvl6pPr>
            <a:lvl7pPr marL="2806700" indent="-142494" algn="l" rtl="0">
              <a:spcBef>
                <a:spcPts val="3500"/>
              </a:spcBef>
              <a:spcAft>
                <a:spcPts val="0"/>
              </a:spcAft>
              <a:buClr>
                <a:schemeClr val="lt1"/>
              </a:buClr>
              <a:buFont typeface="Cabin"/>
              <a:buChar char="•"/>
              <a:defRPr/>
            </a:lvl7pPr>
            <a:lvl8pPr marL="3263900" indent="-142494" algn="l" rtl="0">
              <a:spcBef>
                <a:spcPts val="3500"/>
              </a:spcBef>
              <a:spcAft>
                <a:spcPts val="0"/>
              </a:spcAft>
              <a:buClr>
                <a:schemeClr val="lt1"/>
              </a:buClr>
              <a:buFont typeface="Cabin"/>
              <a:buChar char="•"/>
              <a:defRPr/>
            </a:lvl8pPr>
            <a:lvl9pPr marL="3721100" indent="-142494" algn="l" rtl="0">
              <a:spcBef>
                <a:spcPts val="3500"/>
              </a:spcBef>
              <a:spcAft>
                <a:spcPts val="0"/>
              </a:spcAft>
              <a:buClr>
                <a:schemeClr val="lt1"/>
              </a:buClr>
              <a:buFont typeface="Cabin"/>
              <a:buChar char="•"/>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Shape 781"/>
        <p:cNvGrpSpPr/>
        <p:nvPr/>
      </p:nvGrpSpPr>
      <p:grpSpPr>
        <a:xfrm>
          <a:off x="0" y="0"/>
          <a:ext cx="0" cy="0"/>
          <a:chOff x="0" y="0"/>
          <a:chExt cx="0" cy="0"/>
        </a:xfrm>
      </p:grpSpPr>
      <p:sp>
        <p:nvSpPr>
          <p:cNvPr id="782" name="Shape 782"/>
          <p:cNvSpPr txBox="1">
            <a:spLocks noGrp="1"/>
          </p:cNvSpPr>
          <p:nvPr>
            <p:ph type="title"/>
          </p:nvPr>
        </p:nvSpPr>
        <p:spPr>
          <a:xfrm>
            <a:off x="3186113" y="6400800"/>
            <a:ext cx="9753599" cy="755699"/>
          </a:xfrm>
          <a:prstGeom prst="rect">
            <a:avLst/>
          </a:prstGeom>
          <a:noFill/>
          <a:ln>
            <a:noFill/>
          </a:ln>
        </p:spPr>
        <p:txBody>
          <a:bodyPr lIns="91425" tIns="91425" rIns="91425" bIns="91425" anchor="b"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783" name="Shape 783"/>
          <p:cNvSpPr>
            <a:spLocks noGrp="1"/>
          </p:cNvSpPr>
          <p:nvPr>
            <p:ph type="pic" idx="2"/>
          </p:nvPr>
        </p:nvSpPr>
        <p:spPr>
          <a:xfrm>
            <a:off x="3186113" y="817562"/>
            <a:ext cx="9753599" cy="5486399"/>
          </a:xfrm>
          <a:prstGeom prst="rect">
            <a:avLst/>
          </a:prstGeom>
          <a:noFill/>
          <a:ln>
            <a:noFill/>
          </a:ln>
        </p:spPr>
      </p:sp>
      <p:sp>
        <p:nvSpPr>
          <p:cNvPr id="784" name="Shape 784"/>
          <p:cNvSpPr txBox="1">
            <a:spLocks noGrp="1"/>
          </p:cNvSpPr>
          <p:nvPr>
            <p:ph type="body" idx="1"/>
          </p:nvPr>
        </p:nvSpPr>
        <p:spPr>
          <a:xfrm>
            <a:off x="3186113" y="7156450"/>
            <a:ext cx="9753599" cy="1073099"/>
          </a:xfrm>
          <a:prstGeom prst="rect">
            <a:avLst/>
          </a:prstGeom>
          <a:noFill/>
          <a:ln>
            <a:noFill/>
          </a:ln>
        </p:spPr>
        <p:txBody>
          <a:bodyPr lIns="91425" tIns="91425" rIns="91425" bIns="91425" anchor="ctr"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Shape 785"/>
        <p:cNvGrpSpPr/>
        <p:nvPr/>
      </p:nvGrpSpPr>
      <p:grpSpPr>
        <a:xfrm>
          <a:off x="0" y="0"/>
          <a:ext cx="0" cy="0"/>
          <a:chOff x="0" y="0"/>
          <a:chExt cx="0" cy="0"/>
        </a:xfrm>
      </p:grpSpPr>
      <p:sp>
        <p:nvSpPr>
          <p:cNvPr id="786" name="Shape 786"/>
          <p:cNvSpPr txBox="1">
            <a:spLocks noGrp="1"/>
          </p:cNvSpPr>
          <p:nvPr>
            <p:ph type="title"/>
          </p:nvPr>
        </p:nvSpPr>
        <p:spPr>
          <a:xfrm>
            <a:off x="812800" y="363537"/>
            <a:ext cx="5348399" cy="1549499"/>
          </a:xfrm>
          <a:prstGeom prst="rect">
            <a:avLst/>
          </a:prstGeom>
          <a:noFill/>
          <a:ln>
            <a:noFill/>
          </a:ln>
        </p:spPr>
        <p:txBody>
          <a:bodyPr lIns="91425" tIns="91425" rIns="91425" bIns="91425" anchor="b"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787" name="Shape 787"/>
          <p:cNvSpPr txBox="1">
            <a:spLocks noGrp="1"/>
          </p:cNvSpPr>
          <p:nvPr>
            <p:ph type="body" idx="1"/>
          </p:nvPr>
        </p:nvSpPr>
        <p:spPr>
          <a:xfrm>
            <a:off x="6356350" y="363537"/>
            <a:ext cx="9086699" cy="7804199"/>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788" name="Shape 788"/>
          <p:cNvSpPr txBox="1">
            <a:spLocks noGrp="1"/>
          </p:cNvSpPr>
          <p:nvPr>
            <p:ph type="body" idx="2"/>
          </p:nvPr>
        </p:nvSpPr>
        <p:spPr>
          <a:xfrm>
            <a:off x="812800" y="1912938"/>
            <a:ext cx="5348399" cy="6254699"/>
          </a:xfrm>
          <a:prstGeom prst="rect">
            <a:avLst/>
          </a:prstGeom>
          <a:noFill/>
          <a:ln>
            <a:noFill/>
          </a:ln>
        </p:spPr>
        <p:txBody>
          <a:bodyPr lIns="91425" tIns="91425" rIns="91425" bIns="91425" anchor="ctr"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789"/>
        <p:cNvGrpSpPr/>
        <p:nvPr/>
      </p:nvGrpSpPr>
      <p:grpSpPr>
        <a:xfrm>
          <a:off x="0" y="0"/>
          <a:ext cx="0" cy="0"/>
          <a:chOff x="0" y="0"/>
          <a:chExt cx="0" cy="0"/>
        </a:xfrm>
      </p:grpSpPr>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790"/>
        <p:cNvGrpSpPr/>
        <p:nvPr/>
      </p:nvGrpSpPr>
      <p:grpSpPr>
        <a:xfrm>
          <a:off x="0" y="0"/>
          <a:ext cx="0" cy="0"/>
          <a:chOff x="0" y="0"/>
          <a:chExt cx="0" cy="0"/>
        </a:xfrm>
      </p:grpSpPr>
      <p:sp>
        <p:nvSpPr>
          <p:cNvPr id="791" name="Shape 791"/>
          <p:cNvSpPr txBox="1">
            <a:spLocks noGrp="1"/>
          </p:cNvSpPr>
          <p:nvPr>
            <p:ph type="title"/>
          </p:nvPr>
        </p:nvSpPr>
        <p:spPr>
          <a:xfrm>
            <a:off x="1155700" y="241300"/>
            <a:ext cx="13932000" cy="2298600"/>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Shape 792"/>
        <p:cNvGrpSpPr/>
        <p:nvPr/>
      </p:nvGrpSpPr>
      <p:grpSpPr>
        <a:xfrm>
          <a:off x="0" y="0"/>
          <a:ext cx="0" cy="0"/>
          <a:chOff x="0" y="0"/>
          <a:chExt cx="0" cy="0"/>
        </a:xfrm>
      </p:grpSpPr>
      <p:sp>
        <p:nvSpPr>
          <p:cNvPr id="793" name="Shape 793"/>
          <p:cNvSpPr txBox="1">
            <a:spLocks noGrp="1"/>
          </p:cNvSpPr>
          <p:nvPr>
            <p:ph type="title"/>
          </p:nvPr>
        </p:nvSpPr>
        <p:spPr>
          <a:xfrm>
            <a:off x="812800" y="366712"/>
            <a:ext cx="14630400" cy="1524000"/>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794" name="Shape 794"/>
          <p:cNvSpPr txBox="1">
            <a:spLocks noGrp="1"/>
          </p:cNvSpPr>
          <p:nvPr>
            <p:ph type="body" idx="1"/>
          </p:nvPr>
        </p:nvSpPr>
        <p:spPr>
          <a:xfrm>
            <a:off x="812800" y="2046288"/>
            <a:ext cx="7181699" cy="854100"/>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
        <p:nvSpPr>
          <p:cNvPr id="795" name="Shape 795"/>
          <p:cNvSpPr txBox="1">
            <a:spLocks noGrp="1"/>
          </p:cNvSpPr>
          <p:nvPr>
            <p:ph type="body" idx="2"/>
          </p:nvPr>
        </p:nvSpPr>
        <p:spPr>
          <a:xfrm>
            <a:off x="812800" y="2900363"/>
            <a:ext cx="7181699" cy="5267400"/>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796" name="Shape 796"/>
          <p:cNvSpPr txBox="1">
            <a:spLocks noGrp="1"/>
          </p:cNvSpPr>
          <p:nvPr>
            <p:ph type="body" idx="3"/>
          </p:nvPr>
        </p:nvSpPr>
        <p:spPr>
          <a:xfrm>
            <a:off x="8258175" y="2046288"/>
            <a:ext cx="7184999" cy="854100"/>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
        <p:nvSpPr>
          <p:cNvPr id="797" name="Shape 797"/>
          <p:cNvSpPr txBox="1">
            <a:spLocks noGrp="1"/>
          </p:cNvSpPr>
          <p:nvPr>
            <p:ph type="body" idx="4"/>
          </p:nvPr>
        </p:nvSpPr>
        <p:spPr>
          <a:xfrm>
            <a:off x="8258175" y="2900363"/>
            <a:ext cx="7184999" cy="5267400"/>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Shape 798"/>
        <p:cNvGrpSpPr/>
        <p:nvPr/>
      </p:nvGrpSpPr>
      <p:grpSpPr>
        <a:xfrm>
          <a:off x="0" y="0"/>
          <a:ext cx="0" cy="0"/>
          <a:chOff x="0" y="0"/>
          <a:chExt cx="0" cy="0"/>
        </a:xfrm>
      </p:grpSpPr>
      <p:sp>
        <p:nvSpPr>
          <p:cNvPr id="799" name="Shape 799"/>
          <p:cNvSpPr txBox="1">
            <a:spLocks noGrp="1"/>
          </p:cNvSpPr>
          <p:nvPr>
            <p:ph type="title"/>
          </p:nvPr>
        </p:nvSpPr>
        <p:spPr>
          <a:xfrm>
            <a:off x="1155700" y="241300"/>
            <a:ext cx="13932000" cy="2298600"/>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800" name="Shape 800"/>
          <p:cNvSpPr txBox="1">
            <a:spLocks noGrp="1"/>
          </p:cNvSpPr>
          <p:nvPr>
            <p:ph type="body" idx="1"/>
          </p:nvPr>
        </p:nvSpPr>
        <p:spPr>
          <a:xfrm>
            <a:off x="1155700" y="2603500"/>
            <a:ext cx="6889800" cy="5702399"/>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801" name="Shape 801"/>
          <p:cNvSpPr txBox="1">
            <a:spLocks noGrp="1"/>
          </p:cNvSpPr>
          <p:nvPr>
            <p:ph type="body" idx="2"/>
          </p:nvPr>
        </p:nvSpPr>
        <p:spPr>
          <a:xfrm>
            <a:off x="8197850" y="2603500"/>
            <a:ext cx="6889800" cy="5702399"/>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802"/>
        <p:cNvGrpSpPr/>
        <p:nvPr/>
      </p:nvGrpSpPr>
      <p:grpSpPr>
        <a:xfrm>
          <a:off x="0" y="0"/>
          <a:ext cx="0" cy="0"/>
          <a:chOff x="0" y="0"/>
          <a:chExt cx="0" cy="0"/>
        </a:xfrm>
      </p:grpSpPr>
      <p:sp>
        <p:nvSpPr>
          <p:cNvPr id="803" name="Shape 803"/>
          <p:cNvSpPr txBox="1">
            <a:spLocks noGrp="1"/>
          </p:cNvSpPr>
          <p:nvPr>
            <p:ph type="title"/>
          </p:nvPr>
        </p:nvSpPr>
        <p:spPr>
          <a:xfrm>
            <a:off x="1284287" y="5875337"/>
            <a:ext cx="13817699" cy="1816200"/>
          </a:xfrm>
          <a:prstGeom prst="rect">
            <a:avLst/>
          </a:prstGeom>
          <a:noFill/>
          <a:ln>
            <a:noFill/>
          </a:ln>
        </p:spPr>
        <p:txBody>
          <a:bodyPr lIns="91425" tIns="91425" rIns="91425" bIns="91425" anchor="t"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804" name="Shape 804"/>
          <p:cNvSpPr txBox="1">
            <a:spLocks noGrp="1"/>
          </p:cNvSpPr>
          <p:nvPr>
            <p:ph type="body" idx="1"/>
          </p:nvPr>
        </p:nvSpPr>
        <p:spPr>
          <a:xfrm>
            <a:off x="1284287" y="3875087"/>
            <a:ext cx="13817699" cy="2000400"/>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Shape 805"/>
        <p:cNvGrpSpPr/>
        <p:nvPr/>
      </p:nvGrpSpPr>
      <p:grpSpPr>
        <a:xfrm>
          <a:off x="0" y="0"/>
          <a:ext cx="0" cy="0"/>
          <a:chOff x="0" y="0"/>
          <a:chExt cx="0" cy="0"/>
        </a:xfrm>
      </p:grpSpPr>
      <p:sp>
        <p:nvSpPr>
          <p:cNvPr id="806" name="Shape 806"/>
          <p:cNvSpPr txBox="1">
            <a:spLocks noGrp="1"/>
          </p:cNvSpPr>
          <p:nvPr>
            <p:ph type="title"/>
          </p:nvPr>
        </p:nvSpPr>
        <p:spPr>
          <a:xfrm>
            <a:off x="1155700" y="241300"/>
            <a:ext cx="13932000" cy="2298600"/>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807" name="Shape 807"/>
          <p:cNvSpPr txBox="1">
            <a:spLocks noGrp="1"/>
          </p:cNvSpPr>
          <p:nvPr>
            <p:ph type="body" idx="1"/>
          </p:nvPr>
        </p:nvSpPr>
        <p:spPr>
          <a:xfrm>
            <a:off x="1155700" y="2603500"/>
            <a:ext cx="13932000" cy="5702399"/>
          </a:xfrm>
          <a:prstGeom prst="rect">
            <a:avLst/>
          </a:prstGeom>
          <a:noFill/>
          <a:ln>
            <a:noFill/>
          </a:ln>
        </p:spPr>
        <p:txBody>
          <a:bodyPr lIns="91425" tIns="91425" rIns="91425" bIns="91425" anchor="ctr" anchorCtr="0"/>
          <a:lstStyle>
            <a:lvl1pPr marL="711200" indent="-142494" algn="l" rtl="0">
              <a:spcBef>
                <a:spcPts val="3500"/>
              </a:spcBef>
              <a:spcAft>
                <a:spcPts val="0"/>
              </a:spcAft>
              <a:buClr>
                <a:schemeClr val="lt1"/>
              </a:buClr>
              <a:buFont typeface="Cabin"/>
              <a:buChar char="•"/>
              <a:defRPr/>
            </a:lvl1pPr>
            <a:lvl2pPr marL="1003300" indent="-142494" algn="l" rtl="0">
              <a:spcBef>
                <a:spcPts val="3500"/>
              </a:spcBef>
              <a:spcAft>
                <a:spcPts val="0"/>
              </a:spcAft>
              <a:buClr>
                <a:schemeClr val="lt1"/>
              </a:buClr>
              <a:buFont typeface="Cabin"/>
              <a:buChar char="•"/>
              <a:defRPr/>
            </a:lvl2pPr>
            <a:lvl3pPr marL="1295400" indent="-142494" algn="l" rtl="0">
              <a:spcBef>
                <a:spcPts val="3500"/>
              </a:spcBef>
              <a:spcAft>
                <a:spcPts val="0"/>
              </a:spcAft>
              <a:buClr>
                <a:schemeClr val="lt1"/>
              </a:buClr>
              <a:buFont typeface="Cabin"/>
              <a:buChar char="•"/>
              <a:defRPr/>
            </a:lvl3pPr>
            <a:lvl4pPr marL="1600200" indent="-142494" algn="l" rtl="0">
              <a:spcBef>
                <a:spcPts val="3500"/>
              </a:spcBef>
              <a:spcAft>
                <a:spcPts val="0"/>
              </a:spcAft>
              <a:buClr>
                <a:schemeClr val="lt1"/>
              </a:buClr>
              <a:buFont typeface="Cabin"/>
              <a:buChar char="•"/>
              <a:defRPr/>
            </a:lvl4pPr>
            <a:lvl5pPr marL="1892300" indent="-142494" algn="l" rtl="0">
              <a:spcBef>
                <a:spcPts val="3500"/>
              </a:spcBef>
              <a:spcAft>
                <a:spcPts val="0"/>
              </a:spcAft>
              <a:buClr>
                <a:schemeClr val="lt1"/>
              </a:buClr>
              <a:buFont typeface="Cabin"/>
              <a:buChar char="•"/>
              <a:defRPr/>
            </a:lvl5pPr>
            <a:lvl6pPr marL="2349500" indent="-142494" algn="l" rtl="0">
              <a:spcBef>
                <a:spcPts val="3500"/>
              </a:spcBef>
              <a:spcAft>
                <a:spcPts val="0"/>
              </a:spcAft>
              <a:buClr>
                <a:schemeClr val="lt1"/>
              </a:buClr>
              <a:buFont typeface="Cabin"/>
              <a:buChar char="•"/>
              <a:defRPr/>
            </a:lvl6pPr>
            <a:lvl7pPr marL="2806700" indent="-142494" algn="l" rtl="0">
              <a:spcBef>
                <a:spcPts val="3500"/>
              </a:spcBef>
              <a:spcAft>
                <a:spcPts val="0"/>
              </a:spcAft>
              <a:buClr>
                <a:schemeClr val="lt1"/>
              </a:buClr>
              <a:buFont typeface="Cabin"/>
              <a:buChar char="•"/>
              <a:defRPr/>
            </a:lvl7pPr>
            <a:lvl8pPr marL="3263900" indent="-142494" algn="l" rtl="0">
              <a:spcBef>
                <a:spcPts val="3500"/>
              </a:spcBef>
              <a:spcAft>
                <a:spcPts val="0"/>
              </a:spcAft>
              <a:buClr>
                <a:schemeClr val="lt1"/>
              </a:buClr>
              <a:buFont typeface="Cabin"/>
              <a:buChar char="•"/>
              <a:defRPr/>
            </a:lvl8pPr>
            <a:lvl9pPr marL="3721100" indent="-142494" algn="l" rtl="0">
              <a:spcBef>
                <a:spcPts val="3500"/>
              </a:spcBef>
              <a:spcAft>
                <a:spcPts val="0"/>
              </a:spcAft>
              <a:buClr>
                <a:schemeClr val="lt1"/>
              </a:buClr>
              <a:buFont typeface="Cabin"/>
              <a:buChar char="•"/>
              <a:defRPr/>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808"/>
        <p:cNvGrpSpPr/>
        <p:nvPr/>
      </p:nvGrpSpPr>
      <p:grpSpPr>
        <a:xfrm>
          <a:off x="0" y="0"/>
          <a:ext cx="0" cy="0"/>
          <a:chOff x="0" y="0"/>
          <a:chExt cx="0" cy="0"/>
        </a:xfrm>
      </p:grpSpPr>
      <p:sp>
        <p:nvSpPr>
          <p:cNvPr id="809" name="Shape 809"/>
          <p:cNvSpPr txBox="1">
            <a:spLocks noGrp="1"/>
          </p:cNvSpPr>
          <p:nvPr>
            <p:ph type="ctrTitle"/>
          </p:nvPr>
        </p:nvSpPr>
        <p:spPr>
          <a:xfrm>
            <a:off x="1219200" y="2840038"/>
            <a:ext cx="13817699" cy="1960500"/>
          </a:xfrm>
          <a:prstGeom prst="rect">
            <a:avLst/>
          </a:prstGeom>
          <a:noFill/>
          <a:ln>
            <a:noFill/>
          </a:ln>
        </p:spPr>
        <p:txBody>
          <a:bodyPr lIns="91425" tIns="91425" rIns="91425" bIns="91425" anchor="ctr" anchorCtr="0"/>
          <a:lstStyle>
            <a:lvl1pPr marL="0" marR="0" indent="0" algn="ctr" rtl="0">
              <a:spcBef>
                <a:spcPts val="0"/>
              </a:spcBef>
              <a:spcAft>
                <a:spcPts val="0"/>
              </a:spcAft>
              <a:defRPr/>
            </a:lvl1pPr>
            <a:lvl2pPr marL="0" marR="0" indent="0" algn="ctr" rtl="0">
              <a:spcBef>
                <a:spcPts val="0"/>
              </a:spcBef>
              <a:spcAft>
                <a:spcPts val="0"/>
              </a:spcAft>
              <a:defRPr/>
            </a:lvl2pPr>
            <a:lvl3pPr marL="0" marR="0" indent="0" algn="ctr" rtl="0">
              <a:spcBef>
                <a:spcPts val="0"/>
              </a:spcBef>
              <a:spcAft>
                <a:spcPts val="0"/>
              </a:spcAft>
              <a:defRPr/>
            </a:lvl3pPr>
            <a:lvl4pPr marL="0" marR="0" indent="0" algn="ctr" rtl="0">
              <a:spcBef>
                <a:spcPts val="0"/>
              </a:spcBef>
              <a:spcAft>
                <a:spcPts val="0"/>
              </a:spcAft>
              <a:defRPr/>
            </a:lvl4pPr>
            <a:lvl5pPr marL="0" marR="0" indent="0" algn="ctr" rtl="0">
              <a:spcBef>
                <a:spcPts val="0"/>
              </a:spcBef>
              <a:spcAft>
                <a:spcPts val="0"/>
              </a:spcAft>
              <a:defRPr/>
            </a:lvl5pPr>
            <a:lvl6pPr marL="457200" marR="0" indent="0" algn="ctr" rtl="0">
              <a:spcBef>
                <a:spcPts val="0"/>
              </a:spcBef>
              <a:spcAft>
                <a:spcPts val="0"/>
              </a:spcAft>
              <a:defRPr/>
            </a:lvl6pPr>
            <a:lvl7pPr marL="914400" marR="0" indent="0" algn="ctr" rtl="0">
              <a:spcBef>
                <a:spcPts val="0"/>
              </a:spcBef>
              <a:spcAft>
                <a:spcPts val="0"/>
              </a:spcAft>
              <a:defRPr/>
            </a:lvl7pPr>
            <a:lvl8pPr marL="1371600" marR="0" indent="0" algn="ctr" rtl="0">
              <a:spcBef>
                <a:spcPts val="0"/>
              </a:spcBef>
              <a:spcAft>
                <a:spcPts val="0"/>
              </a:spcAft>
              <a:defRPr/>
            </a:lvl8pPr>
            <a:lvl9pPr marL="1828800" marR="0" indent="0" algn="ctr" rtl="0">
              <a:spcBef>
                <a:spcPts val="0"/>
              </a:spcBef>
              <a:spcAft>
                <a:spcPts val="0"/>
              </a:spcAft>
              <a:defRPr/>
            </a:lvl9pPr>
          </a:lstStyle>
          <a:p>
            <a:endParaRPr/>
          </a:p>
        </p:txBody>
      </p:sp>
      <p:sp>
        <p:nvSpPr>
          <p:cNvPr id="810" name="Shape 810"/>
          <p:cNvSpPr txBox="1">
            <a:spLocks noGrp="1"/>
          </p:cNvSpPr>
          <p:nvPr>
            <p:ph type="subTitle" idx="1"/>
          </p:nvPr>
        </p:nvSpPr>
        <p:spPr>
          <a:xfrm>
            <a:off x="2438400" y="5181600"/>
            <a:ext cx="11379300" cy="2336700"/>
          </a:xfrm>
          <a:prstGeom prst="rect">
            <a:avLst/>
          </a:prstGeom>
          <a:noFill/>
          <a:ln>
            <a:noFill/>
          </a:ln>
        </p:spPr>
        <p:txBody>
          <a:bodyPr lIns="91425" tIns="91425" rIns="91425" bIns="91425" anchor="ctr" anchorCtr="0"/>
          <a:lstStyle>
            <a:lvl1pPr marL="0" marR="0" indent="0" algn="ctr" rtl="0">
              <a:spcBef>
                <a:spcPts val="3500"/>
              </a:spcBef>
              <a:spcAft>
                <a:spcPts val="0"/>
              </a:spcAft>
              <a:buClr>
                <a:schemeClr val="lt1"/>
              </a:buClr>
              <a:buFont typeface="Cabin"/>
              <a:buNone/>
              <a:defRPr/>
            </a:lvl1pPr>
            <a:lvl2pPr marL="457200" marR="0" indent="0" algn="ctr" rtl="0">
              <a:spcBef>
                <a:spcPts val="3500"/>
              </a:spcBef>
              <a:spcAft>
                <a:spcPts val="0"/>
              </a:spcAft>
              <a:buClr>
                <a:schemeClr val="lt1"/>
              </a:buClr>
              <a:buFont typeface="Cabin"/>
              <a:buNone/>
              <a:defRPr/>
            </a:lvl2pPr>
            <a:lvl3pPr marL="914400" marR="0" indent="0" algn="ctr" rtl="0">
              <a:spcBef>
                <a:spcPts val="3500"/>
              </a:spcBef>
              <a:spcAft>
                <a:spcPts val="0"/>
              </a:spcAft>
              <a:buClr>
                <a:schemeClr val="lt1"/>
              </a:buClr>
              <a:buFont typeface="Cabin"/>
              <a:buNone/>
              <a:defRPr/>
            </a:lvl3pPr>
            <a:lvl4pPr marL="1371600" marR="0" indent="0" algn="ctr" rtl="0">
              <a:spcBef>
                <a:spcPts val="3500"/>
              </a:spcBef>
              <a:spcAft>
                <a:spcPts val="0"/>
              </a:spcAft>
              <a:buClr>
                <a:schemeClr val="lt1"/>
              </a:buClr>
              <a:buFont typeface="Cabin"/>
              <a:buNone/>
              <a:defRPr/>
            </a:lvl4pPr>
            <a:lvl5pPr marL="1828800" marR="0" indent="0" algn="ctr" rtl="0">
              <a:spcBef>
                <a:spcPts val="3500"/>
              </a:spcBef>
              <a:spcAft>
                <a:spcPts val="0"/>
              </a:spcAft>
              <a:buClr>
                <a:schemeClr val="lt1"/>
              </a:buClr>
              <a:buFont typeface="Cabin"/>
              <a:buNone/>
              <a:defRPr/>
            </a:lvl5pPr>
            <a:lvl6pPr marL="2286000" marR="0" indent="0" algn="ctr" rtl="0">
              <a:spcBef>
                <a:spcPts val="3500"/>
              </a:spcBef>
              <a:spcAft>
                <a:spcPts val="0"/>
              </a:spcAft>
              <a:buClr>
                <a:schemeClr val="lt1"/>
              </a:buClr>
              <a:buFont typeface="Cabin"/>
              <a:buNone/>
              <a:defRPr/>
            </a:lvl6pPr>
            <a:lvl7pPr marL="2743200" marR="0" indent="0" algn="ctr" rtl="0">
              <a:spcBef>
                <a:spcPts val="3500"/>
              </a:spcBef>
              <a:spcAft>
                <a:spcPts val="0"/>
              </a:spcAft>
              <a:buClr>
                <a:schemeClr val="lt1"/>
              </a:buClr>
              <a:buFont typeface="Cabin"/>
              <a:buNone/>
              <a:defRPr/>
            </a:lvl7pPr>
            <a:lvl8pPr marL="3200400" marR="0" indent="0" algn="ctr" rtl="0">
              <a:spcBef>
                <a:spcPts val="3500"/>
              </a:spcBef>
              <a:spcAft>
                <a:spcPts val="0"/>
              </a:spcAft>
              <a:buClr>
                <a:schemeClr val="lt1"/>
              </a:buClr>
              <a:buFont typeface="Cabin"/>
              <a:buNone/>
              <a:defRPr/>
            </a:lvl8pPr>
            <a:lvl9pPr marL="3657600" marR="0" indent="0" algn="ctr" rtl="0">
              <a:spcBef>
                <a:spcPts val="3500"/>
              </a:spcBef>
              <a:spcAft>
                <a:spcPts val="0"/>
              </a:spcAft>
              <a:buClr>
                <a:schemeClr val="lt1"/>
              </a:buClr>
              <a:buFont typeface="Cabin"/>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4"/>
        <p:cNvGrpSpPr/>
        <p:nvPr/>
      </p:nvGrpSpPr>
      <p:grpSpPr>
        <a:xfrm>
          <a:off x="0" y="0"/>
          <a:ext cx="0" cy="0"/>
          <a:chOff x="0" y="0"/>
          <a:chExt cx="0" cy="0"/>
        </a:xfrm>
      </p:grpSpPr>
      <p:sp>
        <p:nvSpPr>
          <p:cNvPr id="5" name="Shape 5"/>
          <p:cNvSpPr txBox="1">
            <a:spLocks noGrp="1"/>
          </p:cNvSpPr>
          <p:nvPr>
            <p:ph type="title"/>
          </p:nvPr>
        </p:nvSpPr>
        <p:spPr>
          <a:xfrm>
            <a:off x="1155700" y="1536700"/>
            <a:ext cx="13931900" cy="3086099"/>
          </a:xfrm>
          <a:prstGeom prst="rect">
            <a:avLst/>
          </a:prstGeom>
          <a:noFill/>
          <a:ln>
            <a:noFill/>
          </a:ln>
        </p:spPr>
        <p:txBody>
          <a:bodyPr lIns="91425" tIns="91425" rIns="91425" bIns="91425" anchor="b" anchorCtr="0"/>
          <a:lstStyle>
            <a:lvl1pPr marL="0" marR="0" indent="0" algn="ctr" rtl="0">
              <a:spcBef>
                <a:spcPts val="0"/>
              </a:spcBef>
              <a:spcAft>
                <a:spcPts val="0"/>
              </a:spcAft>
              <a:defRPr/>
            </a:lvl1pPr>
            <a:lvl2pPr marL="0" marR="0" indent="0" algn="ctr" rtl="0">
              <a:spcBef>
                <a:spcPts val="0"/>
              </a:spcBef>
              <a:spcAft>
                <a:spcPts val="0"/>
              </a:spcAft>
              <a:defRPr/>
            </a:lvl2pPr>
            <a:lvl3pPr marL="0" marR="0" indent="0" algn="ctr" rtl="0">
              <a:spcBef>
                <a:spcPts val="0"/>
              </a:spcBef>
              <a:spcAft>
                <a:spcPts val="0"/>
              </a:spcAft>
              <a:defRPr/>
            </a:lvl3pPr>
            <a:lvl4pPr marL="0" marR="0" indent="0" algn="ctr" rtl="0">
              <a:spcBef>
                <a:spcPts val="0"/>
              </a:spcBef>
              <a:spcAft>
                <a:spcPts val="0"/>
              </a:spcAft>
              <a:defRPr/>
            </a:lvl4pPr>
            <a:lvl5pPr marL="0" marR="0" indent="0" algn="ctr" rtl="0">
              <a:spcBef>
                <a:spcPts val="0"/>
              </a:spcBef>
              <a:spcAft>
                <a:spcPts val="0"/>
              </a:spcAft>
              <a:defRPr/>
            </a:lvl5pPr>
            <a:lvl6pPr marL="457200" marR="0" indent="0" algn="ctr" rtl="0">
              <a:spcBef>
                <a:spcPts val="0"/>
              </a:spcBef>
              <a:spcAft>
                <a:spcPts val="0"/>
              </a:spcAft>
              <a:defRPr/>
            </a:lvl6pPr>
            <a:lvl7pPr marL="914400" marR="0" indent="0" algn="ctr" rtl="0">
              <a:spcBef>
                <a:spcPts val="0"/>
              </a:spcBef>
              <a:spcAft>
                <a:spcPts val="0"/>
              </a:spcAft>
              <a:defRPr/>
            </a:lvl7pPr>
            <a:lvl8pPr marL="1371600" marR="0" indent="0" algn="ctr" rtl="0">
              <a:spcBef>
                <a:spcPts val="0"/>
              </a:spcBef>
              <a:spcAft>
                <a:spcPts val="0"/>
              </a:spcAft>
              <a:defRPr/>
            </a:lvl8pPr>
            <a:lvl9pPr marL="1828800" marR="0" indent="0" algn="ctr" rtl="0">
              <a:spcBef>
                <a:spcPts val="0"/>
              </a:spcBef>
              <a:spcAft>
                <a:spcPts val="0"/>
              </a:spcAft>
              <a:defRPr/>
            </a:lvl9pPr>
          </a:lstStyle>
          <a:p>
            <a:endParaRPr/>
          </a:p>
        </p:txBody>
      </p:sp>
      <p:sp>
        <p:nvSpPr>
          <p:cNvPr id="6" name="Shape 6"/>
          <p:cNvSpPr txBox="1">
            <a:spLocks noGrp="1"/>
          </p:cNvSpPr>
          <p:nvPr>
            <p:ph type="body" idx="1"/>
          </p:nvPr>
        </p:nvSpPr>
        <p:spPr>
          <a:xfrm>
            <a:off x="1155700" y="4711700"/>
            <a:ext cx="13931900" cy="1054100"/>
          </a:xfrm>
          <a:prstGeom prst="rect">
            <a:avLst/>
          </a:prstGeom>
          <a:noFill/>
          <a:ln>
            <a:noFill/>
          </a:ln>
        </p:spPr>
        <p:txBody>
          <a:bodyPr lIns="91425" tIns="91425" rIns="91425" bIns="91425" anchor="t" anchorCtr="0"/>
          <a:lstStyle>
            <a:lvl1pPr marL="342900" marR="0" indent="-342900" algn="ctr" rtl="0">
              <a:spcBef>
                <a:spcPts val="0"/>
              </a:spcBef>
              <a:spcAft>
                <a:spcPts val="0"/>
              </a:spcAft>
              <a:defRPr/>
            </a:lvl1pPr>
            <a:lvl2pPr marL="742950" marR="0" indent="-285750" algn="ctr" rtl="0">
              <a:spcBef>
                <a:spcPts val="0"/>
              </a:spcBef>
              <a:spcAft>
                <a:spcPts val="0"/>
              </a:spcAft>
              <a:defRPr/>
            </a:lvl2pPr>
            <a:lvl3pPr marL="1143000" marR="0" indent="-228600" algn="ctr" rtl="0">
              <a:spcBef>
                <a:spcPts val="0"/>
              </a:spcBef>
              <a:spcAft>
                <a:spcPts val="0"/>
              </a:spcAft>
              <a:defRPr/>
            </a:lvl3pPr>
            <a:lvl4pPr marL="1600200" marR="0" indent="-228600" algn="ctr" rtl="0">
              <a:spcBef>
                <a:spcPts val="0"/>
              </a:spcBef>
              <a:spcAft>
                <a:spcPts val="0"/>
              </a:spcAft>
              <a:defRPr/>
            </a:lvl4pPr>
            <a:lvl5pPr marL="2057400" marR="0" indent="-228600" algn="ctr" rtl="0">
              <a:spcBef>
                <a:spcPts val="0"/>
              </a:spcBef>
              <a:spcAft>
                <a:spcPts val="0"/>
              </a:spcAft>
              <a:defRPr/>
            </a:lvl5pPr>
            <a:lvl6pPr marL="457200" marR="0" indent="0" algn="ctr" rtl="0">
              <a:spcBef>
                <a:spcPts val="0"/>
              </a:spcBef>
              <a:spcAft>
                <a:spcPts val="0"/>
              </a:spcAft>
              <a:defRPr/>
            </a:lvl6pPr>
            <a:lvl7pPr marL="914400" marR="0" indent="0" algn="ctr" rtl="0">
              <a:spcBef>
                <a:spcPts val="0"/>
              </a:spcBef>
              <a:spcAft>
                <a:spcPts val="0"/>
              </a:spcAft>
              <a:defRPr/>
            </a:lvl7pPr>
            <a:lvl8pPr marL="1371600" marR="0" indent="0" algn="ctr" rtl="0">
              <a:spcBef>
                <a:spcPts val="0"/>
              </a:spcBef>
              <a:spcAft>
                <a:spcPts val="0"/>
              </a:spcAft>
              <a:defRPr/>
            </a:lvl8pPr>
            <a:lvl9pPr marL="1828800" marR="0" indent="0" algn="ctr" rtl="0">
              <a:spcBef>
                <a:spcPts val="0"/>
              </a:spcBef>
              <a:spcAft>
                <a:spcPts val="0"/>
              </a:spcAf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p:titleStyle>
    <p:body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bodyStyle>
    <p:other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52"/>
        <p:cNvGrpSpPr/>
        <p:nvPr/>
      </p:nvGrpSpPr>
      <p:grpSpPr>
        <a:xfrm>
          <a:off x="0" y="0"/>
          <a:ext cx="0" cy="0"/>
          <a:chOff x="0" y="0"/>
          <a:chExt cx="0" cy="0"/>
        </a:xfrm>
      </p:grpSpPr>
      <p:sp>
        <p:nvSpPr>
          <p:cNvPr id="53" name="Shape 53"/>
          <p:cNvSpPr txBox="1">
            <a:spLocks noGrp="1"/>
          </p:cNvSpPr>
          <p:nvPr>
            <p:ph type="title"/>
          </p:nvPr>
        </p:nvSpPr>
        <p:spPr>
          <a:xfrm>
            <a:off x="1155700" y="241300"/>
            <a:ext cx="13931900" cy="2298699"/>
          </a:xfrm>
          <a:prstGeom prst="rect">
            <a:avLst/>
          </a:prstGeom>
          <a:noFill/>
          <a:ln>
            <a:noFill/>
          </a:ln>
        </p:spPr>
        <p:txBody>
          <a:bodyPr lIns="91425" tIns="91425" rIns="91425" bIns="91425" anchor="ctr" anchorCtr="0"/>
          <a:lstStyle>
            <a:lvl1pPr marL="0" marR="0" indent="0" algn="ctr" rtl="0">
              <a:spcBef>
                <a:spcPts val="0"/>
              </a:spcBef>
              <a:spcAft>
                <a:spcPts val="0"/>
              </a:spcAft>
              <a:defRPr/>
            </a:lvl1pPr>
            <a:lvl2pPr marL="0" marR="0" indent="0" algn="ctr" rtl="0">
              <a:spcBef>
                <a:spcPts val="0"/>
              </a:spcBef>
              <a:spcAft>
                <a:spcPts val="0"/>
              </a:spcAft>
              <a:defRPr/>
            </a:lvl2pPr>
            <a:lvl3pPr marL="0" marR="0" indent="0" algn="ctr" rtl="0">
              <a:spcBef>
                <a:spcPts val="0"/>
              </a:spcBef>
              <a:spcAft>
                <a:spcPts val="0"/>
              </a:spcAft>
              <a:defRPr/>
            </a:lvl3pPr>
            <a:lvl4pPr marL="0" marR="0" indent="0" algn="ctr" rtl="0">
              <a:spcBef>
                <a:spcPts val="0"/>
              </a:spcBef>
              <a:spcAft>
                <a:spcPts val="0"/>
              </a:spcAft>
              <a:defRPr/>
            </a:lvl4pPr>
            <a:lvl5pPr marL="0" marR="0" indent="0" algn="ctr" rtl="0">
              <a:spcBef>
                <a:spcPts val="0"/>
              </a:spcBef>
              <a:spcAft>
                <a:spcPts val="0"/>
              </a:spcAft>
              <a:defRPr/>
            </a:lvl5pPr>
            <a:lvl6pPr marL="457200" marR="0" indent="0" algn="ctr" rtl="0">
              <a:spcBef>
                <a:spcPts val="0"/>
              </a:spcBef>
              <a:spcAft>
                <a:spcPts val="0"/>
              </a:spcAft>
              <a:defRPr/>
            </a:lvl6pPr>
            <a:lvl7pPr marL="914400" marR="0" indent="0" algn="ctr" rtl="0">
              <a:spcBef>
                <a:spcPts val="0"/>
              </a:spcBef>
              <a:spcAft>
                <a:spcPts val="0"/>
              </a:spcAft>
              <a:defRPr/>
            </a:lvl7pPr>
            <a:lvl8pPr marL="1371600" marR="0" indent="0" algn="ctr" rtl="0">
              <a:spcBef>
                <a:spcPts val="0"/>
              </a:spcBef>
              <a:spcAft>
                <a:spcPts val="0"/>
              </a:spcAft>
              <a:defRPr/>
            </a:lvl8pPr>
            <a:lvl9pPr marL="1828800" marR="0" indent="0" algn="ctr" rtl="0">
              <a:spcBef>
                <a:spcPts val="0"/>
              </a:spcBef>
              <a:spcAft>
                <a:spcPts val="0"/>
              </a:spcAft>
              <a:defRPr/>
            </a:lvl9pPr>
          </a:lstStyle>
          <a:p>
            <a:endParaRPr/>
          </a:p>
        </p:txBody>
      </p:sp>
      <p:sp>
        <p:nvSpPr>
          <p:cNvPr id="54" name="Shape 54"/>
          <p:cNvSpPr txBox="1">
            <a:spLocks noGrp="1"/>
          </p:cNvSpPr>
          <p:nvPr>
            <p:ph type="body" idx="1"/>
          </p:nvPr>
        </p:nvSpPr>
        <p:spPr>
          <a:xfrm>
            <a:off x="1155700" y="2603500"/>
            <a:ext cx="13931900" cy="5702299"/>
          </a:xfrm>
          <a:prstGeom prst="rect">
            <a:avLst/>
          </a:prstGeom>
          <a:noFill/>
          <a:ln>
            <a:noFill/>
          </a:ln>
        </p:spPr>
        <p:txBody>
          <a:bodyPr lIns="91425" tIns="91425" rIns="91425" bIns="91425" anchor="ctr" anchorCtr="0"/>
          <a:lstStyle>
            <a:lvl1pPr marL="711200" marR="0" indent="-142494" algn="l" rtl="0">
              <a:spcBef>
                <a:spcPts val="3500"/>
              </a:spcBef>
              <a:spcAft>
                <a:spcPts val="0"/>
              </a:spcAft>
              <a:buClr>
                <a:schemeClr val="lt1"/>
              </a:buClr>
              <a:buFont typeface="Cabin"/>
              <a:buChar char="•"/>
              <a:defRPr/>
            </a:lvl1pPr>
            <a:lvl2pPr marL="1003300" marR="0" indent="-142494" algn="l" rtl="0">
              <a:spcBef>
                <a:spcPts val="3500"/>
              </a:spcBef>
              <a:spcAft>
                <a:spcPts val="0"/>
              </a:spcAft>
              <a:buClr>
                <a:schemeClr val="lt1"/>
              </a:buClr>
              <a:buFont typeface="Cabin"/>
              <a:buChar char="•"/>
              <a:defRPr/>
            </a:lvl2pPr>
            <a:lvl3pPr marL="1295400" marR="0" indent="-142494" algn="l" rtl="0">
              <a:spcBef>
                <a:spcPts val="3500"/>
              </a:spcBef>
              <a:spcAft>
                <a:spcPts val="0"/>
              </a:spcAft>
              <a:buClr>
                <a:schemeClr val="lt1"/>
              </a:buClr>
              <a:buFont typeface="Cabin"/>
              <a:buChar char="•"/>
              <a:defRPr/>
            </a:lvl3pPr>
            <a:lvl4pPr marL="1600200" marR="0" indent="-142494" algn="l" rtl="0">
              <a:spcBef>
                <a:spcPts val="3500"/>
              </a:spcBef>
              <a:spcAft>
                <a:spcPts val="0"/>
              </a:spcAft>
              <a:buClr>
                <a:schemeClr val="lt1"/>
              </a:buClr>
              <a:buFont typeface="Cabin"/>
              <a:buChar char="•"/>
              <a:defRPr/>
            </a:lvl4pPr>
            <a:lvl5pPr marL="1892300" marR="0" indent="-142494" algn="l" rtl="0">
              <a:spcBef>
                <a:spcPts val="3500"/>
              </a:spcBef>
              <a:spcAft>
                <a:spcPts val="0"/>
              </a:spcAft>
              <a:buClr>
                <a:schemeClr val="lt1"/>
              </a:buClr>
              <a:buFont typeface="Cabin"/>
              <a:buChar char="•"/>
              <a:defRPr/>
            </a:lvl5pPr>
            <a:lvl6pPr marL="2349500" marR="0" indent="-142494" algn="l" rtl="0">
              <a:spcBef>
                <a:spcPts val="3500"/>
              </a:spcBef>
              <a:spcAft>
                <a:spcPts val="0"/>
              </a:spcAft>
              <a:buClr>
                <a:schemeClr val="lt1"/>
              </a:buClr>
              <a:buFont typeface="Cabin"/>
              <a:buChar char="•"/>
              <a:defRPr/>
            </a:lvl6pPr>
            <a:lvl7pPr marL="2806700" marR="0" indent="-142494" algn="l" rtl="0">
              <a:spcBef>
                <a:spcPts val="3500"/>
              </a:spcBef>
              <a:spcAft>
                <a:spcPts val="0"/>
              </a:spcAft>
              <a:buClr>
                <a:schemeClr val="lt1"/>
              </a:buClr>
              <a:buFont typeface="Cabin"/>
              <a:buChar char="•"/>
              <a:defRPr/>
            </a:lvl7pPr>
            <a:lvl8pPr marL="3263900" marR="0" indent="-142494" algn="l" rtl="0">
              <a:spcBef>
                <a:spcPts val="3500"/>
              </a:spcBef>
              <a:spcAft>
                <a:spcPts val="0"/>
              </a:spcAft>
              <a:buClr>
                <a:schemeClr val="lt1"/>
              </a:buClr>
              <a:buFont typeface="Cabin"/>
              <a:buChar char="•"/>
              <a:defRPr/>
            </a:lvl8pPr>
            <a:lvl9pPr marL="3721100" marR="0" indent="-142494" algn="l" rtl="0">
              <a:spcBef>
                <a:spcPts val="3500"/>
              </a:spcBef>
              <a:spcAft>
                <a:spcPts val="0"/>
              </a:spcAft>
              <a:buClr>
                <a:schemeClr val="lt1"/>
              </a:buClr>
              <a:buFont typeface="Cabin"/>
              <a:buChar char="•"/>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p:titleStyle>
    <p:body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bodyStyle>
    <p:other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437"/>
        <p:cNvGrpSpPr/>
        <p:nvPr/>
      </p:nvGrpSpPr>
      <p:grpSpPr>
        <a:xfrm>
          <a:off x="0" y="0"/>
          <a:ext cx="0" cy="0"/>
          <a:chOff x="0" y="0"/>
          <a:chExt cx="0" cy="0"/>
        </a:xfrm>
      </p:grpSpPr>
      <p:sp>
        <p:nvSpPr>
          <p:cNvPr id="438" name="Shape 438"/>
          <p:cNvSpPr txBox="1">
            <a:spLocks noGrp="1"/>
          </p:cNvSpPr>
          <p:nvPr>
            <p:ph type="title"/>
          </p:nvPr>
        </p:nvSpPr>
        <p:spPr>
          <a:xfrm>
            <a:off x="1155700" y="2781300"/>
            <a:ext cx="13931900" cy="3568699"/>
          </a:xfrm>
          <a:prstGeom prst="rect">
            <a:avLst/>
          </a:prstGeom>
          <a:noFill/>
          <a:ln>
            <a:noFill/>
          </a:ln>
        </p:spPr>
        <p:txBody>
          <a:bodyPr lIns="91425" tIns="91425" rIns="91425" bIns="91425" anchor="ctr" anchorCtr="0"/>
          <a:lstStyle>
            <a:lvl1pPr marL="0" marR="0" indent="0" algn="ctr" rtl="0">
              <a:spcBef>
                <a:spcPts val="0"/>
              </a:spcBef>
              <a:spcAft>
                <a:spcPts val="0"/>
              </a:spcAft>
              <a:defRPr/>
            </a:lvl1pPr>
            <a:lvl2pPr marL="0" marR="0" indent="0" algn="ctr" rtl="0">
              <a:spcBef>
                <a:spcPts val="0"/>
              </a:spcBef>
              <a:spcAft>
                <a:spcPts val="0"/>
              </a:spcAft>
              <a:defRPr/>
            </a:lvl2pPr>
            <a:lvl3pPr marL="0" marR="0" indent="0" algn="ctr" rtl="0">
              <a:spcBef>
                <a:spcPts val="0"/>
              </a:spcBef>
              <a:spcAft>
                <a:spcPts val="0"/>
              </a:spcAft>
              <a:defRPr/>
            </a:lvl3pPr>
            <a:lvl4pPr marL="0" marR="0" indent="0" algn="ctr" rtl="0">
              <a:spcBef>
                <a:spcPts val="0"/>
              </a:spcBef>
              <a:spcAft>
                <a:spcPts val="0"/>
              </a:spcAft>
              <a:defRPr/>
            </a:lvl4pPr>
            <a:lvl5pPr marL="0" marR="0" indent="0" algn="ctr" rtl="0">
              <a:spcBef>
                <a:spcPts val="0"/>
              </a:spcBef>
              <a:spcAft>
                <a:spcPts val="0"/>
              </a:spcAft>
              <a:defRPr/>
            </a:lvl5pPr>
            <a:lvl6pPr marL="457200" marR="0" indent="0" algn="ctr" rtl="0">
              <a:spcBef>
                <a:spcPts val="0"/>
              </a:spcBef>
              <a:spcAft>
                <a:spcPts val="0"/>
              </a:spcAft>
              <a:defRPr/>
            </a:lvl6pPr>
            <a:lvl7pPr marL="914400" marR="0" indent="0" algn="ctr" rtl="0">
              <a:spcBef>
                <a:spcPts val="0"/>
              </a:spcBef>
              <a:spcAft>
                <a:spcPts val="0"/>
              </a:spcAft>
              <a:defRPr/>
            </a:lvl7pPr>
            <a:lvl8pPr marL="1371600" marR="0" indent="0" algn="ctr" rtl="0">
              <a:spcBef>
                <a:spcPts val="0"/>
              </a:spcBef>
              <a:spcAft>
                <a:spcPts val="0"/>
              </a:spcAft>
              <a:defRPr/>
            </a:lvl8pPr>
            <a:lvl9pPr marL="1828800" marR="0" indent="0" algn="ctr" rtl="0">
              <a:spcBef>
                <a:spcPts val="0"/>
              </a:spcBef>
              <a:spcAft>
                <a:spcPts val="0"/>
              </a:spcAft>
              <a:defRPr/>
            </a:lvl9pPr>
          </a:lstStyle>
          <a:p>
            <a:endParaRPr/>
          </a:p>
        </p:txBody>
      </p:sp>
    </p:spTree>
  </p:cSld>
  <p:clrMap bg1="lt1" tx1="dk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sldNum="0" hdr="0" ftr="0" dt="0"/>
  <p:txStyles>
    <p:title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p:titleStyle>
    <p:body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bodyStyle>
    <p:other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772"/>
        <p:cNvGrpSpPr/>
        <p:nvPr/>
      </p:nvGrpSpPr>
      <p:grpSpPr>
        <a:xfrm>
          <a:off x="0" y="0"/>
          <a:ext cx="0" cy="0"/>
          <a:chOff x="0" y="0"/>
          <a:chExt cx="0" cy="0"/>
        </a:xfrm>
      </p:grpSpPr>
      <p:sp>
        <p:nvSpPr>
          <p:cNvPr id="773" name="Shape 773"/>
          <p:cNvSpPr txBox="1">
            <a:spLocks noGrp="1"/>
          </p:cNvSpPr>
          <p:nvPr>
            <p:ph type="title"/>
          </p:nvPr>
        </p:nvSpPr>
        <p:spPr>
          <a:xfrm>
            <a:off x="1155700" y="241300"/>
            <a:ext cx="13932000" cy="2298600"/>
          </a:xfrm>
          <a:prstGeom prst="rect">
            <a:avLst/>
          </a:prstGeom>
          <a:noFill/>
          <a:ln>
            <a:noFill/>
          </a:ln>
        </p:spPr>
        <p:txBody>
          <a:bodyPr lIns="91425" tIns="91425" rIns="91425" bIns="91425" anchor="ctr" anchorCtr="0"/>
          <a:lstStyle>
            <a:lvl1pPr marL="0" marR="0" indent="0" algn="ctr" rtl="0">
              <a:spcBef>
                <a:spcPts val="0"/>
              </a:spcBef>
              <a:spcAft>
                <a:spcPts val="0"/>
              </a:spcAft>
              <a:defRPr/>
            </a:lvl1pPr>
            <a:lvl2pPr marL="0" marR="0" indent="0" algn="ctr" rtl="0">
              <a:spcBef>
                <a:spcPts val="0"/>
              </a:spcBef>
              <a:spcAft>
                <a:spcPts val="0"/>
              </a:spcAft>
              <a:defRPr/>
            </a:lvl2pPr>
            <a:lvl3pPr marL="0" marR="0" indent="0" algn="ctr" rtl="0">
              <a:spcBef>
                <a:spcPts val="0"/>
              </a:spcBef>
              <a:spcAft>
                <a:spcPts val="0"/>
              </a:spcAft>
              <a:defRPr/>
            </a:lvl3pPr>
            <a:lvl4pPr marL="0" marR="0" indent="0" algn="ctr" rtl="0">
              <a:spcBef>
                <a:spcPts val="0"/>
              </a:spcBef>
              <a:spcAft>
                <a:spcPts val="0"/>
              </a:spcAft>
              <a:defRPr/>
            </a:lvl4pPr>
            <a:lvl5pPr marL="0" marR="0" indent="0" algn="ctr" rtl="0">
              <a:spcBef>
                <a:spcPts val="0"/>
              </a:spcBef>
              <a:spcAft>
                <a:spcPts val="0"/>
              </a:spcAft>
              <a:defRPr/>
            </a:lvl5pPr>
            <a:lvl6pPr marL="457200" marR="0" indent="0" algn="ctr" rtl="0">
              <a:spcBef>
                <a:spcPts val="0"/>
              </a:spcBef>
              <a:spcAft>
                <a:spcPts val="0"/>
              </a:spcAft>
              <a:defRPr/>
            </a:lvl6pPr>
            <a:lvl7pPr marL="914400" marR="0" indent="0" algn="ctr" rtl="0">
              <a:spcBef>
                <a:spcPts val="0"/>
              </a:spcBef>
              <a:spcAft>
                <a:spcPts val="0"/>
              </a:spcAft>
              <a:defRPr/>
            </a:lvl7pPr>
            <a:lvl8pPr marL="1371600" marR="0" indent="0" algn="ctr" rtl="0">
              <a:spcBef>
                <a:spcPts val="0"/>
              </a:spcBef>
              <a:spcAft>
                <a:spcPts val="0"/>
              </a:spcAft>
              <a:defRPr/>
            </a:lvl8pPr>
            <a:lvl9pPr marL="1828800" marR="0" indent="0" algn="ctr" rtl="0">
              <a:spcBef>
                <a:spcPts val="0"/>
              </a:spcBef>
              <a:spcAft>
                <a:spcPts val="0"/>
              </a:spcAft>
              <a:defRPr/>
            </a:lvl9pPr>
          </a:lstStyle>
          <a:p>
            <a:endParaRPr/>
          </a:p>
        </p:txBody>
      </p:sp>
      <p:sp>
        <p:nvSpPr>
          <p:cNvPr id="774" name="Shape 774"/>
          <p:cNvSpPr txBox="1">
            <a:spLocks noGrp="1"/>
          </p:cNvSpPr>
          <p:nvPr>
            <p:ph type="body" idx="1"/>
          </p:nvPr>
        </p:nvSpPr>
        <p:spPr>
          <a:xfrm>
            <a:off x="1155700" y="2603500"/>
            <a:ext cx="13932000" cy="5702399"/>
          </a:xfrm>
          <a:prstGeom prst="rect">
            <a:avLst/>
          </a:prstGeom>
          <a:noFill/>
          <a:ln>
            <a:noFill/>
          </a:ln>
        </p:spPr>
        <p:txBody>
          <a:bodyPr lIns="91425" tIns="91425" rIns="91425" bIns="91425" anchor="ctr" anchorCtr="0"/>
          <a:lstStyle>
            <a:lvl1pPr marL="711200" marR="0" indent="-142494" algn="l" rtl="0">
              <a:spcBef>
                <a:spcPts val="3500"/>
              </a:spcBef>
              <a:spcAft>
                <a:spcPts val="0"/>
              </a:spcAft>
              <a:buClr>
                <a:schemeClr val="lt1"/>
              </a:buClr>
              <a:buFont typeface="Cabin"/>
              <a:buChar char="•"/>
              <a:defRPr/>
            </a:lvl1pPr>
            <a:lvl2pPr marL="1003300" marR="0" indent="-142494" algn="l" rtl="0">
              <a:spcBef>
                <a:spcPts val="3500"/>
              </a:spcBef>
              <a:spcAft>
                <a:spcPts val="0"/>
              </a:spcAft>
              <a:buClr>
                <a:schemeClr val="lt1"/>
              </a:buClr>
              <a:buFont typeface="Cabin"/>
              <a:buChar char="•"/>
              <a:defRPr/>
            </a:lvl2pPr>
            <a:lvl3pPr marL="1295400" marR="0" indent="-142494" algn="l" rtl="0">
              <a:spcBef>
                <a:spcPts val="3500"/>
              </a:spcBef>
              <a:spcAft>
                <a:spcPts val="0"/>
              </a:spcAft>
              <a:buClr>
                <a:schemeClr val="lt1"/>
              </a:buClr>
              <a:buFont typeface="Cabin"/>
              <a:buChar char="•"/>
              <a:defRPr/>
            </a:lvl3pPr>
            <a:lvl4pPr marL="1600200" marR="0" indent="-142494" algn="l" rtl="0">
              <a:spcBef>
                <a:spcPts val="3500"/>
              </a:spcBef>
              <a:spcAft>
                <a:spcPts val="0"/>
              </a:spcAft>
              <a:buClr>
                <a:schemeClr val="lt1"/>
              </a:buClr>
              <a:buFont typeface="Cabin"/>
              <a:buChar char="•"/>
              <a:defRPr/>
            </a:lvl4pPr>
            <a:lvl5pPr marL="1892300" marR="0" indent="-142494" algn="l" rtl="0">
              <a:spcBef>
                <a:spcPts val="3500"/>
              </a:spcBef>
              <a:spcAft>
                <a:spcPts val="0"/>
              </a:spcAft>
              <a:buClr>
                <a:schemeClr val="lt1"/>
              </a:buClr>
              <a:buFont typeface="Cabin"/>
              <a:buChar char="•"/>
              <a:defRPr/>
            </a:lvl5pPr>
            <a:lvl6pPr marL="2349500" marR="0" indent="-142494" algn="l" rtl="0">
              <a:spcBef>
                <a:spcPts val="3500"/>
              </a:spcBef>
              <a:spcAft>
                <a:spcPts val="0"/>
              </a:spcAft>
              <a:buClr>
                <a:schemeClr val="lt1"/>
              </a:buClr>
              <a:buFont typeface="Cabin"/>
              <a:buChar char="•"/>
              <a:defRPr/>
            </a:lvl6pPr>
            <a:lvl7pPr marL="2806700" marR="0" indent="-142494" algn="l" rtl="0">
              <a:spcBef>
                <a:spcPts val="3500"/>
              </a:spcBef>
              <a:spcAft>
                <a:spcPts val="0"/>
              </a:spcAft>
              <a:buClr>
                <a:schemeClr val="lt1"/>
              </a:buClr>
              <a:buFont typeface="Cabin"/>
              <a:buChar char="•"/>
              <a:defRPr/>
            </a:lvl7pPr>
            <a:lvl8pPr marL="3263900" marR="0" indent="-142494" algn="l" rtl="0">
              <a:spcBef>
                <a:spcPts val="3500"/>
              </a:spcBef>
              <a:spcAft>
                <a:spcPts val="0"/>
              </a:spcAft>
              <a:buClr>
                <a:schemeClr val="lt1"/>
              </a:buClr>
              <a:buFont typeface="Cabin"/>
              <a:buChar char="•"/>
              <a:defRPr/>
            </a:lvl8pPr>
            <a:lvl9pPr marL="3721100" marR="0" indent="-142494" algn="l" rtl="0">
              <a:spcBef>
                <a:spcPts val="3500"/>
              </a:spcBef>
              <a:spcAft>
                <a:spcPts val="0"/>
              </a:spcAft>
              <a:buClr>
                <a:schemeClr val="lt1"/>
              </a:buClr>
              <a:buFont typeface="Cabin"/>
              <a:buChar char="•"/>
              <a:defRPr/>
            </a:lvl9pPr>
          </a:lstStyle>
          <a:p>
            <a:endParaRPr/>
          </a:p>
        </p:txBody>
      </p:sp>
    </p:spTree>
  </p:cSld>
  <p:clrMap bg1="lt1" tx1="dk1" bg2="dk2" tx2="lt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Lst>
  <p:hf sldNum="0" hdr="0" ftr="0" dt="0"/>
  <p:txStyles>
    <p:title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p:titleStyle>
    <p:body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bodyStyle>
    <p:other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3" Type="http://schemas.openxmlformats.org/officeDocument/2006/relationships/hyperlink" Target="https://addons.mozilla.org/en-US/firefox/addon/sqlite-manager/" TargetMode="External"/><Relationship Id="rId2" Type="http://schemas.openxmlformats.org/officeDocument/2006/relationships/notesSlide" Target="../notesSlides/notesSlide2.xml"/><Relationship Id="rId1" Type="http://schemas.openxmlformats.org/officeDocument/2006/relationships/slideLayout" Target="../slideLayouts/slideLayout21.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hyperlink" Target="http://en.wikipedia.org/wiki/Relational_database" TargetMode="External"/><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1.xml"/><Relationship Id="rId4" Type="http://schemas.openxmlformats.org/officeDocument/2006/relationships/hyperlink" Target="http://en.wikipedia.org/wiki/Row_(database)"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3" Type="http://schemas.openxmlformats.org/officeDocument/2006/relationships/hyperlink" Target="http://en.wikipedia.org/wiki/Database_administrator" TargetMode="External"/><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3" Type="http://schemas.openxmlformats.org/officeDocument/2006/relationships/hyperlink" Target="http://en.wikipedia.org/wiki/Database_model" TargetMode="External"/><Relationship Id="rId2" Type="http://schemas.openxmlformats.org/officeDocument/2006/relationships/notesSlide" Target="../notesSlides/notesSlide10.xml"/><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3" Type="http://schemas.openxmlformats.org/officeDocument/2006/relationships/hyperlink" Target="http://en.wikipedia.org/wiki/SQL" TargetMode="External"/><Relationship Id="rId2" Type="http://schemas.openxmlformats.org/officeDocument/2006/relationships/notesSlide" Target="../notesSlides/notesSlide11.xml"/><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3" Type="http://schemas.openxmlformats.org/officeDocument/2006/relationships/hyperlink" Target="https://addons.mozilla.org/en-US/firefox/addon/sqlite-manager/" TargetMode="External"/><Relationship Id="rId2" Type="http://schemas.openxmlformats.org/officeDocument/2006/relationships/notesSlide" Target="../notesSlides/notesSlide13.xml"/><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hyperlink" Target="http://www.sqlite.org/famous.html" TargetMode="External"/><Relationship Id="rId7" Type="http://schemas.openxmlformats.org/officeDocument/2006/relationships/image" Target="../media/image8.png"/><Relationship Id="rId12" Type="http://schemas.openxmlformats.org/officeDocument/2006/relationships/image" Target="../media/image13.png"/><Relationship Id="rId17" Type="http://schemas.openxmlformats.org/officeDocument/2006/relationships/image" Target="../media/image18.png"/><Relationship Id="rId2" Type="http://schemas.openxmlformats.org/officeDocument/2006/relationships/notesSlide" Target="../notesSlides/notesSlide14.xml"/><Relationship Id="rId16" Type="http://schemas.openxmlformats.org/officeDocument/2006/relationships/image" Target="../media/image17.png"/><Relationship Id="rId1" Type="http://schemas.openxmlformats.org/officeDocument/2006/relationships/slideLayout" Target="../slideLayouts/slideLayout21.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1.xml"/><Relationship Id="rId4" Type="http://schemas.openxmlformats.org/officeDocument/2006/relationships/hyperlink" Target="https://addons.mozilla.org/en-US/firefox/addon/sqlite-manager/"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6.xml"/><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1.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21.xml"/></Relationships>
</file>

<file path=ppt/slides/_rels/slide20.xml.rels><?xml version="1.0" encoding="UTF-8" standalone="yes"?>
<Relationships xmlns="http://schemas.openxmlformats.org/package/2006/relationships"><Relationship Id="rId3" Type="http://schemas.openxmlformats.org/officeDocument/2006/relationships/hyperlink" Target="http://en.wikipedia.org/wiki/SQL" TargetMode="External"/><Relationship Id="rId2" Type="http://schemas.openxmlformats.org/officeDocument/2006/relationships/notesSlide" Target="../notesSlides/notesSlide20.xml"/><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21.xml"/><Relationship Id="rId5" Type="http://schemas.openxmlformats.org/officeDocument/2006/relationships/image" Target="../media/image4.jpeg"/><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21.xml"/><Relationship Id="rId5" Type="http://schemas.openxmlformats.org/officeDocument/2006/relationships/image" Target="../media/image4.jpeg"/><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1.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21.xml"/><Relationship Id="rId5" Type="http://schemas.openxmlformats.org/officeDocument/2006/relationships/image" Target="../media/image4.jpeg"/><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1.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21.xml"/><Relationship Id="rId5" Type="http://schemas.openxmlformats.org/officeDocument/2006/relationships/image" Target="../media/image29.png"/><Relationship Id="rId4" Type="http://schemas.openxmlformats.org/officeDocument/2006/relationships/image" Target="../media/image4.jpe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1.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0.xml"/><Relationship Id="rId1" Type="http://schemas.openxmlformats.org/officeDocument/2006/relationships/slideLayout" Target="../slideLayouts/slideLayout2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1.xml"/></Relationships>
</file>

<file path=ppt/slides/_rels/slide33.xml.rels><?xml version="1.0" encoding="UTF-8" standalone="yes"?>
<Relationships xmlns="http://schemas.openxmlformats.org/package/2006/relationships"><Relationship Id="rId3" Type="http://schemas.openxmlformats.org/officeDocument/2006/relationships/hyperlink" Target="http://en.wikipedia.org/wiki/Relational_model" TargetMode="External"/><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1.xml"/></Relationships>
</file>

<file path=ppt/slides/_rels/slide35.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5.xml"/><Relationship Id="rId1" Type="http://schemas.openxmlformats.org/officeDocument/2006/relationships/slideLayout" Target="../slideLayouts/slideLayout21.xml"/></Relationships>
</file>

<file path=ppt/slides/_rels/slide36.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6.xml"/><Relationship Id="rId1" Type="http://schemas.openxmlformats.org/officeDocument/2006/relationships/slideLayout" Target="../slideLayouts/slideLayout2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1.xml"/></Relationships>
</file>

<file path=ppt/slides/_rels/slide38.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8.xml"/><Relationship Id="rId1" Type="http://schemas.openxmlformats.org/officeDocument/2006/relationships/slideLayout" Target="../slideLayouts/slideLayout21.xml"/></Relationships>
</file>

<file path=ppt/slides/_rels/slide39.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9.xml"/><Relationship Id="rId1" Type="http://schemas.openxmlformats.org/officeDocument/2006/relationships/slideLayout" Target="../slideLayouts/slideLayout21.xml"/></Relationships>
</file>

<file path=ppt/slides/_rels/slide40.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40.xml"/><Relationship Id="rId1" Type="http://schemas.openxmlformats.org/officeDocument/2006/relationships/slideLayout" Target="../slideLayouts/slideLayout21.xml"/></Relationships>
</file>

<file path=ppt/slides/_rels/slide41.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41.xml"/><Relationship Id="rId1" Type="http://schemas.openxmlformats.org/officeDocument/2006/relationships/slideLayout" Target="../slideLayouts/slideLayout2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2.xml"/></Relationships>
</file>

<file path=ppt/slides/_rels/slide4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43.xml"/><Relationship Id="rId1" Type="http://schemas.openxmlformats.org/officeDocument/2006/relationships/slideLayout" Target="../slideLayouts/slideLayout21.xml"/></Relationships>
</file>

<file path=ppt/slides/_rels/slide44.xml.rels><?xml version="1.0" encoding="UTF-8" standalone="yes"?>
<Relationships xmlns="http://schemas.openxmlformats.org/package/2006/relationships"><Relationship Id="rId3" Type="http://schemas.openxmlformats.org/officeDocument/2006/relationships/hyperlink" Target="http://en.wikipedia.org/wiki/Database_normalization" TargetMode="External"/><Relationship Id="rId2" Type="http://schemas.openxmlformats.org/officeDocument/2006/relationships/notesSlide" Target="../notesSlides/notesSlide44.xml"/><Relationship Id="rId1" Type="http://schemas.openxmlformats.org/officeDocument/2006/relationships/slideLayout" Target="../slideLayouts/slideLayout21.xml"/></Relationships>
</file>

<file path=ppt/slides/_rels/slide4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5.xml"/><Relationship Id="rId1" Type="http://schemas.openxmlformats.org/officeDocument/2006/relationships/slideLayout" Target="../slideLayouts/slideLayout21.xml"/><Relationship Id="rId4" Type="http://schemas.openxmlformats.org/officeDocument/2006/relationships/image" Target="../media/image36.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0.xml"/></Relationships>
</file>

<file path=ppt/slides/_rels/slide51.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51.xml"/><Relationship Id="rId1" Type="http://schemas.openxmlformats.org/officeDocument/2006/relationships/slideLayout" Target="../slideLayouts/slideLayout2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1.xml"/></Relationships>
</file>

<file path=ppt/slides/_rels/slide5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4.xml"/><Relationship Id="rId1" Type="http://schemas.openxmlformats.org/officeDocument/2006/relationships/slideLayout" Target="../slideLayouts/slideLayout21.xml"/></Relationships>
</file>

<file path=ppt/slides/_rels/slide5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5.xml"/><Relationship Id="rId1" Type="http://schemas.openxmlformats.org/officeDocument/2006/relationships/slideLayout" Target="../slideLayouts/slideLayout21.xml"/></Relationships>
</file>

<file path=ppt/slides/_rels/slide5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6.xml"/><Relationship Id="rId1" Type="http://schemas.openxmlformats.org/officeDocument/2006/relationships/slideLayout" Target="../slideLayouts/slideLayout21.xml"/></Relationships>
</file>

<file path=ppt/slides/_rels/slide5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7.xml"/><Relationship Id="rId1" Type="http://schemas.openxmlformats.org/officeDocument/2006/relationships/slideLayout" Target="../slideLayouts/slideLayout21.xml"/></Relationships>
</file>

<file path=ppt/slides/_rels/slide5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8.xml"/><Relationship Id="rId1" Type="http://schemas.openxmlformats.org/officeDocument/2006/relationships/slideLayout" Target="../slideLayouts/slideLayout21.xml"/><Relationship Id="rId4" Type="http://schemas.openxmlformats.org/officeDocument/2006/relationships/image" Target="../media/image42.png"/></Relationships>
</file>

<file path=ppt/slides/_rels/slide5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9.xml"/><Relationship Id="rId1" Type="http://schemas.openxmlformats.org/officeDocument/2006/relationships/slideLayout" Target="../slideLayouts/slideLayout21.xml"/></Relationships>
</file>

<file path=ppt/slides/_rels/slide6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0.xml"/><Relationship Id="rId1" Type="http://schemas.openxmlformats.org/officeDocument/2006/relationships/slideLayout" Target="../slideLayouts/slideLayout21.xml"/></Relationships>
</file>

<file path=ppt/slides/_rels/slide6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1.xml"/><Relationship Id="rId1" Type="http://schemas.openxmlformats.org/officeDocument/2006/relationships/slideLayout" Target="../slideLayouts/slideLayout21.xml"/></Relationships>
</file>

<file path=ppt/slides/_rels/slide6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2.xml"/><Relationship Id="rId1" Type="http://schemas.openxmlformats.org/officeDocument/2006/relationships/slideLayout" Target="../slideLayouts/slideLayout21.xml"/><Relationship Id="rId6" Type="http://schemas.openxmlformats.org/officeDocument/2006/relationships/image" Target="../media/image45.png"/><Relationship Id="rId5" Type="http://schemas.openxmlformats.org/officeDocument/2006/relationships/image" Target="../media/image46.png"/><Relationship Id="rId4" Type="http://schemas.openxmlformats.org/officeDocument/2006/relationships/image" Target="../media/image36.png"/></Relationships>
</file>

<file path=ppt/slides/_rels/slide63.xml.rels><?xml version="1.0" encoding="UTF-8" standalone="yes"?>
<Relationships xmlns="http://schemas.openxmlformats.org/package/2006/relationships"><Relationship Id="rId3" Type="http://schemas.openxmlformats.org/officeDocument/2006/relationships/hyperlink" Target="http://en.wikipedia.org/wiki/Join_(SQL)" TargetMode="External"/><Relationship Id="rId2" Type="http://schemas.openxmlformats.org/officeDocument/2006/relationships/notesSlide" Target="../notesSlides/notesSlide63.xml"/><Relationship Id="rId1" Type="http://schemas.openxmlformats.org/officeDocument/2006/relationships/slideLayout" Target="../slideLayouts/slideLayout10.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1.xml"/></Relationships>
</file>

<file path=ppt/slides/_rels/slide6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6.xml"/><Relationship Id="rId1" Type="http://schemas.openxmlformats.org/officeDocument/2006/relationships/slideLayout" Target="../slideLayouts/slideLayout21.xml"/><Relationship Id="rId5" Type="http://schemas.openxmlformats.org/officeDocument/2006/relationships/image" Target="../media/image47.png"/><Relationship Id="rId4" Type="http://schemas.openxmlformats.org/officeDocument/2006/relationships/image" Target="../media/image36.png"/></Relationships>
</file>

<file path=ppt/slides/_rels/slide6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7.xml"/><Relationship Id="rId1" Type="http://schemas.openxmlformats.org/officeDocument/2006/relationships/slideLayout" Target="../slideLayouts/slideLayout21.xml"/><Relationship Id="rId5" Type="http://schemas.openxmlformats.org/officeDocument/2006/relationships/image" Target="../media/image36.png"/><Relationship Id="rId4" Type="http://schemas.openxmlformats.org/officeDocument/2006/relationships/image" Target="../media/image35.png"/></Relationships>
</file>

<file path=ppt/slides/_rels/slide6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8.xml"/><Relationship Id="rId1" Type="http://schemas.openxmlformats.org/officeDocument/2006/relationships/slideLayout" Target="../slideLayouts/slideLayout21.xml"/><Relationship Id="rId5" Type="http://schemas.openxmlformats.org/officeDocument/2006/relationships/image" Target="../media/image49.png"/><Relationship Id="rId4" Type="http://schemas.openxmlformats.org/officeDocument/2006/relationships/image" Target="../media/image46.png"/></Relationships>
</file>

<file path=ppt/slides/_rels/slide6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69.xml"/><Relationship Id="rId1" Type="http://schemas.openxmlformats.org/officeDocument/2006/relationships/slideLayout" Target="../slideLayouts/slideLayout21.xml"/></Relationships>
</file>

<file path=ppt/slides/_rels/slide70.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70.xml"/><Relationship Id="rId1" Type="http://schemas.openxmlformats.org/officeDocument/2006/relationships/slideLayout" Target="../slideLayouts/slideLayout21.xml"/><Relationship Id="rId4" Type="http://schemas.openxmlformats.org/officeDocument/2006/relationships/image" Target="../media/image50.png"/></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4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Shape 44"/>
          <p:cNvSpPr txBox="1">
            <a:spLocks noGrp="1"/>
          </p:cNvSpPr>
          <p:nvPr>
            <p:ph type="title"/>
          </p:nvPr>
        </p:nvSpPr>
        <p:spPr>
          <a:xfrm>
            <a:off x="1155700" y="1257300"/>
            <a:ext cx="13931900" cy="3365499"/>
          </a:xfrm>
          <a:prstGeom prst="rect">
            <a:avLst/>
          </a:prstGeom>
          <a:noFill/>
          <a:ln>
            <a:noFill/>
          </a:ln>
        </p:spPr>
        <p:txBody>
          <a:bodyPr lIns="38100" tIns="38100" rIns="38100" bIns="38100" anchor="b"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b="0" i="0" u="none" strike="noStrike" cap="none" baseline="0">
                <a:solidFill>
                  <a:srgbClr val="FF00FF"/>
                </a:solidFill>
                <a:latin typeface="Cabin"/>
                <a:ea typeface="Cabin"/>
                <a:cs typeface="Cabin"/>
                <a:sym typeface="Cabin"/>
              </a:rPr>
              <a:t>Relational Databases</a:t>
            </a:r>
            <a:br>
              <a:rPr lang="en-US" sz="7600" b="0" i="0" u="none" strike="noStrike" cap="none" baseline="0">
                <a:solidFill>
                  <a:srgbClr val="FF00FF"/>
                </a:solidFill>
                <a:latin typeface="Cabin"/>
                <a:ea typeface="Cabin"/>
                <a:cs typeface="Cabin"/>
                <a:sym typeface="Cabin"/>
              </a:rPr>
            </a:br>
            <a:r>
              <a:rPr lang="en-US" sz="7600" b="0" i="0" u="none" strike="noStrike" cap="none" baseline="0">
                <a:solidFill>
                  <a:srgbClr val="FF00FF"/>
                </a:solidFill>
                <a:latin typeface="Cabin"/>
                <a:ea typeface="Cabin"/>
                <a:cs typeface="Cabin"/>
                <a:sym typeface="Cabin"/>
              </a:rPr>
              <a:t>and SQLite</a:t>
            </a:r>
          </a:p>
        </p:txBody>
      </p:sp>
      <p:sp>
        <p:nvSpPr>
          <p:cNvPr id="45" name="Shape 45"/>
          <p:cNvSpPr txBox="1">
            <a:spLocks noGrp="1"/>
          </p:cNvSpPr>
          <p:nvPr>
            <p:ph type="body" idx="1"/>
          </p:nvPr>
        </p:nvSpPr>
        <p:spPr>
          <a:xfrm>
            <a:off x="1155700" y="4711700"/>
            <a:ext cx="13931900" cy="1054100"/>
          </a:xfrm>
          <a:prstGeom prst="rect">
            <a:avLst/>
          </a:prstGeom>
          <a:noFill/>
          <a:ln>
            <a:noFill/>
          </a:ln>
        </p:spPr>
        <p:txBody>
          <a:bodyPr lIns="38100" tIns="38100" rIns="38100" bIns="38100" anchor="t"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Charles Severance</a:t>
            </a:r>
          </a:p>
          <a:p>
            <a:pPr marL="342900" marR="0" lvl="0" indent="-342900" algn="ctr" rtl="0">
              <a:spcBef>
                <a:spcPts val="0"/>
              </a:spcBef>
              <a:spcAft>
                <a:spcPts val="0"/>
              </a:spcAft>
              <a:buNone/>
            </a:pPr>
            <a:endParaRPr/>
          </a:p>
        </p:txBody>
      </p:sp>
    </p:spTree>
  </p:cSld>
  <p:clrMapOvr>
    <a:masterClrMapping/>
  </p:clrMapOvr>
  <p:transition spd="slow">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Shape 92"/>
          <p:cNvSpPr txBox="1">
            <a:spLocks noGrp="1"/>
          </p:cNvSpPr>
          <p:nvPr>
            <p:ph type="title"/>
          </p:nvPr>
        </p:nvSpPr>
        <p:spPr>
          <a:xfrm>
            <a:off x="787400" y="1689100"/>
            <a:ext cx="4572000" cy="4711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200" b="0" i="0" u="none" strike="noStrike" cap="none" baseline="0">
                <a:solidFill>
                  <a:srgbClr val="00FF00"/>
                </a:solidFill>
                <a:latin typeface="Cabin"/>
                <a:ea typeface="Cabin"/>
                <a:cs typeface="Cabin"/>
                <a:sym typeface="Cabin"/>
              </a:rPr>
              <a:t>SQLite Manager</a:t>
            </a:r>
            <a:br>
              <a:rPr lang="en-US" sz="7200" b="0" i="0" u="none" strike="noStrike" cap="none" baseline="0">
                <a:solidFill>
                  <a:srgbClr val="00FF00"/>
                </a:solidFill>
                <a:latin typeface="Cabin"/>
                <a:ea typeface="Cabin"/>
                <a:cs typeface="Cabin"/>
                <a:sym typeface="Cabin"/>
              </a:rPr>
            </a:br>
            <a:r>
              <a:rPr lang="en-US" sz="7200">
                <a:solidFill>
                  <a:srgbClr val="00FF00"/>
                </a:solidFill>
                <a:latin typeface="Cabin"/>
                <a:ea typeface="Cabin"/>
                <a:cs typeface="Cabin"/>
                <a:sym typeface="Cabin"/>
              </a:rPr>
              <a:t>f</a:t>
            </a:r>
            <a:r>
              <a:rPr lang="en-US" sz="7200" b="0" i="0" u="none" strike="noStrike" cap="none" baseline="0">
                <a:solidFill>
                  <a:srgbClr val="00FF00"/>
                </a:solidFill>
                <a:latin typeface="Cabin"/>
                <a:ea typeface="Cabin"/>
                <a:cs typeface="Cabin"/>
                <a:sym typeface="Cabin"/>
              </a:rPr>
              <a:t>or</a:t>
            </a:r>
            <a:br>
              <a:rPr lang="en-US" sz="7200" b="0" i="0" u="none" strike="noStrike" cap="none" baseline="0">
                <a:solidFill>
                  <a:srgbClr val="00FF00"/>
                </a:solidFill>
                <a:latin typeface="Cabin"/>
                <a:ea typeface="Cabin"/>
                <a:cs typeface="Cabin"/>
                <a:sym typeface="Cabin"/>
              </a:rPr>
            </a:br>
            <a:r>
              <a:rPr lang="en-US" sz="7200" b="0" i="0" u="none" strike="noStrike" cap="none" baseline="0">
                <a:solidFill>
                  <a:srgbClr val="00FF00"/>
                </a:solidFill>
                <a:latin typeface="Cabin"/>
                <a:ea typeface="Cabin"/>
                <a:cs typeface="Cabin"/>
                <a:sym typeface="Cabin"/>
              </a:rPr>
              <a:t>Firefox</a:t>
            </a:r>
          </a:p>
        </p:txBody>
      </p:sp>
      <p:sp>
        <p:nvSpPr>
          <p:cNvPr id="93" name="Shape 93"/>
          <p:cNvSpPr txBox="1"/>
          <p:nvPr/>
        </p:nvSpPr>
        <p:spPr>
          <a:xfrm>
            <a:off x="1566799" y="7937350"/>
            <a:ext cx="13851000" cy="7745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600" b="0" i="0" u="sng" strike="noStrike" cap="none" baseline="0">
                <a:solidFill>
                  <a:srgbClr val="FFFF00"/>
                </a:solidFill>
                <a:latin typeface="Cabin"/>
                <a:ea typeface="Cabin"/>
                <a:cs typeface="Cabin"/>
                <a:sym typeface="Cabin"/>
                <a:hlinkClick r:id="rId3"/>
              </a:rPr>
              <a:t>https://addons.mozilla.org/en-US/firefox/addon/sqlite-manager/</a:t>
            </a:r>
          </a:p>
        </p:txBody>
      </p:sp>
      <p:pic>
        <p:nvPicPr>
          <p:cNvPr id="94" name="Shape 94"/>
          <p:cNvPicPr preferRelativeResize="0"/>
          <p:nvPr/>
        </p:nvPicPr>
        <p:blipFill rotWithShape="1">
          <a:blip r:embed="rId4">
            <a:alphaModFix/>
          </a:blip>
          <a:srcRect/>
          <a:stretch/>
        </p:blipFill>
        <p:spPr>
          <a:xfrm>
            <a:off x="5675312" y="2171700"/>
            <a:ext cx="9742486" cy="4127500"/>
          </a:xfrm>
          <a:prstGeom prst="rect">
            <a:avLst/>
          </a:prstGeom>
          <a:noFill/>
          <a:ln>
            <a:noFill/>
          </a:ln>
        </p:spPr>
      </p:pic>
    </p:spTree>
  </p:cSld>
  <p:clrMapOvr>
    <a:masterClrMapping/>
  </p:clrMapOvr>
  <p:transition spd="slow">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Shape 99"/>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b="0" i="0" u="none" strike="noStrike" cap="none" baseline="0">
                <a:solidFill>
                  <a:srgbClr val="00FF00"/>
                </a:solidFill>
                <a:latin typeface="Cabin"/>
                <a:ea typeface="Cabin"/>
                <a:cs typeface="Cabin"/>
                <a:sym typeface="Cabin"/>
              </a:rPr>
              <a:t>Relational Databases</a:t>
            </a:r>
          </a:p>
        </p:txBody>
      </p:sp>
      <p:sp>
        <p:nvSpPr>
          <p:cNvPr id="100" name="Shape 100"/>
          <p:cNvSpPr txBox="1"/>
          <p:nvPr/>
        </p:nvSpPr>
        <p:spPr>
          <a:xfrm>
            <a:off x="3112825" y="8153400"/>
            <a:ext cx="1028250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sng" strike="noStrike" cap="none" baseline="0">
                <a:solidFill>
                  <a:schemeClr val="lt1"/>
                </a:solidFill>
                <a:latin typeface="Cabin"/>
                <a:ea typeface="Cabin"/>
                <a:cs typeface="Cabin"/>
                <a:sym typeface="Cabin"/>
                <a:hlinkClick r:id="rId3"/>
              </a:rPr>
              <a:t>http://en.wikipedia.org/wiki/Relational_database</a:t>
            </a:r>
          </a:p>
        </p:txBody>
      </p:sp>
      <p:sp>
        <p:nvSpPr>
          <p:cNvPr id="101" name="Shape 101"/>
          <p:cNvSpPr txBox="1"/>
          <p:nvPr/>
        </p:nvSpPr>
        <p:spPr>
          <a:xfrm>
            <a:off x="2854325" y="2660650"/>
            <a:ext cx="10540999" cy="45465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4400" b="0" i="0" u="none" strike="noStrike" cap="none" baseline="0">
                <a:solidFill>
                  <a:srgbClr val="FFFF00"/>
                </a:solidFill>
                <a:latin typeface="Cabin"/>
                <a:ea typeface="Cabin"/>
                <a:cs typeface="Cabin"/>
                <a:sym typeface="Cabin"/>
              </a:rPr>
              <a:t>Relational databases model data by storing rows and columns in tables.  The power of the relational database lies in its ability to efficiently retrieve data from those tables and in particular where there are multiple tables and the relationships between those tables involved in the query.</a:t>
            </a:r>
          </a:p>
        </p:txBody>
      </p:sp>
    </p:spTree>
  </p:cSld>
  <p:clrMapOvr>
    <a:masterClrMapping/>
  </p:clrMapOvr>
  <p:transition spd="slow">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Shape 106"/>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b="0" i="0" u="none" strike="noStrike" cap="none" baseline="0">
                <a:solidFill>
                  <a:srgbClr val="00FF00"/>
                </a:solidFill>
                <a:latin typeface="Cabin"/>
                <a:ea typeface="Cabin"/>
                <a:cs typeface="Cabin"/>
                <a:sym typeface="Cabin"/>
              </a:rPr>
              <a:t>Terminology</a:t>
            </a:r>
          </a:p>
        </p:txBody>
      </p:sp>
      <p:sp>
        <p:nvSpPr>
          <p:cNvPr id="107" name="Shape 107"/>
          <p:cNvSpPr txBox="1">
            <a:spLocks noGrp="1"/>
          </p:cNvSpPr>
          <p:nvPr>
            <p:ph type="body" idx="1"/>
          </p:nvPr>
        </p:nvSpPr>
        <p:spPr>
          <a:xfrm>
            <a:off x="1155700" y="2603500"/>
            <a:ext cx="13931900" cy="5702299"/>
          </a:xfrm>
          <a:prstGeom prst="rect">
            <a:avLst/>
          </a:prstGeom>
          <a:noFill/>
          <a:ln>
            <a:noFill/>
          </a:ln>
        </p:spPr>
        <p:txBody>
          <a:bodyPr lIns="38100" tIns="38100" rIns="38100" bIns="38100" anchor="ctr" anchorCtr="0">
            <a:noAutofit/>
          </a:bodyPr>
          <a:lstStyle/>
          <a:p>
            <a:pPr marL="457200" marR="0" lvl="0" indent="-228600" algn="l" rtl="0">
              <a:lnSpc>
                <a:spcPct val="100000"/>
              </a:lnSpc>
              <a:spcBef>
                <a:spcPts val="0"/>
              </a:spcBef>
              <a:spcAft>
                <a:spcPts val="1000"/>
              </a:spcAft>
              <a:buSzPct val="100000"/>
              <a:buFont typeface="Cabin"/>
            </a:pPr>
            <a:r>
              <a:rPr lang="en-US" sz="3600" b="0" i="0" u="none" strike="noStrike" cap="none" baseline="0">
                <a:solidFill>
                  <a:srgbClr val="FFFF00"/>
                </a:solidFill>
                <a:latin typeface="Cabin"/>
                <a:ea typeface="Cabin"/>
                <a:cs typeface="Cabin"/>
                <a:sym typeface="Cabin"/>
              </a:rPr>
              <a:t>Database</a:t>
            </a:r>
            <a:r>
              <a:rPr lang="en-US" sz="3600" b="0" i="0" u="none" strike="noStrike" cap="none" baseline="0">
                <a:solidFill>
                  <a:schemeClr val="lt1"/>
                </a:solidFill>
                <a:latin typeface="Cabin"/>
                <a:ea typeface="Cabin"/>
                <a:cs typeface="Cabin"/>
                <a:sym typeface="Cabin"/>
              </a:rPr>
              <a:t> - </a:t>
            </a:r>
            <a:r>
              <a:rPr lang="en-US" sz="3600">
                <a:solidFill>
                  <a:schemeClr val="lt1"/>
                </a:solidFill>
                <a:latin typeface="Cabin"/>
                <a:ea typeface="Cabin"/>
                <a:cs typeface="Cabin"/>
                <a:sym typeface="Cabin"/>
              </a:rPr>
              <a:t>c</a:t>
            </a:r>
            <a:r>
              <a:rPr lang="en-US" sz="3600" b="0" i="0" u="none" strike="noStrike" cap="none" baseline="0">
                <a:solidFill>
                  <a:schemeClr val="lt1"/>
                </a:solidFill>
                <a:latin typeface="Cabin"/>
                <a:ea typeface="Cabin"/>
                <a:cs typeface="Cabin"/>
                <a:sym typeface="Cabin"/>
              </a:rPr>
              <a:t>ontains many tables</a:t>
            </a:r>
          </a:p>
          <a:p>
            <a:pPr marL="457200" marR="0" lvl="0" indent="-228600" algn="l" rtl="0">
              <a:lnSpc>
                <a:spcPct val="100000"/>
              </a:lnSpc>
              <a:spcBef>
                <a:spcPts val="3500"/>
              </a:spcBef>
              <a:spcAft>
                <a:spcPts val="1000"/>
              </a:spcAft>
              <a:buSzPct val="100000"/>
              <a:buFont typeface="Cabin"/>
            </a:pPr>
            <a:r>
              <a:rPr lang="en-US" sz="3600" b="0" i="0" u="none" strike="noStrike" cap="none" baseline="0">
                <a:solidFill>
                  <a:srgbClr val="00FF00"/>
                </a:solidFill>
                <a:latin typeface="Cabin"/>
                <a:ea typeface="Cabin"/>
                <a:cs typeface="Cabin"/>
                <a:sym typeface="Cabin"/>
              </a:rPr>
              <a:t>Relation (or table)</a:t>
            </a:r>
            <a:r>
              <a:rPr lang="en-US" sz="3600" b="0" i="0" u="none" strike="noStrike" cap="none" baseline="0">
                <a:solidFill>
                  <a:schemeClr val="lt1"/>
                </a:solidFill>
                <a:latin typeface="Cabin"/>
                <a:ea typeface="Cabin"/>
                <a:cs typeface="Cabin"/>
                <a:sym typeface="Cabin"/>
              </a:rPr>
              <a:t> - contains tuples and attributes</a:t>
            </a:r>
          </a:p>
          <a:p>
            <a:pPr marL="457200" marR="0" lvl="0" indent="-228600" algn="l" rtl="0">
              <a:lnSpc>
                <a:spcPct val="100000"/>
              </a:lnSpc>
              <a:spcBef>
                <a:spcPts val="3500"/>
              </a:spcBef>
              <a:spcAft>
                <a:spcPts val="1000"/>
              </a:spcAft>
              <a:buSzPct val="100000"/>
            </a:pPr>
            <a:r>
              <a:rPr lang="en-US" sz="3600" b="0" i="0" u="none" strike="noStrike" cap="none" baseline="0">
                <a:solidFill>
                  <a:srgbClr val="FF7F00"/>
                </a:solidFill>
                <a:latin typeface="Cabin"/>
                <a:ea typeface="Cabin"/>
                <a:cs typeface="Cabin"/>
                <a:sym typeface="Cabin"/>
              </a:rPr>
              <a:t>Tuple (or row)</a:t>
            </a:r>
            <a:r>
              <a:rPr lang="en-US" sz="3600" b="0" i="0" u="none" strike="noStrike" cap="none" baseline="0">
                <a:solidFill>
                  <a:schemeClr val="lt1"/>
                </a:solidFill>
                <a:latin typeface="Cabin"/>
                <a:ea typeface="Cabin"/>
                <a:cs typeface="Cabin"/>
                <a:sym typeface="Cabin"/>
              </a:rPr>
              <a:t> - a set of fields </a:t>
            </a:r>
            <a:r>
              <a:rPr lang="en-US" sz="3600">
                <a:solidFill>
                  <a:schemeClr val="lt1"/>
                </a:solidFill>
                <a:latin typeface="Cabin"/>
                <a:ea typeface="Cabin"/>
                <a:cs typeface="Cabin"/>
                <a:sym typeface="Cabin"/>
              </a:rPr>
              <a:t>that </a:t>
            </a:r>
            <a:r>
              <a:rPr lang="en-US" sz="3600" b="0" i="0" u="none" strike="noStrike" cap="none" baseline="0">
                <a:solidFill>
                  <a:schemeClr val="lt1"/>
                </a:solidFill>
                <a:latin typeface="Cabin"/>
                <a:ea typeface="Cabin"/>
                <a:cs typeface="Cabin"/>
                <a:sym typeface="Cabin"/>
              </a:rPr>
              <a:t>generally represents an </a:t>
            </a:r>
            <a:r>
              <a:rPr lang="en-US" sz="3600" b="0" i="0" u="none" strike="noStrike" cap="none" baseline="0">
                <a:solidFill>
                  <a:schemeClr val="lt1"/>
                </a:solidFill>
                <a:latin typeface="Arial"/>
                <a:ea typeface="Arial"/>
                <a:cs typeface="Arial"/>
                <a:sym typeface="Arial"/>
              </a:rPr>
              <a:t>“</a:t>
            </a:r>
            <a:r>
              <a:rPr lang="en-US" sz="3600" b="0" i="0" u="none" strike="noStrike" cap="none" baseline="0">
                <a:solidFill>
                  <a:schemeClr val="lt1"/>
                </a:solidFill>
                <a:latin typeface="Cabin"/>
                <a:ea typeface="Cabin"/>
                <a:cs typeface="Cabin"/>
                <a:sym typeface="Cabin"/>
              </a:rPr>
              <a:t>object</a:t>
            </a:r>
            <a:r>
              <a:rPr lang="en-US" sz="3600" b="0" i="0" u="none" strike="noStrike" cap="none" baseline="0">
                <a:solidFill>
                  <a:schemeClr val="lt1"/>
                </a:solidFill>
                <a:latin typeface="Arial"/>
                <a:ea typeface="Arial"/>
                <a:cs typeface="Arial"/>
                <a:sym typeface="Arial"/>
              </a:rPr>
              <a:t>”</a:t>
            </a:r>
            <a:r>
              <a:rPr lang="en-US" sz="3600" b="0" i="0" u="none" strike="noStrike" cap="none" baseline="0">
                <a:solidFill>
                  <a:schemeClr val="lt1"/>
                </a:solidFill>
                <a:latin typeface="Cabin"/>
                <a:ea typeface="Cabin"/>
                <a:cs typeface="Cabin"/>
                <a:sym typeface="Cabin"/>
              </a:rPr>
              <a:t> like a person or a music track</a:t>
            </a:r>
          </a:p>
          <a:p>
            <a:pPr marL="457200" marR="0" lvl="0" indent="-228600" algn="l" rtl="0">
              <a:lnSpc>
                <a:spcPct val="100000"/>
              </a:lnSpc>
              <a:spcBef>
                <a:spcPts val="3500"/>
              </a:spcBef>
              <a:spcAft>
                <a:spcPts val="1000"/>
              </a:spcAft>
              <a:buSzPct val="100000"/>
              <a:buFont typeface="Cabin"/>
            </a:pPr>
            <a:r>
              <a:rPr lang="en-US" sz="3600" b="0" i="0" u="none" strike="noStrike" cap="none" baseline="0">
                <a:solidFill>
                  <a:srgbClr val="FF00FF"/>
                </a:solidFill>
                <a:latin typeface="Cabin"/>
                <a:ea typeface="Cabin"/>
                <a:cs typeface="Cabin"/>
                <a:sym typeface="Cabin"/>
              </a:rPr>
              <a:t>Attribute (also column or field)</a:t>
            </a:r>
            <a:r>
              <a:rPr lang="en-US" sz="3600" b="0" i="0" u="none" strike="noStrike" cap="none" baseline="0">
                <a:solidFill>
                  <a:schemeClr val="lt1"/>
                </a:solidFill>
                <a:latin typeface="Cabin"/>
                <a:ea typeface="Cabin"/>
                <a:cs typeface="Cabin"/>
                <a:sym typeface="Cabin"/>
              </a:rPr>
              <a:t> - </a:t>
            </a:r>
            <a:r>
              <a:rPr lang="en-US" sz="3600">
                <a:solidFill>
                  <a:schemeClr val="lt1"/>
                </a:solidFill>
                <a:latin typeface="Cabin"/>
                <a:ea typeface="Cabin"/>
                <a:cs typeface="Cabin"/>
                <a:sym typeface="Cabin"/>
              </a:rPr>
              <a:t>o</a:t>
            </a:r>
            <a:r>
              <a:rPr lang="en-US" sz="3600" b="0" i="0" u="none" strike="noStrike" cap="none" baseline="0">
                <a:solidFill>
                  <a:schemeClr val="lt1"/>
                </a:solidFill>
                <a:latin typeface="Cabin"/>
                <a:ea typeface="Cabin"/>
                <a:cs typeface="Cabin"/>
                <a:sym typeface="Cabin"/>
              </a:rPr>
              <a:t>ne of possibly many elements of data corresponding to the object represented by the row</a:t>
            </a:r>
          </a:p>
        </p:txBody>
      </p:sp>
    </p:spTree>
  </p:cSld>
  <p:clrMapOvr>
    <a:masterClrMapping/>
  </p:clrMapOvr>
  <p:transition spd="slow">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pic>
        <p:nvPicPr>
          <p:cNvPr id="112" name="Shape 112"/>
          <p:cNvPicPr preferRelativeResize="0"/>
          <p:nvPr/>
        </p:nvPicPr>
        <p:blipFill rotWithShape="1">
          <a:blip r:embed="rId3">
            <a:alphaModFix/>
          </a:blip>
          <a:srcRect/>
          <a:stretch/>
        </p:blipFill>
        <p:spPr>
          <a:xfrm>
            <a:off x="1530075" y="169150"/>
            <a:ext cx="12966599" cy="5568899"/>
          </a:xfrm>
          <a:prstGeom prst="rect">
            <a:avLst/>
          </a:prstGeom>
          <a:noFill/>
          <a:ln>
            <a:noFill/>
          </a:ln>
        </p:spPr>
      </p:pic>
      <p:sp>
        <p:nvSpPr>
          <p:cNvPr id="113" name="Shape 113"/>
          <p:cNvSpPr txBox="1"/>
          <p:nvPr/>
        </p:nvSpPr>
        <p:spPr>
          <a:xfrm>
            <a:off x="428625" y="6083300"/>
            <a:ext cx="15379700" cy="27051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400" b="0" i="0" u="none" strike="noStrike" cap="none" baseline="0">
                <a:solidFill>
                  <a:srgbClr val="FFFF00"/>
                </a:solidFill>
                <a:latin typeface="Cabin"/>
                <a:ea typeface="Cabin"/>
                <a:cs typeface="Cabin"/>
                <a:sym typeface="Cabin"/>
              </a:rPr>
              <a:t>A </a:t>
            </a:r>
            <a:r>
              <a:rPr lang="en-US" sz="3400" b="0" i="0" u="none" strike="noStrike" cap="none" baseline="0">
                <a:solidFill>
                  <a:srgbClr val="00FF00"/>
                </a:solidFill>
                <a:latin typeface="Cabin"/>
                <a:ea typeface="Cabin"/>
                <a:cs typeface="Cabin"/>
                <a:sym typeface="Cabin"/>
              </a:rPr>
              <a:t>relation</a:t>
            </a:r>
            <a:r>
              <a:rPr lang="en-US" sz="3400" b="0" i="0" u="none" strike="noStrike" cap="none" baseline="0">
                <a:solidFill>
                  <a:srgbClr val="FFFF00"/>
                </a:solidFill>
                <a:latin typeface="Cabin"/>
                <a:ea typeface="Cabin"/>
                <a:cs typeface="Cabin"/>
                <a:sym typeface="Cabin"/>
              </a:rPr>
              <a:t> is defined as a </a:t>
            </a:r>
            <a:r>
              <a:rPr lang="en-US" sz="3400" b="0" i="0" u="none" strike="noStrike" cap="none" baseline="0">
                <a:solidFill>
                  <a:srgbClr val="00FF00"/>
                </a:solidFill>
                <a:latin typeface="Cabin"/>
                <a:ea typeface="Cabin"/>
                <a:cs typeface="Cabin"/>
                <a:sym typeface="Cabin"/>
              </a:rPr>
              <a:t>set of </a:t>
            </a:r>
            <a:r>
              <a:rPr lang="en-US" sz="3400" b="0" i="0" u="none" strike="noStrike" cap="none" baseline="0">
                <a:solidFill>
                  <a:srgbClr val="FF7F00"/>
                </a:solidFill>
                <a:latin typeface="Cabin"/>
                <a:ea typeface="Cabin"/>
                <a:cs typeface="Cabin"/>
                <a:sym typeface="Cabin"/>
              </a:rPr>
              <a:t>tuples</a:t>
            </a:r>
            <a:r>
              <a:rPr lang="en-US" sz="3400" b="0" i="0" u="none" strike="noStrike" cap="none" baseline="0">
                <a:solidFill>
                  <a:srgbClr val="FFFF00"/>
                </a:solidFill>
                <a:latin typeface="Cabin"/>
                <a:ea typeface="Cabin"/>
                <a:cs typeface="Cabin"/>
                <a:sym typeface="Cabin"/>
              </a:rPr>
              <a:t> that have the same </a:t>
            </a:r>
            <a:r>
              <a:rPr lang="en-US" sz="3400" b="0" i="0" u="none" strike="noStrike" cap="none" baseline="0">
                <a:solidFill>
                  <a:srgbClr val="FF00FF"/>
                </a:solidFill>
                <a:latin typeface="Cabin"/>
                <a:ea typeface="Cabin"/>
                <a:cs typeface="Cabin"/>
                <a:sym typeface="Cabin"/>
              </a:rPr>
              <a:t>attributes</a:t>
            </a:r>
            <a:r>
              <a:rPr lang="en-US" sz="3400" b="0" i="0" u="none" strike="noStrike" cap="none" baseline="0">
                <a:solidFill>
                  <a:srgbClr val="FFFF00"/>
                </a:solidFill>
                <a:latin typeface="Cabin"/>
                <a:ea typeface="Cabin"/>
                <a:cs typeface="Cabin"/>
                <a:sym typeface="Cabin"/>
              </a:rPr>
              <a:t>.   A </a:t>
            </a:r>
            <a:r>
              <a:rPr lang="en-US" sz="3400" b="0" i="0" u="none" strike="noStrike" cap="none" baseline="0">
                <a:solidFill>
                  <a:srgbClr val="FF7F00"/>
                </a:solidFill>
                <a:latin typeface="Cabin"/>
                <a:ea typeface="Cabin"/>
                <a:cs typeface="Cabin"/>
                <a:sym typeface="Cabin"/>
              </a:rPr>
              <a:t>tuple</a:t>
            </a:r>
            <a:r>
              <a:rPr lang="en-US" sz="3400" b="0" i="0" u="none" strike="noStrike" cap="none" baseline="0">
                <a:solidFill>
                  <a:srgbClr val="FFFF00"/>
                </a:solidFill>
                <a:latin typeface="Cabin"/>
                <a:ea typeface="Cabin"/>
                <a:cs typeface="Cabin"/>
                <a:sym typeface="Cabin"/>
              </a:rPr>
              <a:t> usually represents </a:t>
            </a:r>
            <a:r>
              <a:rPr lang="en-US" sz="3400" b="0" i="0" u="none" strike="noStrike" cap="none" baseline="0">
                <a:solidFill>
                  <a:srgbClr val="FF7F00"/>
                </a:solidFill>
                <a:latin typeface="Cabin"/>
                <a:ea typeface="Cabin"/>
                <a:cs typeface="Cabin"/>
                <a:sym typeface="Cabin"/>
              </a:rPr>
              <a:t>an object</a:t>
            </a:r>
            <a:r>
              <a:rPr lang="en-US" sz="3400" b="0" i="0" u="none" strike="noStrike" cap="none" baseline="0">
                <a:solidFill>
                  <a:srgbClr val="FFFF00"/>
                </a:solidFill>
                <a:latin typeface="Cabin"/>
                <a:ea typeface="Cabin"/>
                <a:cs typeface="Cabin"/>
                <a:sym typeface="Cabin"/>
              </a:rPr>
              <a:t> and information about that object.  </a:t>
            </a:r>
            <a:r>
              <a:rPr lang="en-US" sz="3400" b="0" i="0" u="none" strike="noStrike" cap="none" baseline="0">
                <a:solidFill>
                  <a:srgbClr val="FF7F00"/>
                </a:solidFill>
                <a:latin typeface="Cabin"/>
                <a:ea typeface="Cabin"/>
                <a:cs typeface="Cabin"/>
                <a:sym typeface="Cabin"/>
              </a:rPr>
              <a:t>Objects</a:t>
            </a:r>
            <a:r>
              <a:rPr lang="en-US" sz="3400" b="0" i="0" u="none" strike="noStrike" cap="none" baseline="0">
                <a:solidFill>
                  <a:srgbClr val="FFFF00"/>
                </a:solidFill>
                <a:latin typeface="Cabin"/>
                <a:ea typeface="Cabin"/>
                <a:cs typeface="Cabin"/>
                <a:sym typeface="Cabin"/>
              </a:rPr>
              <a:t> are typically physical objects or concepts.   A </a:t>
            </a:r>
            <a:r>
              <a:rPr lang="en-US" sz="3400" b="0" i="0" u="none" strike="noStrike" cap="none" baseline="0">
                <a:solidFill>
                  <a:srgbClr val="00FF00"/>
                </a:solidFill>
                <a:latin typeface="Cabin"/>
                <a:ea typeface="Cabin"/>
                <a:cs typeface="Cabin"/>
                <a:sym typeface="Cabin"/>
              </a:rPr>
              <a:t>relation</a:t>
            </a:r>
            <a:r>
              <a:rPr lang="en-US" sz="3400" b="0" i="0" u="none" strike="noStrike" cap="none" baseline="0">
                <a:solidFill>
                  <a:srgbClr val="FFFF00"/>
                </a:solidFill>
                <a:latin typeface="Cabin"/>
                <a:ea typeface="Cabin"/>
                <a:cs typeface="Cabin"/>
                <a:sym typeface="Cabin"/>
              </a:rPr>
              <a:t> is usually described as a </a:t>
            </a:r>
            <a:r>
              <a:rPr lang="en-US" sz="3400" b="0" i="0" u="none" strike="noStrike" cap="none" baseline="0">
                <a:solidFill>
                  <a:srgbClr val="00FF00"/>
                </a:solidFill>
                <a:latin typeface="Cabin"/>
                <a:ea typeface="Cabin"/>
                <a:cs typeface="Cabin"/>
                <a:sym typeface="Cabin"/>
              </a:rPr>
              <a:t>table</a:t>
            </a:r>
            <a:r>
              <a:rPr lang="en-US" sz="3400" b="0" i="0" u="none" strike="noStrike" cap="none" baseline="0">
                <a:solidFill>
                  <a:srgbClr val="FFFF00"/>
                </a:solidFill>
                <a:latin typeface="Cabin"/>
                <a:ea typeface="Cabin"/>
                <a:cs typeface="Cabin"/>
                <a:sym typeface="Cabin"/>
              </a:rPr>
              <a:t>, which is organized into </a:t>
            </a:r>
            <a:r>
              <a:rPr lang="en-US" sz="3400" b="0" i="0" u="none" strike="noStrike" cap="none" baseline="0">
                <a:solidFill>
                  <a:srgbClr val="FF7F00"/>
                </a:solidFill>
                <a:latin typeface="Cabin"/>
                <a:ea typeface="Cabin"/>
                <a:cs typeface="Cabin"/>
                <a:sym typeface="Cabin"/>
              </a:rPr>
              <a:t>rows</a:t>
            </a:r>
            <a:r>
              <a:rPr lang="en-US" sz="3400" b="0" i="0" u="none" strike="noStrike" cap="none" baseline="0">
                <a:solidFill>
                  <a:srgbClr val="FFFF00"/>
                </a:solidFill>
                <a:latin typeface="Cabin"/>
                <a:ea typeface="Cabin"/>
                <a:cs typeface="Cabin"/>
                <a:sym typeface="Cabin"/>
              </a:rPr>
              <a:t> and </a:t>
            </a:r>
            <a:r>
              <a:rPr lang="en-US" sz="3400" b="0" i="0" u="none" strike="noStrike" cap="none" baseline="0">
                <a:solidFill>
                  <a:srgbClr val="FF00FF"/>
                </a:solidFill>
                <a:latin typeface="Cabin"/>
                <a:ea typeface="Cabin"/>
                <a:cs typeface="Cabin"/>
                <a:sym typeface="Cabin"/>
              </a:rPr>
              <a:t>columns</a:t>
            </a:r>
            <a:r>
              <a:rPr lang="en-US" sz="3400" b="0" i="0" u="none" strike="noStrike" cap="none" baseline="0">
                <a:solidFill>
                  <a:srgbClr val="FFFF00"/>
                </a:solidFill>
                <a:latin typeface="Cabin"/>
                <a:ea typeface="Cabin"/>
                <a:cs typeface="Cabin"/>
                <a:sym typeface="Cabin"/>
              </a:rPr>
              <a:t>.   All the data</a:t>
            </a:r>
            <a:r>
              <a:rPr lang="en-US" sz="3400" b="0" i="0" u="sng" strike="noStrike" cap="none" baseline="0">
                <a:solidFill>
                  <a:schemeClr val="hlink"/>
                </a:solidFill>
                <a:latin typeface="Cabin"/>
                <a:ea typeface="Cabin"/>
                <a:cs typeface="Cabin"/>
                <a:sym typeface="Cabin"/>
                <a:hlinkClick r:id="rId4"/>
              </a:rPr>
              <a:t> </a:t>
            </a:r>
            <a:r>
              <a:rPr lang="en-US" sz="3400" b="0" i="0" u="none" strike="noStrike" cap="none" baseline="0">
                <a:solidFill>
                  <a:srgbClr val="FFFF00"/>
                </a:solidFill>
                <a:latin typeface="Cabin"/>
                <a:ea typeface="Cabin"/>
                <a:cs typeface="Cabin"/>
                <a:sym typeface="Cabin"/>
              </a:rPr>
              <a:t>referenced by an </a:t>
            </a:r>
            <a:r>
              <a:rPr lang="en-US" sz="3400" b="0" i="0" u="none" strike="noStrike" cap="none" baseline="0">
                <a:solidFill>
                  <a:srgbClr val="FF00FF"/>
                </a:solidFill>
                <a:latin typeface="Cabin"/>
                <a:ea typeface="Cabin"/>
                <a:cs typeface="Cabin"/>
                <a:sym typeface="Cabin"/>
              </a:rPr>
              <a:t>attribute</a:t>
            </a:r>
            <a:r>
              <a:rPr lang="en-US" sz="3400" b="0" i="0" u="none" strike="noStrike" cap="none" baseline="0">
                <a:solidFill>
                  <a:srgbClr val="FFFF00"/>
                </a:solidFill>
                <a:latin typeface="Cabin"/>
                <a:ea typeface="Cabin"/>
                <a:cs typeface="Cabin"/>
                <a:sym typeface="Cabin"/>
              </a:rPr>
              <a:t> are in the same domain and </a:t>
            </a:r>
            <a:r>
              <a:rPr lang="en-US" sz="3400" b="0" i="0" u="none" strike="noStrike" cap="none" baseline="0">
                <a:solidFill>
                  <a:srgbClr val="FF00FF"/>
                </a:solidFill>
                <a:latin typeface="Cabin"/>
                <a:ea typeface="Cabin"/>
                <a:cs typeface="Cabin"/>
                <a:sym typeface="Cabin"/>
              </a:rPr>
              <a:t>conform to the same constraints.</a:t>
            </a:r>
            <a:r>
              <a:rPr lang="en-US" sz="3400" b="0" i="0" u="none" strike="noStrike" cap="none" baseline="0">
                <a:solidFill>
                  <a:srgbClr val="FFFF00"/>
                </a:solidFill>
                <a:latin typeface="Cabin"/>
                <a:ea typeface="Cabin"/>
                <a:cs typeface="Cabin"/>
                <a:sym typeface="Cabin"/>
              </a:rPr>
              <a:t>  (</a:t>
            </a:r>
            <a:r>
              <a:rPr lang="en-US" sz="3400">
                <a:solidFill>
                  <a:srgbClr val="FFFF00"/>
                </a:solidFill>
                <a:latin typeface="Cabin"/>
                <a:ea typeface="Cabin"/>
                <a:cs typeface="Cabin"/>
                <a:sym typeface="Cabin"/>
              </a:rPr>
              <a:t>W</a:t>
            </a:r>
            <a:r>
              <a:rPr lang="en-US" sz="3400" b="0" i="0" u="none" strike="noStrike" cap="none" baseline="0">
                <a:solidFill>
                  <a:srgbClr val="FFFF00"/>
                </a:solidFill>
                <a:latin typeface="Cabin"/>
                <a:ea typeface="Cabin"/>
                <a:cs typeface="Cabin"/>
                <a:sym typeface="Cabin"/>
              </a:rPr>
              <a:t>ikipedia)</a:t>
            </a:r>
          </a:p>
        </p:txBody>
      </p:sp>
    </p:spTree>
  </p:cSld>
  <p:clrMapOvr>
    <a:masterClrMapping/>
  </p:clrMapOvr>
  <p:transition spd="slow">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pic>
        <p:nvPicPr>
          <p:cNvPr id="118" name="Shape 118"/>
          <p:cNvPicPr preferRelativeResize="0"/>
          <p:nvPr/>
        </p:nvPicPr>
        <p:blipFill rotWithShape="1">
          <a:blip r:embed="rId3">
            <a:alphaModFix/>
          </a:blip>
          <a:srcRect/>
          <a:stretch/>
        </p:blipFill>
        <p:spPr>
          <a:xfrm>
            <a:off x="2070100" y="482600"/>
            <a:ext cx="12395200" cy="8169274"/>
          </a:xfrm>
          <a:prstGeom prst="rect">
            <a:avLst/>
          </a:prstGeom>
          <a:noFill/>
          <a:ln>
            <a:noFill/>
          </a:ln>
        </p:spPr>
      </p:pic>
      <p:sp>
        <p:nvSpPr>
          <p:cNvPr id="119" name="Shape 119"/>
          <p:cNvSpPr txBox="1"/>
          <p:nvPr/>
        </p:nvSpPr>
        <p:spPr>
          <a:xfrm>
            <a:off x="8013700" y="6539400"/>
            <a:ext cx="3333899" cy="10680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00FF"/>
              </a:buClr>
              <a:buSzPct val="25000"/>
              <a:buFont typeface="Cabin"/>
              <a:buNone/>
            </a:pPr>
            <a:r>
              <a:rPr lang="en-US" sz="3600" b="0" i="0" u="none" strike="noStrike" cap="none" baseline="0">
                <a:solidFill>
                  <a:srgbClr val="0000FF"/>
                </a:solidFill>
                <a:latin typeface="Cabin"/>
                <a:ea typeface="Cabin"/>
                <a:cs typeface="Cabin"/>
                <a:sym typeface="Cabin"/>
              </a:rPr>
              <a:t>Tables / Relations</a:t>
            </a:r>
          </a:p>
        </p:txBody>
      </p:sp>
      <p:sp>
        <p:nvSpPr>
          <p:cNvPr id="120" name="Shape 120"/>
          <p:cNvSpPr txBox="1"/>
          <p:nvPr/>
        </p:nvSpPr>
        <p:spPr>
          <a:xfrm>
            <a:off x="5257643" y="4160175"/>
            <a:ext cx="6331799"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00FF"/>
              </a:buClr>
              <a:buSzPct val="25000"/>
              <a:buFont typeface="Cabin"/>
              <a:buNone/>
            </a:pPr>
            <a:r>
              <a:rPr lang="en-US" sz="3600" b="0" i="0" u="none" strike="noStrike" cap="none" baseline="0">
                <a:solidFill>
                  <a:srgbClr val="0000FF"/>
                </a:solidFill>
                <a:latin typeface="Cabin"/>
                <a:ea typeface="Cabin"/>
                <a:cs typeface="Cabin"/>
                <a:sym typeface="Cabin"/>
              </a:rPr>
              <a:t>Columns / Attributes</a:t>
            </a:r>
          </a:p>
        </p:txBody>
      </p:sp>
      <p:sp>
        <p:nvSpPr>
          <p:cNvPr id="121" name="Shape 121"/>
          <p:cNvSpPr txBox="1"/>
          <p:nvPr/>
        </p:nvSpPr>
        <p:spPr>
          <a:xfrm>
            <a:off x="12453936" y="5035550"/>
            <a:ext cx="1398599" cy="11430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0000FF"/>
              </a:buClr>
              <a:buSzPct val="25000"/>
              <a:buFont typeface="Cabin"/>
              <a:buNone/>
            </a:pPr>
            <a:r>
              <a:rPr lang="en-US" sz="3600" b="0" i="0" u="none" strike="noStrike" cap="none" baseline="0">
                <a:solidFill>
                  <a:srgbClr val="0000FF"/>
                </a:solidFill>
                <a:latin typeface="Cabin"/>
                <a:ea typeface="Cabin"/>
                <a:cs typeface="Cabin"/>
                <a:sym typeface="Cabin"/>
              </a:rPr>
              <a:t>Rows /</a:t>
            </a:r>
          </a:p>
          <a:p>
            <a:pPr marL="0" marR="0" lvl="0" indent="0" algn="l" rtl="0">
              <a:lnSpc>
                <a:spcPct val="100000"/>
              </a:lnSpc>
              <a:spcBef>
                <a:spcPts val="0"/>
              </a:spcBef>
              <a:spcAft>
                <a:spcPts val="0"/>
              </a:spcAft>
              <a:buClr>
                <a:srgbClr val="0000FF"/>
              </a:buClr>
              <a:buSzPct val="25000"/>
              <a:buFont typeface="Cabin"/>
              <a:buNone/>
            </a:pPr>
            <a:r>
              <a:rPr lang="en-US" sz="3600" b="0" i="0" u="none" strike="noStrike" cap="none" baseline="0">
                <a:solidFill>
                  <a:srgbClr val="0000FF"/>
                </a:solidFill>
                <a:latin typeface="Cabin"/>
                <a:ea typeface="Cabin"/>
                <a:cs typeface="Cabin"/>
                <a:sym typeface="Cabin"/>
              </a:rPr>
              <a:t>Tuples</a:t>
            </a:r>
          </a:p>
        </p:txBody>
      </p:sp>
    </p:spTree>
  </p:cSld>
  <p:clrMapOvr>
    <a:masterClrMapping/>
  </p:clrMapOvr>
  <p:transition spd="slow">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Shape 126"/>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b="0" i="0" u="none" strike="noStrike" cap="none" baseline="0">
                <a:solidFill>
                  <a:srgbClr val="00FF00"/>
                </a:solidFill>
                <a:latin typeface="Cabin"/>
                <a:ea typeface="Cabin"/>
                <a:cs typeface="Cabin"/>
                <a:sym typeface="Cabin"/>
              </a:rPr>
              <a:t>Two Roles in Large Projects</a:t>
            </a:r>
          </a:p>
        </p:txBody>
      </p:sp>
      <p:sp>
        <p:nvSpPr>
          <p:cNvPr id="127" name="Shape 127"/>
          <p:cNvSpPr txBox="1">
            <a:spLocks noGrp="1"/>
          </p:cNvSpPr>
          <p:nvPr>
            <p:ph type="body" idx="1"/>
          </p:nvPr>
        </p:nvSpPr>
        <p:spPr>
          <a:xfrm>
            <a:off x="1155700" y="2603500"/>
            <a:ext cx="13932000" cy="4597500"/>
          </a:xfrm>
          <a:prstGeom prst="rect">
            <a:avLst/>
          </a:prstGeom>
          <a:noFill/>
          <a:ln>
            <a:noFill/>
          </a:ln>
        </p:spPr>
        <p:txBody>
          <a:bodyPr lIns="38100" tIns="38100" rIns="38100" bIns="38100" anchor="ctr" anchorCtr="0">
            <a:noAutofit/>
          </a:bodyPr>
          <a:lstStyle/>
          <a:p>
            <a:pPr marL="457200" marR="0" lvl="0" indent="-228600" algn="l" rtl="0">
              <a:lnSpc>
                <a:spcPct val="100000"/>
              </a:lnSpc>
              <a:spcBef>
                <a:spcPts val="0"/>
              </a:spcBef>
              <a:spcAft>
                <a:spcPts val="1000"/>
              </a:spcAft>
              <a:buSzPct val="100000"/>
              <a:buFont typeface="Cabin"/>
            </a:pPr>
            <a:r>
              <a:rPr lang="en-US" sz="3600" b="0" i="0" u="none" strike="noStrike" cap="none" baseline="0">
                <a:solidFill>
                  <a:srgbClr val="FF00FF"/>
                </a:solidFill>
                <a:latin typeface="Cabin"/>
                <a:ea typeface="Cabin"/>
                <a:cs typeface="Cabin"/>
                <a:sym typeface="Cabin"/>
              </a:rPr>
              <a:t>Application Developer</a:t>
            </a:r>
            <a:r>
              <a:rPr lang="en-US" sz="3600" b="0" i="0" u="none" strike="noStrike" cap="none" baseline="0">
                <a:solidFill>
                  <a:schemeClr val="lt1"/>
                </a:solidFill>
                <a:latin typeface="Cabin"/>
                <a:ea typeface="Cabin"/>
                <a:cs typeface="Cabin"/>
                <a:sym typeface="Cabin"/>
              </a:rPr>
              <a:t> - Builds the logic for the application, the look and feel of the application - monitors the application for problems</a:t>
            </a:r>
          </a:p>
          <a:p>
            <a:pPr marL="457200" marR="0" lvl="0" indent="-228600" algn="l" rtl="0">
              <a:lnSpc>
                <a:spcPct val="100000"/>
              </a:lnSpc>
              <a:spcBef>
                <a:spcPts val="3500"/>
              </a:spcBef>
              <a:spcAft>
                <a:spcPts val="1000"/>
              </a:spcAft>
              <a:buSzPct val="100000"/>
              <a:buFont typeface="Cabin"/>
            </a:pPr>
            <a:r>
              <a:rPr lang="en-US" sz="3600" b="0" i="0" u="none" strike="noStrike" cap="none" baseline="0">
                <a:solidFill>
                  <a:srgbClr val="FFFF00"/>
                </a:solidFill>
                <a:latin typeface="Cabin"/>
                <a:ea typeface="Cabin"/>
                <a:cs typeface="Cabin"/>
                <a:sym typeface="Cabin"/>
              </a:rPr>
              <a:t>Database Administrator </a:t>
            </a:r>
            <a:r>
              <a:rPr lang="en-US" sz="3600" b="0" i="0" u="none" strike="noStrike" cap="none" baseline="0">
                <a:solidFill>
                  <a:schemeClr val="lt1"/>
                </a:solidFill>
                <a:latin typeface="Cabin"/>
                <a:ea typeface="Cabin"/>
                <a:cs typeface="Cabin"/>
                <a:sym typeface="Cabin"/>
              </a:rPr>
              <a:t>- Monitors and adjusts the database as the program runs in production</a:t>
            </a:r>
          </a:p>
          <a:p>
            <a:pPr marL="457200" marR="0" lvl="0" indent="-228600" algn="l" rtl="0">
              <a:lnSpc>
                <a:spcPct val="100000"/>
              </a:lnSpc>
              <a:spcBef>
                <a:spcPts val="3500"/>
              </a:spcBef>
              <a:spcAft>
                <a:spcPts val="1000"/>
              </a:spcAft>
              <a:buSzPct val="100000"/>
            </a:pPr>
            <a:r>
              <a:rPr lang="en-US" sz="3600" b="0" i="0" u="none" strike="noStrike" cap="none" baseline="0">
                <a:solidFill>
                  <a:schemeClr val="lt1"/>
                </a:solidFill>
                <a:latin typeface="Cabin"/>
                <a:ea typeface="Cabin"/>
                <a:cs typeface="Cabin"/>
                <a:sym typeface="Cabin"/>
              </a:rPr>
              <a:t>Often both people participate in the building of the </a:t>
            </a:r>
            <a:r>
              <a:rPr lang="en-US" sz="3600" b="0" i="0" u="none" strike="noStrike" cap="none" baseline="0">
                <a:solidFill>
                  <a:schemeClr val="lt1"/>
                </a:solidFill>
                <a:latin typeface="Arial"/>
                <a:ea typeface="Arial"/>
                <a:cs typeface="Arial"/>
                <a:sym typeface="Arial"/>
              </a:rPr>
              <a:t>“</a:t>
            </a:r>
            <a:r>
              <a:rPr lang="en-US" sz="3600" b="0" i="0" u="none" strike="noStrike" cap="none" baseline="0">
                <a:solidFill>
                  <a:schemeClr val="lt1"/>
                </a:solidFill>
                <a:latin typeface="Cabin"/>
                <a:ea typeface="Cabin"/>
                <a:cs typeface="Cabin"/>
                <a:sym typeface="Cabin"/>
              </a:rPr>
              <a:t>Data model</a:t>
            </a:r>
            <a:r>
              <a:rPr lang="en-US" sz="3600" b="0" i="0" u="none" strike="noStrike" cap="none" baseline="0">
                <a:solidFill>
                  <a:schemeClr val="lt1"/>
                </a:solidFill>
                <a:latin typeface="Arial"/>
                <a:ea typeface="Arial"/>
                <a:cs typeface="Arial"/>
                <a:sym typeface="Arial"/>
              </a:rPr>
              <a:t>”</a:t>
            </a:r>
          </a:p>
        </p:txBody>
      </p:sp>
    </p:spTree>
  </p:cSld>
  <p:clrMapOvr>
    <a:masterClrMapping/>
  </p:clrMapOvr>
  <p:transition spd="slow">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Shape 132"/>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7600" b="0" i="0" u="none" strike="noStrike" cap="none" baseline="0">
                <a:solidFill>
                  <a:srgbClr val="FF7F00"/>
                </a:solidFill>
                <a:latin typeface="Cabin"/>
                <a:ea typeface="Cabin"/>
                <a:cs typeface="Cabin"/>
                <a:sym typeface="Cabin"/>
              </a:rPr>
              <a:t>Application Structure</a:t>
            </a:r>
          </a:p>
        </p:txBody>
      </p:sp>
      <p:sp>
        <p:nvSpPr>
          <p:cNvPr id="133" name="Shape 133"/>
          <p:cNvSpPr txBox="1"/>
          <p:nvPr/>
        </p:nvSpPr>
        <p:spPr>
          <a:xfrm>
            <a:off x="11214100" y="2616200"/>
            <a:ext cx="3898800" cy="2197200"/>
          </a:xfrm>
          <a:prstGeom prst="rect">
            <a:avLst/>
          </a:prstGeom>
          <a:noFill/>
          <a:ln w="101600" cap="rnd" cmpd="sng">
            <a:solidFill>
              <a:srgbClr val="FF00FF"/>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500" b="0" i="0" u="none" strike="noStrike" cap="none" baseline="0">
                <a:solidFill>
                  <a:schemeClr val="lt1"/>
                </a:solidFill>
                <a:latin typeface="Cabin"/>
                <a:ea typeface="Cabin"/>
                <a:cs typeface="Cabin"/>
                <a:sym typeface="Cabin"/>
              </a:rPr>
              <a:t>Database </a:t>
            </a:r>
          </a:p>
          <a:p>
            <a:pPr marL="0" marR="0" lvl="0" indent="0" algn="ctr" rtl="0">
              <a:lnSpc>
                <a:spcPct val="100000"/>
              </a:lnSpc>
              <a:spcBef>
                <a:spcPts val="0"/>
              </a:spcBef>
              <a:spcAft>
                <a:spcPts val="0"/>
              </a:spcAft>
              <a:buClr>
                <a:schemeClr val="lt1"/>
              </a:buClr>
              <a:buSzPct val="25000"/>
              <a:buFont typeface="Cabin"/>
              <a:buNone/>
            </a:pPr>
            <a:r>
              <a:rPr lang="en-US" sz="4500" b="0" i="0" u="none" strike="noStrike" cap="none" baseline="0">
                <a:solidFill>
                  <a:schemeClr val="lt1"/>
                </a:solidFill>
                <a:latin typeface="Cabin"/>
                <a:ea typeface="Cabin"/>
                <a:cs typeface="Cabin"/>
                <a:sym typeface="Cabin"/>
              </a:rPr>
              <a:t>Data Model</a:t>
            </a:r>
          </a:p>
        </p:txBody>
      </p:sp>
      <p:sp>
        <p:nvSpPr>
          <p:cNvPr id="134" name="Shape 134"/>
          <p:cNvSpPr txBox="1"/>
          <p:nvPr/>
        </p:nvSpPr>
        <p:spPr>
          <a:xfrm>
            <a:off x="3987800" y="2616200"/>
            <a:ext cx="3898800" cy="2197200"/>
          </a:xfrm>
          <a:prstGeom prst="rect">
            <a:avLst/>
          </a:prstGeom>
          <a:noFill/>
          <a:ln w="101600" cap="rnd" cmpd="sng">
            <a:solidFill>
              <a:srgbClr val="FF7F00"/>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500" b="0" i="0" u="none" strike="noStrike" cap="none" baseline="0">
                <a:solidFill>
                  <a:schemeClr val="lt1"/>
                </a:solidFill>
                <a:latin typeface="Cabin"/>
                <a:ea typeface="Cabin"/>
                <a:cs typeface="Cabin"/>
                <a:sym typeface="Cabin"/>
              </a:rPr>
              <a:t>Application</a:t>
            </a:r>
          </a:p>
          <a:p>
            <a:pPr marL="0" marR="0" lvl="0" indent="0" algn="ctr" rtl="0">
              <a:lnSpc>
                <a:spcPct val="100000"/>
              </a:lnSpc>
              <a:spcBef>
                <a:spcPts val="0"/>
              </a:spcBef>
              <a:spcAft>
                <a:spcPts val="0"/>
              </a:spcAft>
              <a:buClr>
                <a:schemeClr val="lt1"/>
              </a:buClr>
              <a:buSzPct val="25000"/>
              <a:buFont typeface="Cabin"/>
              <a:buNone/>
            </a:pPr>
            <a:r>
              <a:rPr lang="en-US" sz="4500" b="0" i="0" u="none" strike="noStrike" cap="none" baseline="0">
                <a:solidFill>
                  <a:schemeClr val="lt1"/>
                </a:solidFill>
                <a:latin typeface="Cabin"/>
                <a:ea typeface="Cabin"/>
                <a:cs typeface="Cabin"/>
                <a:sym typeface="Cabin"/>
              </a:rPr>
              <a:t>Software</a:t>
            </a:r>
          </a:p>
        </p:txBody>
      </p:sp>
      <p:sp>
        <p:nvSpPr>
          <p:cNvPr id="135" name="Shape 135"/>
          <p:cNvSpPr txBox="1"/>
          <p:nvPr/>
        </p:nvSpPr>
        <p:spPr>
          <a:xfrm>
            <a:off x="825500" y="2908300"/>
            <a:ext cx="1727099" cy="1612799"/>
          </a:xfrm>
          <a:prstGeom prst="rect">
            <a:avLst/>
          </a:prstGeom>
          <a:noFill/>
          <a:ln w="101600" cap="rnd" cmpd="sng">
            <a:solidFill>
              <a:srgbClr val="00FF00"/>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500" b="0" i="0" u="none" strike="noStrike" cap="none" baseline="0">
                <a:solidFill>
                  <a:schemeClr val="lt1"/>
                </a:solidFill>
                <a:latin typeface="Cabin"/>
                <a:ea typeface="Cabin"/>
                <a:cs typeface="Cabin"/>
                <a:sym typeface="Cabin"/>
              </a:rPr>
              <a:t>End</a:t>
            </a:r>
          </a:p>
          <a:p>
            <a:pPr marL="0" marR="0" lvl="0" indent="0" algn="ctr" rtl="0">
              <a:lnSpc>
                <a:spcPct val="100000"/>
              </a:lnSpc>
              <a:spcBef>
                <a:spcPts val="0"/>
              </a:spcBef>
              <a:spcAft>
                <a:spcPts val="0"/>
              </a:spcAft>
              <a:buClr>
                <a:schemeClr val="lt1"/>
              </a:buClr>
              <a:buSzPct val="25000"/>
              <a:buFont typeface="Cabin"/>
              <a:buNone/>
            </a:pPr>
            <a:r>
              <a:rPr lang="en-US" sz="4500" b="0" i="0" u="none" strike="noStrike" cap="none" baseline="0">
                <a:solidFill>
                  <a:schemeClr val="lt1"/>
                </a:solidFill>
                <a:latin typeface="Cabin"/>
                <a:ea typeface="Cabin"/>
                <a:cs typeface="Cabin"/>
                <a:sym typeface="Cabin"/>
              </a:rPr>
              <a:t>User</a:t>
            </a:r>
          </a:p>
        </p:txBody>
      </p:sp>
      <p:sp>
        <p:nvSpPr>
          <p:cNvPr id="136" name="Shape 136"/>
          <p:cNvSpPr txBox="1"/>
          <p:nvPr/>
        </p:nvSpPr>
        <p:spPr>
          <a:xfrm>
            <a:off x="4292600" y="5981700"/>
            <a:ext cx="3022500" cy="1155599"/>
          </a:xfrm>
          <a:prstGeom prst="rect">
            <a:avLst/>
          </a:prstGeom>
          <a:noFill/>
          <a:ln w="101600" cap="rnd" cmpd="sng">
            <a:solidFill>
              <a:srgbClr val="00FF00"/>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500" b="0" i="0" u="none" strike="noStrike" cap="none" baseline="0">
                <a:solidFill>
                  <a:schemeClr val="lt1"/>
                </a:solidFill>
                <a:latin typeface="Cabin"/>
                <a:ea typeface="Cabin"/>
                <a:cs typeface="Cabin"/>
                <a:sym typeface="Cabin"/>
              </a:rPr>
              <a:t>Developer</a:t>
            </a:r>
          </a:p>
        </p:txBody>
      </p:sp>
      <p:sp>
        <p:nvSpPr>
          <p:cNvPr id="137" name="Shape 137"/>
          <p:cNvSpPr txBox="1"/>
          <p:nvPr/>
        </p:nvSpPr>
        <p:spPr>
          <a:xfrm>
            <a:off x="7708900" y="7264400"/>
            <a:ext cx="2171700" cy="1155599"/>
          </a:xfrm>
          <a:prstGeom prst="rect">
            <a:avLst/>
          </a:prstGeom>
          <a:noFill/>
          <a:ln w="101600" cap="rnd" cmpd="sng">
            <a:solidFill>
              <a:srgbClr val="00FF00"/>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500" b="0" i="0" u="none" strike="noStrike" cap="none" baseline="0">
                <a:solidFill>
                  <a:schemeClr val="lt1"/>
                </a:solidFill>
                <a:latin typeface="Cabin"/>
                <a:ea typeface="Cabin"/>
                <a:cs typeface="Cabin"/>
                <a:sym typeface="Cabin"/>
              </a:rPr>
              <a:t>DBA</a:t>
            </a:r>
          </a:p>
        </p:txBody>
      </p:sp>
      <p:sp>
        <p:nvSpPr>
          <p:cNvPr id="138" name="Shape 138"/>
          <p:cNvSpPr txBox="1"/>
          <p:nvPr/>
        </p:nvSpPr>
        <p:spPr>
          <a:xfrm>
            <a:off x="11214100" y="6451600"/>
            <a:ext cx="3898800" cy="2197200"/>
          </a:xfrm>
          <a:prstGeom prst="rect">
            <a:avLst/>
          </a:prstGeom>
          <a:noFill/>
          <a:ln w="101600" cap="rnd" cmpd="sng">
            <a:solidFill>
              <a:srgbClr val="FF7F00"/>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500" b="0" i="0" u="none" strike="noStrike" cap="none" baseline="0">
                <a:solidFill>
                  <a:schemeClr val="lt1"/>
                </a:solidFill>
                <a:latin typeface="Cabin"/>
                <a:ea typeface="Cabin"/>
                <a:cs typeface="Cabin"/>
                <a:sym typeface="Cabin"/>
              </a:rPr>
              <a:t>Database</a:t>
            </a:r>
          </a:p>
          <a:p>
            <a:pPr marL="0" marR="0" lvl="0" indent="0" algn="ctr" rtl="0">
              <a:lnSpc>
                <a:spcPct val="100000"/>
              </a:lnSpc>
              <a:spcBef>
                <a:spcPts val="0"/>
              </a:spcBef>
              <a:spcAft>
                <a:spcPts val="0"/>
              </a:spcAft>
              <a:buClr>
                <a:schemeClr val="lt1"/>
              </a:buClr>
              <a:buSzPct val="25000"/>
              <a:buFont typeface="Cabin"/>
              <a:buNone/>
            </a:pPr>
            <a:r>
              <a:rPr lang="en-US" sz="4500" b="0" i="0" u="none" strike="noStrike" cap="none" baseline="0">
                <a:solidFill>
                  <a:schemeClr val="lt1"/>
                </a:solidFill>
                <a:latin typeface="Cabin"/>
                <a:ea typeface="Cabin"/>
                <a:cs typeface="Cabin"/>
                <a:sym typeface="Cabin"/>
              </a:rPr>
              <a:t>Tools</a:t>
            </a:r>
          </a:p>
        </p:txBody>
      </p:sp>
      <p:sp>
        <p:nvSpPr>
          <p:cNvPr id="139" name="Shape 139"/>
          <p:cNvSpPr/>
          <p:nvPr/>
        </p:nvSpPr>
        <p:spPr>
          <a:xfrm>
            <a:off x="7978425" y="2908300"/>
            <a:ext cx="3134100" cy="1498500"/>
          </a:xfrm>
          <a:prstGeom prst="leftRightArrow">
            <a:avLst>
              <a:gd name="adj1" fmla="val 42186"/>
              <a:gd name="adj2" fmla="val 17802"/>
            </a:avLst>
          </a:prstGeom>
          <a:blipFill rotWithShape="1">
            <a:blip r:embed="rId3">
              <a:alphaModFix/>
            </a:blip>
            <a:tile tx="0" ty="0" sx="100000" sy="100000" flip="none" algn="tl"/>
          </a:blipFill>
          <a:ln>
            <a:noFill/>
          </a:ln>
        </p:spPr>
        <p:txBody>
          <a:bodyPr lIns="0" tIns="0" rIns="0" bIns="0" anchor="ctr" anchorCtr="0">
            <a:noAutofit/>
          </a:bodyPr>
          <a:lstStyle/>
          <a:p>
            <a:pPr marL="0" marR="0" lvl="0" indent="0" algn="ctr" rtl="0">
              <a:lnSpc>
                <a:spcPct val="100000"/>
              </a:lnSpc>
              <a:spcBef>
                <a:spcPts val="0"/>
              </a:spcBef>
              <a:spcAft>
                <a:spcPts val="0"/>
              </a:spcAft>
              <a:buClr>
                <a:srgbClr val="000000"/>
              </a:buClr>
              <a:buSzPct val="25000"/>
              <a:buFont typeface="Cabin"/>
              <a:buNone/>
            </a:pPr>
            <a:r>
              <a:rPr lang="en-US" sz="2600" b="0" i="0" u="none" strike="noStrike" cap="none" baseline="0">
                <a:solidFill>
                  <a:schemeClr val="lt1"/>
                </a:solidFill>
                <a:latin typeface="Cabin"/>
                <a:ea typeface="Cabin"/>
                <a:cs typeface="Cabin"/>
                <a:sym typeface="Cabin"/>
              </a:rPr>
              <a:t>SQL</a:t>
            </a:r>
          </a:p>
        </p:txBody>
      </p:sp>
      <p:sp>
        <p:nvSpPr>
          <p:cNvPr id="140" name="Shape 140"/>
          <p:cNvSpPr/>
          <p:nvPr/>
        </p:nvSpPr>
        <p:spPr>
          <a:xfrm rot="5400000">
            <a:off x="12369749" y="4635449"/>
            <a:ext cx="1600199" cy="2006700"/>
          </a:xfrm>
          <a:prstGeom prst="leftRightArrow">
            <a:avLst>
              <a:gd name="adj1" fmla="val 60467"/>
              <a:gd name="adj2" fmla="val 19531"/>
            </a:avLst>
          </a:prstGeom>
          <a:blipFill rotWithShape="0">
            <a:blip r:embed="rId3">
              <a:alphaModFix/>
            </a:blip>
            <a:stretch>
              <a:fillRect l="1" t="-2" r="1" b="-2"/>
            </a:stretch>
          </a:blipFill>
          <a:ln>
            <a:noFill/>
          </a:ln>
        </p:spPr>
        <p:txBody>
          <a:bodyPr lIns="0" tIns="0" rIns="0" bIns="0" anchor="t" anchorCtr="0">
            <a:noAutofit/>
          </a:bodyPr>
          <a:lstStyle/>
          <a:p>
            <a:pPr marL="0" marR="0" lvl="0" indent="0" algn="ctr" rtl="0">
              <a:lnSpc>
                <a:spcPct val="100000"/>
              </a:lnSpc>
              <a:spcBef>
                <a:spcPts val="0"/>
              </a:spcBef>
              <a:spcAft>
                <a:spcPts val="0"/>
              </a:spcAft>
              <a:buNone/>
            </a:pPr>
            <a:endParaRPr/>
          </a:p>
        </p:txBody>
      </p:sp>
      <p:sp>
        <p:nvSpPr>
          <p:cNvPr id="141" name="Shape 141"/>
          <p:cNvSpPr txBox="1"/>
          <p:nvPr/>
        </p:nvSpPr>
        <p:spPr>
          <a:xfrm>
            <a:off x="12698411" y="5321300"/>
            <a:ext cx="923999"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0000"/>
              </a:buClr>
              <a:buSzPct val="25000"/>
              <a:buFont typeface="Cabin"/>
              <a:buNone/>
            </a:pPr>
            <a:r>
              <a:rPr lang="en-US" sz="3600" b="0" i="0" u="none" strike="noStrike" cap="none" baseline="0">
                <a:solidFill>
                  <a:schemeClr val="lt1"/>
                </a:solidFill>
                <a:latin typeface="Cabin"/>
                <a:ea typeface="Cabin"/>
                <a:cs typeface="Cabin"/>
                <a:sym typeface="Cabin"/>
              </a:rPr>
              <a:t>SQL</a:t>
            </a:r>
          </a:p>
        </p:txBody>
      </p:sp>
      <p:cxnSp>
        <p:nvCxnSpPr>
          <p:cNvPr id="142" name="Shape 142"/>
          <p:cNvCxnSpPr/>
          <p:nvPr/>
        </p:nvCxnSpPr>
        <p:spPr>
          <a:xfrm rot="10800000">
            <a:off x="5894387" y="4886187"/>
            <a:ext cx="0" cy="944700"/>
          </a:xfrm>
          <a:prstGeom prst="straightConnector1">
            <a:avLst/>
          </a:prstGeom>
          <a:noFill/>
          <a:ln w="63500" cap="rnd" cmpd="sng">
            <a:solidFill>
              <a:schemeClr val="lt1"/>
            </a:solidFill>
            <a:prstDash val="solid"/>
            <a:miter/>
            <a:headEnd type="stealth" w="med" len="med"/>
            <a:tailEnd type="stealth" w="med" len="med"/>
          </a:ln>
        </p:spPr>
      </p:cxnSp>
      <p:cxnSp>
        <p:nvCxnSpPr>
          <p:cNvPr id="143" name="Shape 143"/>
          <p:cNvCxnSpPr/>
          <p:nvPr/>
        </p:nvCxnSpPr>
        <p:spPr>
          <a:xfrm rot="10800000">
            <a:off x="2705162" y="3741737"/>
            <a:ext cx="1122299" cy="0"/>
          </a:xfrm>
          <a:prstGeom prst="straightConnector1">
            <a:avLst/>
          </a:prstGeom>
          <a:noFill/>
          <a:ln w="63500" cap="rnd" cmpd="sng">
            <a:solidFill>
              <a:schemeClr val="lt1"/>
            </a:solidFill>
            <a:prstDash val="solid"/>
            <a:miter/>
            <a:headEnd type="stealth" w="med" len="med"/>
            <a:tailEnd type="stealth" w="med" len="med"/>
          </a:ln>
        </p:spPr>
      </p:cxnSp>
      <p:cxnSp>
        <p:nvCxnSpPr>
          <p:cNvPr id="144" name="Shape 144"/>
          <p:cNvCxnSpPr/>
          <p:nvPr/>
        </p:nvCxnSpPr>
        <p:spPr>
          <a:xfrm rot="10800000">
            <a:off x="9982174" y="7721600"/>
            <a:ext cx="1120800" cy="0"/>
          </a:xfrm>
          <a:prstGeom prst="straightConnector1">
            <a:avLst/>
          </a:prstGeom>
          <a:noFill/>
          <a:ln w="63500" cap="rnd" cmpd="sng">
            <a:solidFill>
              <a:schemeClr val="lt1"/>
            </a:solidFill>
            <a:prstDash val="solid"/>
            <a:miter/>
            <a:headEnd type="stealth" w="med" len="med"/>
            <a:tailEnd type="stealth" w="med" len="med"/>
          </a:ln>
        </p:spPr>
      </p:cxnSp>
    </p:spTree>
  </p:cSld>
  <p:clrMapOvr>
    <a:masterClrMapping/>
  </p:clrMapOvr>
  <p:transition spd="slow">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Shape 149"/>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7600" b="0" i="0" u="none" strike="noStrike" cap="none" baseline="0">
                <a:solidFill>
                  <a:srgbClr val="FFFF00"/>
                </a:solidFill>
                <a:latin typeface="Cabin"/>
                <a:ea typeface="Cabin"/>
                <a:cs typeface="Cabin"/>
                <a:sym typeface="Cabin"/>
              </a:rPr>
              <a:t>Database Administrator (dba)</a:t>
            </a:r>
          </a:p>
        </p:txBody>
      </p:sp>
      <p:sp>
        <p:nvSpPr>
          <p:cNvPr id="150" name="Shape 150"/>
          <p:cNvSpPr txBox="1"/>
          <p:nvPr/>
        </p:nvSpPr>
        <p:spPr>
          <a:xfrm>
            <a:off x="3124200" y="8216900"/>
            <a:ext cx="10946099"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600" b="0" i="0" u="sng" strike="noStrike" cap="none" baseline="0">
                <a:solidFill>
                  <a:srgbClr val="FFFF00"/>
                </a:solidFill>
                <a:latin typeface="Cabin"/>
                <a:ea typeface="Cabin"/>
                <a:cs typeface="Cabin"/>
                <a:sym typeface="Cabin"/>
                <a:hlinkClick r:id="rId3"/>
              </a:rPr>
              <a:t>http://en.wikipedia.org/wiki/Database_administrator</a:t>
            </a:r>
          </a:p>
        </p:txBody>
      </p:sp>
      <p:sp>
        <p:nvSpPr>
          <p:cNvPr id="151" name="Shape 151"/>
          <p:cNvSpPr txBox="1"/>
          <p:nvPr/>
        </p:nvSpPr>
        <p:spPr>
          <a:xfrm>
            <a:off x="1513700" y="2489200"/>
            <a:ext cx="13117800" cy="49148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3600" b="0" i="0" u="none" strike="noStrike" cap="none" baseline="0">
                <a:solidFill>
                  <a:srgbClr val="00FF00"/>
                </a:solidFill>
                <a:latin typeface="Cabin"/>
                <a:ea typeface="Cabin"/>
                <a:cs typeface="Cabin"/>
                <a:sym typeface="Cabin"/>
              </a:rPr>
              <a:t>A database administrator (DBA) is a person responsible for the design, implementation, maintenance, and repair of an organization</a:t>
            </a:r>
            <a:r>
              <a:rPr lang="en-US" sz="3600">
                <a:solidFill>
                  <a:srgbClr val="00FF00"/>
                </a:solidFill>
                <a:latin typeface="Cabin"/>
                <a:ea typeface="Cabin"/>
                <a:cs typeface="Cabin"/>
                <a:sym typeface="Cabin"/>
              </a:rPr>
              <a:t>’</a:t>
            </a:r>
            <a:r>
              <a:rPr lang="en-US" sz="3600" b="0" i="0" u="none" strike="noStrike" cap="none" baseline="0">
                <a:solidFill>
                  <a:srgbClr val="00FF00"/>
                </a:solidFill>
                <a:latin typeface="Cabin"/>
                <a:ea typeface="Cabin"/>
                <a:cs typeface="Cabin"/>
                <a:sym typeface="Cabin"/>
              </a:rPr>
              <a:t>s database. The role includes the development and design of database strategies, monitoring and improving database performance and capacity, and planning for future expansion requirements. They may also plan, </a:t>
            </a:r>
            <a:r>
              <a:rPr lang="en-US" sz="3600">
                <a:solidFill>
                  <a:srgbClr val="00FF00"/>
                </a:solidFill>
                <a:latin typeface="Cabin"/>
                <a:ea typeface="Cabin"/>
                <a:cs typeface="Cabin"/>
                <a:sym typeface="Cabin"/>
              </a:rPr>
              <a:t>coordinate</a:t>
            </a:r>
            <a:r>
              <a:rPr lang="en-US" sz="3600" b="0" i="0" u="none" strike="noStrike" cap="none" baseline="0">
                <a:solidFill>
                  <a:srgbClr val="00FF00"/>
                </a:solidFill>
                <a:latin typeface="Cabin"/>
                <a:ea typeface="Cabin"/>
                <a:cs typeface="Cabin"/>
                <a:sym typeface="Cabin"/>
              </a:rPr>
              <a:t>, and implement security measures to safeguard the database.</a:t>
            </a:r>
          </a:p>
        </p:txBody>
      </p:sp>
    </p:spTree>
  </p:cSld>
  <p:clrMapOvr>
    <a:masterClrMapping/>
  </p:clrMapOvr>
  <p:transition spd="slow">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Shape 156"/>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b="0" i="0" u="none" strike="noStrike" cap="none" baseline="0">
                <a:solidFill>
                  <a:srgbClr val="00FF00"/>
                </a:solidFill>
                <a:latin typeface="Cabin"/>
                <a:ea typeface="Cabin"/>
                <a:cs typeface="Cabin"/>
                <a:sym typeface="Cabin"/>
              </a:rPr>
              <a:t>Database Model</a:t>
            </a:r>
          </a:p>
        </p:txBody>
      </p:sp>
      <p:sp>
        <p:nvSpPr>
          <p:cNvPr id="157" name="Shape 157"/>
          <p:cNvSpPr txBox="1"/>
          <p:nvPr/>
        </p:nvSpPr>
        <p:spPr>
          <a:xfrm>
            <a:off x="4182000" y="8192850"/>
            <a:ext cx="911490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600" b="0" i="0" u="sng" strike="noStrike" cap="none" baseline="0">
                <a:solidFill>
                  <a:srgbClr val="FFFF00"/>
                </a:solidFill>
                <a:latin typeface="Cabin"/>
                <a:ea typeface="Cabin"/>
                <a:cs typeface="Cabin"/>
                <a:sym typeface="Cabin"/>
                <a:hlinkClick r:id="rId3"/>
              </a:rPr>
              <a:t>http://en.wikipedia.org/wiki/Database_model</a:t>
            </a:r>
          </a:p>
        </p:txBody>
      </p:sp>
      <p:sp>
        <p:nvSpPr>
          <p:cNvPr id="158" name="Shape 158"/>
          <p:cNvSpPr txBox="1"/>
          <p:nvPr/>
        </p:nvSpPr>
        <p:spPr>
          <a:xfrm>
            <a:off x="2282825" y="2647950"/>
            <a:ext cx="11671199" cy="45464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800" b="0" i="0" u="none" strike="noStrike" cap="none" baseline="0">
                <a:solidFill>
                  <a:schemeClr val="lt1"/>
                </a:solidFill>
                <a:latin typeface="Cabin"/>
                <a:ea typeface="Cabin"/>
                <a:cs typeface="Cabin"/>
                <a:sym typeface="Cabin"/>
              </a:rPr>
              <a:t>A </a:t>
            </a:r>
            <a:r>
              <a:rPr lang="en-US" sz="3800" b="0" i="0" u="none" strike="noStrike" cap="none" baseline="0">
                <a:solidFill>
                  <a:srgbClr val="00FF00"/>
                </a:solidFill>
                <a:latin typeface="Cabin"/>
                <a:ea typeface="Cabin"/>
                <a:cs typeface="Cabin"/>
                <a:sym typeface="Cabin"/>
              </a:rPr>
              <a:t>database model</a:t>
            </a:r>
            <a:r>
              <a:rPr lang="en-US" sz="3800" b="0" i="0" u="none" strike="noStrike" cap="none" baseline="0">
                <a:solidFill>
                  <a:schemeClr val="lt1"/>
                </a:solidFill>
                <a:latin typeface="Cabin"/>
                <a:ea typeface="Cabin"/>
                <a:cs typeface="Cabin"/>
                <a:sym typeface="Cabin"/>
              </a:rPr>
              <a:t> or </a:t>
            </a:r>
            <a:r>
              <a:rPr lang="en-US" sz="3800" b="0" i="0" u="none" strike="noStrike" cap="none" baseline="0">
                <a:solidFill>
                  <a:srgbClr val="00FF00"/>
                </a:solidFill>
                <a:latin typeface="Cabin"/>
                <a:ea typeface="Cabin"/>
                <a:cs typeface="Cabin"/>
                <a:sym typeface="Cabin"/>
              </a:rPr>
              <a:t>database schema</a:t>
            </a:r>
            <a:r>
              <a:rPr lang="en-US" sz="3800" b="0" i="0" u="none" strike="noStrike" cap="none" baseline="0">
                <a:solidFill>
                  <a:schemeClr val="lt1"/>
                </a:solidFill>
                <a:latin typeface="Cabin"/>
                <a:ea typeface="Cabin"/>
                <a:cs typeface="Cabin"/>
                <a:sym typeface="Cabin"/>
              </a:rPr>
              <a:t> is the </a:t>
            </a:r>
            <a:r>
              <a:rPr lang="en-US" sz="3800" b="0" i="0" u="none" strike="noStrike" cap="none" baseline="0">
                <a:solidFill>
                  <a:srgbClr val="FF00FF"/>
                </a:solidFill>
                <a:latin typeface="Cabin"/>
                <a:ea typeface="Cabin"/>
                <a:cs typeface="Cabin"/>
                <a:sym typeface="Cabin"/>
              </a:rPr>
              <a:t>structure or format of a database</a:t>
            </a:r>
            <a:r>
              <a:rPr lang="en-US" sz="3800" b="0" i="0" u="none" strike="noStrike" cap="none" baseline="0">
                <a:solidFill>
                  <a:schemeClr val="lt1"/>
                </a:solidFill>
                <a:latin typeface="Cabin"/>
                <a:ea typeface="Cabin"/>
                <a:cs typeface="Cabin"/>
                <a:sym typeface="Cabin"/>
              </a:rPr>
              <a:t>, described in a formal language supported by the database management system, In other words, a </a:t>
            </a:r>
            <a:r>
              <a:rPr lang="en-US" sz="3800">
                <a:solidFill>
                  <a:schemeClr val="lt1"/>
                </a:solidFill>
                <a:latin typeface="Cabin"/>
                <a:ea typeface="Cabin"/>
                <a:cs typeface="Cabin"/>
                <a:sym typeface="Cabin"/>
              </a:rPr>
              <a:t>“</a:t>
            </a:r>
            <a:r>
              <a:rPr lang="en-US" sz="3800" b="0" i="0" u="none" strike="noStrike" cap="none" baseline="0">
                <a:solidFill>
                  <a:schemeClr val="lt1"/>
                </a:solidFill>
                <a:latin typeface="Cabin"/>
                <a:ea typeface="Cabin"/>
                <a:cs typeface="Cabin"/>
                <a:sym typeface="Cabin"/>
              </a:rPr>
              <a:t>database model</a:t>
            </a:r>
            <a:r>
              <a:rPr lang="en-US" sz="3800">
                <a:solidFill>
                  <a:schemeClr val="lt1"/>
                </a:solidFill>
                <a:latin typeface="Cabin"/>
                <a:ea typeface="Cabin"/>
                <a:cs typeface="Cabin"/>
                <a:sym typeface="Cabin"/>
              </a:rPr>
              <a:t>”</a:t>
            </a:r>
            <a:r>
              <a:rPr lang="en-US" sz="3800" b="0" i="0" u="none" strike="noStrike" cap="none" baseline="0">
                <a:solidFill>
                  <a:schemeClr val="lt1"/>
                </a:solidFill>
                <a:latin typeface="Cabin"/>
                <a:ea typeface="Cabin"/>
                <a:cs typeface="Cabin"/>
                <a:sym typeface="Cabin"/>
              </a:rPr>
              <a:t> is the application of a data model when used in conjunction with a database management system.</a:t>
            </a:r>
          </a:p>
        </p:txBody>
      </p:sp>
    </p:spTree>
  </p:cSld>
  <p:clrMapOvr>
    <a:masterClrMapping/>
  </p:clrMapOvr>
  <p:transition spd="slow">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Shape 163"/>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7600" b="0" i="0" u="none" strike="noStrike" cap="none" baseline="0">
                <a:solidFill>
                  <a:srgbClr val="FFFF00"/>
                </a:solidFill>
                <a:latin typeface="Cabin"/>
                <a:ea typeface="Cabin"/>
                <a:cs typeface="Cabin"/>
                <a:sym typeface="Cabin"/>
              </a:rPr>
              <a:t>SQL</a:t>
            </a:r>
          </a:p>
        </p:txBody>
      </p:sp>
      <p:sp>
        <p:nvSpPr>
          <p:cNvPr id="164" name="Shape 164"/>
          <p:cNvSpPr txBox="1">
            <a:spLocks noGrp="1"/>
          </p:cNvSpPr>
          <p:nvPr>
            <p:ph type="body" idx="1"/>
          </p:nvPr>
        </p:nvSpPr>
        <p:spPr>
          <a:xfrm>
            <a:off x="1155700" y="2603500"/>
            <a:ext cx="13931900" cy="5702299"/>
          </a:xfrm>
          <a:prstGeom prst="rect">
            <a:avLst/>
          </a:prstGeom>
          <a:noFill/>
          <a:ln>
            <a:noFill/>
          </a:ln>
        </p:spPr>
        <p:txBody>
          <a:bodyPr lIns="38100" tIns="38100" rIns="38100" bIns="38100" anchor="ctr" anchorCtr="0">
            <a:noAutofit/>
          </a:bodyPr>
          <a:lstStyle/>
          <a:p>
            <a:pPr marL="457200" marR="0" lvl="0" indent="-228600" algn="l" rtl="0">
              <a:lnSpc>
                <a:spcPct val="100000"/>
              </a:lnSpc>
              <a:spcBef>
                <a:spcPts val="0"/>
              </a:spcBef>
              <a:spcAft>
                <a:spcPts val="1000"/>
              </a:spcAft>
              <a:buSzPct val="100000"/>
              <a:buFont typeface="Cabin"/>
            </a:pPr>
            <a:r>
              <a:rPr lang="en-US" sz="3600" b="0" i="0" u="none" strike="noStrike" cap="none" baseline="0">
                <a:solidFill>
                  <a:srgbClr val="FFFF00"/>
                </a:solidFill>
                <a:latin typeface="Cabin"/>
                <a:ea typeface="Cabin"/>
                <a:cs typeface="Cabin"/>
                <a:sym typeface="Cabin"/>
              </a:rPr>
              <a:t>Structured Query Language</a:t>
            </a:r>
            <a:r>
              <a:rPr lang="en-US" sz="3600" b="0" i="0" u="none" strike="noStrike" cap="none" baseline="0">
                <a:solidFill>
                  <a:schemeClr val="lt1"/>
                </a:solidFill>
                <a:latin typeface="Cabin"/>
                <a:ea typeface="Cabin"/>
                <a:cs typeface="Cabin"/>
                <a:sym typeface="Cabin"/>
              </a:rPr>
              <a:t> is the language we use to issue commands to the database</a:t>
            </a:r>
          </a:p>
          <a:p>
            <a:pPr marL="914400" marR="0" lvl="1" indent="-228600" algn="l" rtl="0">
              <a:lnSpc>
                <a:spcPct val="100000"/>
              </a:lnSpc>
              <a:spcBef>
                <a:spcPts val="3500"/>
              </a:spcBef>
              <a:spcAft>
                <a:spcPts val="1000"/>
              </a:spcAft>
              <a:buSzPct val="100000"/>
              <a:buFont typeface="Cabin"/>
            </a:pPr>
            <a:r>
              <a:rPr lang="en-US" sz="3600" b="0" i="0" u="none" strike="noStrike" cap="none" baseline="0">
                <a:solidFill>
                  <a:schemeClr val="lt1"/>
                </a:solidFill>
                <a:latin typeface="Cabin"/>
                <a:ea typeface="Cabin"/>
                <a:cs typeface="Cabin"/>
                <a:sym typeface="Cabin"/>
              </a:rPr>
              <a:t>Create a table</a:t>
            </a:r>
          </a:p>
          <a:p>
            <a:pPr marL="914400" marR="0" lvl="1" indent="-228600" algn="l" rtl="0">
              <a:lnSpc>
                <a:spcPct val="100000"/>
              </a:lnSpc>
              <a:spcBef>
                <a:spcPts val="3500"/>
              </a:spcBef>
              <a:spcAft>
                <a:spcPts val="1000"/>
              </a:spcAft>
              <a:buSzPct val="100000"/>
              <a:buFont typeface="Cabin"/>
            </a:pPr>
            <a:r>
              <a:rPr lang="en-US" sz="3600" b="0" i="0" u="none" strike="noStrike" cap="none" baseline="0">
                <a:solidFill>
                  <a:schemeClr val="lt1"/>
                </a:solidFill>
                <a:latin typeface="Cabin"/>
                <a:ea typeface="Cabin"/>
                <a:cs typeface="Cabin"/>
                <a:sym typeface="Cabin"/>
              </a:rPr>
              <a:t>Retrieve some data</a:t>
            </a:r>
          </a:p>
          <a:p>
            <a:pPr marL="914400" marR="0" lvl="1" indent="-228600" algn="l" rtl="0">
              <a:lnSpc>
                <a:spcPct val="100000"/>
              </a:lnSpc>
              <a:spcBef>
                <a:spcPts val="3500"/>
              </a:spcBef>
              <a:spcAft>
                <a:spcPts val="1000"/>
              </a:spcAft>
              <a:buSzPct val="100000"/>
              <a:buFont typeface="Cabin"/>
            </a:pPr>
            <a:r>
              <a:rPr lang="en-US" sz="3600" b="0" i="0" u="none" strike="noStrike" cap="none" baseline="0">
                <a:solidFill>
                  <a:schemeClr val="lt1"/>
                </a:solidFill>
                <a:latin typeface="Cabin"/>
                <a:ea typeface="Cabin"/>
                <a:cs typeface="Cabin"/>
                <a:sym typeface="Cabin"/>
              </a:rPr>
              <a:t>Insert data</a:t>
            </a:r>
          </a:p>
          <a:p>
            <a:pPr marL="914400" marR="0" lvl="1" indent="-228600" algn="l" rtl="0">
              <a:lnSpc>
                <a:spcPct val="100000"/>
              </a:lnSpc>
              <a:spcBef>
                <a:spcPts val="3500"/>
              </a:spcBef>
              <a:spcAft>
                <a:spcPts val="1000"/>
              </a:spcAft>
              <a:buSzPct val="100000"/>
              <a:buFont typeface="Cabin"/>
            </a:pPr>
            <a:r>
              <a:rPr lang="en-US" sz="3600" b="0" i="0" u="none" strike="noStrike" cap="none" baseline="0">
                <a:solidFill>
                  <a:schemeClr val="lt1"/>
                </a:solidFill>
                <a:latin typeface="Cabin"/>
                <a:ea typeface="Cabin"/>
                <a:cs typeface="Cabin"/>
                <a:sym typeface="Cabin"/>
              </a:rPr>
              <a:t>Delete data </a:t>
            </a:r>
          </a:p>
        </p:txBody>
      </p:sp>
      <p:sp>
        <p:nvSpPr>
          <p:cNvPr id="165" name="Shape 165"/>
          <p:cNvSpPr txBox="1"/>
          <p:nvPr/>
        </p:nvSpPr>
        <p:spPr>
          <a:xfrm>
            <a:off x="4988525" y="8255000"/>
            <a:ext cx="7478699"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sng" strike="noStrike" cap="none" baseline="0">
                <a:solidFill>
                  <a:srgbClr val="FFFF00"/>
                </a:solidFill>
                <a:latin typeface="Cabin"/>
                <a:ea typeface="Cabin"/>
                <a:cs typeface="Cabin"/>
                <a:sym typeface="Cabin"/>
                <a:hlinkClick r:id="rId3"/>
              </a:rPr>
              <a:t>http://en.wikipedia.org/wiki/SQL</a:t>
            </a:r>
          </a:p>
        </p:txBody>
      </p:sp>
    </p:spTree>
  </p:cSld>
  <p:clrMapOvr>
    <a:masterClrMapping/>
  </p:clrMapOvr>
  <p:transition spd="slow">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Shape 170"/>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b="0" i="0" u="none" strike="noStrike" cap="none" baseline="0">
                <a:solidFill>
                  <a:srgbClr val="00FF00"/>
                </a:solidFill>
                <a:latin typeface="Cabin"/>
                <a:ea typeface="Cabin"/>
                <a:cs typeface="Cabin"/>
                <a:sym typeface="Cabin"/>
              </a:rPr>
              <a:t>Common Database Systems</a:t>
            </a:r>
          </a:p>
        </p:txBody>
      </p:sp>
      <p:sp>
        <p:nvSpPr>
          <p:cNvPr id="171" name="Shape 171"/>
          <p:cNvSpPr txBox="1">
            <a:spLocks noGrp="1"/>
          </p:cNvSpPr>
          <p:nvPr>
            <p:ph type="body" idx="1"/>
          </p:nvPr>
        </p:nvSpPr>
        <p:spPr>
          <a:xfrm>
            <a:off x="1155700" y="2603500"/>
            <a:ext cx="13931900" cy="5702299"/>
          </a:xfrm>
          <a:prstGeom prst="rect">
            <a:avLst/>
          </a:prstGeom>
          <a:noFill/>
          <a:ln>
            <a:noFill/>
          </a:ln>
        </p:spPr>
        <p:txBody>
          <a:bodyPr lIns="38100" tIns="38100" rIns="38100" bIns="38100" anchor="ctr" anchorCtr="0">
            <a:noAutofit/>
          </a:bodyPr>
          <a:lstStyle/>
          <a:p>
            <a:pPr marL="457200" marR="0" lvl="0" indent="-228600" algn="l" rtl="0">
              <a:lnSpc>
                <a:spcPct val="100000"/>
              </a:lnSpc>
              <a:spcBef>
                <a:spcPts val="1000"/>
              </a:spcBef>
              <a:spcAft>
                <a:spcPts val="0"/>
              </a:spcAft>
              <a:buSzPct val="100000"/>
            </a:pPr>
            <a:r>
              <a:rPr lang="en-US" sz="3600" b="0" i="0" u="none" strike="noStrike" cap="none" baseline="0">
                <a:solidFill>
                  <a:schemeClr val="lt1"/>
                </a:solidFill>
                <a:latin typeface="Cabin"/>
                <a:ea typeface="Cabin"/>
                <a:cs typeface="Cabin"/>
                <a:sym typeface="Cabin"/>
              </a:rPr>
              <a:t>Three Major Database Management Systems in wide use</a:t>
            </a:r>
          </a:p>
          <a:p>
            <a:pPr marL="914400" marR="0" lvl="1" indent="-228600" algn="l" rtl="0">
              <a:lnSpc>
                <a:spcPct val="100000"/>
              </a:lnSpc>
              <a:spcBef>
                <a:spcPts val="1000"/>
              </a:spcBef>
              <a:spcAft>
                <a:spcPts val="0"/>
              </a:spcAft>
              <a:buSzPct val="100000"/>
            </a:pPr>
            <a:r>
              <a:rPr lang="en-US" sz="3600" b="0" i="0" u="none" strike="noStrike" cap="none" baseline="0">
                <a:solidFill>
                  <a:srgbClr val="00FF00"/>
                </a:solidFill>
                <a:latin typeface="Cabin"/>
                <a:ea typeface="Cabin"/>
                <a:cs typeface="Cabin"/>
                <a:sym typeface="Cabin"/>
              </a:rPr>
              <a:t>Oracle</a:t>
            </a:r>
            <a:r>
              <a:rPr lang="en-US" sz="3600" b="0" i="0" u="none" strike="noStrike" cap="none" baseline="0">
                <a:solidFill>
                  <a:schemeClr val="lt1"/>
                </a:solidFill>
                <a:latin typeface="Cabin"/>
                <a:ea typeface="Cabin"/>
                <a:cs typeface="Cabin"/>
                <a:sym typeface="Cabin"/>
              </a:rPr>
              <a:t> - Large, commercial, enterprise-scale, very very tweakable</a:t>
            </a:r>
          </a:p>
          <a:p>
            <a:pPr marL="914400" marR="0" lvl="1" indent="-228600" algn="l" rtl="0">
              <a:lnSpc>
                <a:spcPct val="100000"/>
              </a:lnSpc>
              <a:spcBef>
                <a:spcPts val="1000"/>
              </a:spcBef>
              <a:spcAft>
                <a:spcPts val="0"/>
              </a:spcAft>
              <a:buSzPct val="100000"/>
            </a:pPr>
            <a:r>
              <a:rPr lang="en-US" sz="3600" b="0" i="0" u="none" strike="noStrike" cap="none" baseline="0">
                <a:solidFill>
                  <a:srgbClr val="00FF00"/>
                </a:solidFill>
                <a:latin typeface="Cabin"/>
                <a:ea typeface="Cabin"/>
                <a:cs typeface="Cabin"/>
                <a:sym typeface="Cabin"/>
              </a:rPr>
              <a:t>MySql</a:t>
            </a:r>
            <a:r>
              <a:rPr lang="en-US" sz="3600" b="0" i="0" u="none" strike="noStrike" cap="none" baseline="0">
                <a:solidFill>
                  <a:schemeClr val="lt1"/>
                </a:solidFill>
                <a:latin typeface="Cabin"/>
                <a:ea typeface="Cabin"/>
                <a:cs typeface="Cabin"/>
                <a:sym typeface="Cabin"/>
              </a:rPr>
              <a:t> - Simpler but very fast and scalable - commercial open source</a:t>
            </a:r>
          </a:p>
          <a:p>
            <a:pPr marL="914400" marR="0" lvl="1" indent="-228600" algn="l" rtl="0">
              <a:lnSpc>
                <a:spcPct val="100000"/>
              </a:lnSpc>
              <a:spcBef>
                <a:spcPts val="1000"/>
              </a:spcBef>
              <a:spcAft>
                <a:spcPts val="0"/>
              </a:spcAft>
              <a:buSzPct val="100000"/>
            </a:pPr>
            <a:r>
              <a:rPr lang="en-US" sz="3600" b="0" i="0" u="none" strike="noStrike" cap="none" baseline="0">
                <a:solidFill>
                  <a:srgbClr val="00FF00"/>
                </a:solidFill>
                <a:latin typeface="Cabin"/>
                <a:ea typeface="Cabin"/>
                <a:cs typeface="Cabin"/>
                <a:sym typeface="Cabin"/>
              </a:rPr>
              <a:t>SqlServer</a:t>
            </a:r>
            <a:r>
              <a:rPr lang="en-US" sz="3600" b="0" i="0" u="none" strike="noStrike" cap="none" baseline="0">
                <a:solidFill>
                  <a:schemeClr val="lt1"/>
                </a:solidFill>
                <a:latin typeface="Cabin"/>
                <a:ea typeface="Cabin"/>
                <a:cs typeface="Cabin"/>
                <a:sym typeface="Cabin"/>
              </a:rPr>
              <a:t> - Very nice - from Microsoft (also Access)</a:t>
            </a:r>
          </a:p>
          <a:p>
            <a:pPr marL="457200" marR="0" lvl="0" indent="-228600" algn="l" rtl="0">
              <a:lnSpc>
                <a:spcPct val="100000"/>
              </a:lnSpc>
              <a:spcBef>
                <a:spcPts val="1000"/>
              </a:spcBef>
              <a:spcAft>
                <a:spcPts val="0"/>
              </a:spcAft>
              <a:buSzPct val="100000"/>
            </a:pPr>
            <a:r>
              <a:rPr lang="en-US" sz="3600" b="0" i="0" u="none" strike="noStrike" cap="none" baseline="0">
                <a:solidFill>
                  <a:schemeClr val="lt1"/>
                </a:solidFill>
                <a:latin typeface="Cabin"/>
                <a:ea typeface="Cabin"/>
                <a:cs typeface="Cabin"/>
                <a:sym typeface="Cabin"/>
              </a:rPr>
              <a:t>Many other smaller projects, free and open source</a:t>
            </a:r>
          </a:p>
          <a:p>
            <a:pPr marL="914400" marR="0" lvl="1" indent="-228600" algn="l" rtl="0">
              <a:lnSpc>
                <a:spcPct val="100000"/>
              </a:lnSpc>
              <a:spcBef>
                <a:spcPts val="1000"/>
              </a:spcBef>
              <a:spcAft>
                <a:spcPts val="0"/>
              </a:spcAft>
              <a:buSzPct val="100000"/>
            </a:pPr>
            <a:r>
              <a:rPr lang="en-US" sz="3600" b="0" i="0" u="none" strike="noStrike" cap="none" baseline="0">
                <a:solidFill>
                  <a:schemeClr val="lt1"/>
                </a:solidFill>
                <a:latin typeface="Cabin"/>
                <a:ea typeface="Cabin"/>
                <a:cs typeface="Cabin"/>
                <a:sym typeface="Cabin"/>
              </a:rPr>
              <a:t>HSQL, </a:t>
            </a:r>
            <a:r>
              <a:rPr lang="en-US" sz="3600" b="0" i="0" u="none" strike="noStrike" cap="none" baseline="0">
                <a:solidFill>
                  <a:srgbClr val="00FF00"/>
                </a:solidFill>
                <a:latin typeface="Cabin"/>
                <a:ea typeface="Cabin"/>
                <a:cs typeface="Cabin"/>
                <a:sym typeface="Cabin"/>
              </a:rPr>
              <a:t>SQLite</a:t>
            </a:r>
            <a:r>
              <a:rPr lang="en-US" sz="3600" b="0" i="0" u="none" strike="noStrike" cap="none" baseline="0">
                <a:solidFill>
                  <a:schemeClr val="lt1"/>
                </a:solidFill>
                <a:latin typeface="Cabin"/>
                <a:ea typeface="Cabin"/>
                <a:cs typeface="Cabin"/>
                <a:sym typeface="Cabin"/>
              </a:rPr>
              <a:t>, Postgress, ... </a:t>
            </a:r>
          </a:p>
        </p:txBody>
      </p:sp>
    </p:spTree>
  </p:cSld>
  <p:clrMapOvr>
    <a:masterClrMapping/>
  </p:clrMapOvr>
  <p:transition spd="slow">
    <p:cu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Shape 176"/>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b="0" i="0" u="none" strike="noStrike" cap="none" baseline="0">
                <a:solidFill>
                  <a:srgbClr val="00FF00"/>
                </a:solidFill>
                <a:latin typeface="Cabin"/>
                <a:ea typeface="Cabin"/>
                <a:cs typeface="Cabin"/>
                <a:sym typeface="Cabin"/>
              </a:rPr>
              <a:t>SQLite Database Manager</a:t>
            </a:r>
          </a:p>
        </p:txBody>
      </p:sp>
      <p:sp>
        <p:nvSpPr>
          <p:cNvPr id="177" name="Shape 177"/>
          <p:cNvSpPr txBox="1">
            <a:spLocks noGrp="1"/>
          </p:cNvSpPr>
          <p:nvPr>
            <p:ph type="body" idx="1"/>
          </p:nvPr>
        </p:nvSpPr>
        <p:spPr>
          <a:xfrm>
            <a:off x="1155700" y="2603500"/>
            <a:ext cx="14497800" cy="5702399"/>
          </a:xfrm>
          <a:prstGeom prst="rect">
            <a:avLst/>
          </a:prstGeom>
          <a:noFill/>
          <a:ln>
            <a:noFill/>
          </a:ln>
        </p:spPr>
        <p:txBody>
          <a:bodyPr lIns="38100" tIns="38100" rIns="38100" bIns="38100" anchor="ctr" anchorCtr="0">
            <a:noAutofit/>
          </a:bodyPr>
          <a:lstStyle/>
          <a:p>
            <a:pPr marL="457200" marR="0" lvl="0" indent="-228600" algn="l" rtl="0">
              <a:lnSpc>
                <a:spcPct val="100000"/>
              </a:lnSpc>
              <a:spcBef>
                <a:spcPts val="0"/>
              </a:spcBef>
              <a:spcAft>
                <a:spcPts val="1000"/>
              </a:spcAft>
              <a:buSzPct val="100000"/>
              <a:buFont typeface="Cabin"/>
            </a:pPr>
            <a:r>
              <a:rPr lang="en-US" sz="3600" b="0" i="0" u="none" strike="noStrike" cap="none" baseline="0">
                <a:solidFill>
                  <a:schemeClr val="lt1"/>
                </a:solidFill>
                <a:latin typeface="Cabin"/>
                <a:ea typeface="Cabin"/>
                <a:cs typeface="Cabin"/>
                <a:sym typeface="Cabin"/>
              </a:rPr>
              <a:t>SQLite is a very popular database - it is free and fast and small</a:t>
            </a:r>
          </a:p>
          <a:p>
            <a:pPr marL="457200" marR="0" lvl="0" indent="-228600" algn="l" rtl="0">
              <a:lnSpc>
                <a:spcPct val="100000"/>
              </a:lnSpc>
              <a:spcBef>
                <a:spcPts val="3500"/>
              </a:spcBef>
              <a:spcAft>
                <a:spcPts val="1000"/>
              </a:spcAft>
              <a:buSzPct val="100000"/>
              <a:buFont typeface="Cabin"/>
            </a:pPr>
            <a:r>
              <a:rPr lang="en-US" sz="3600" b="0" i="0" u="none" strike="noStrike" cap="none" baseline="0">
                <a:solidFill>
                  <a:schemeClr val="lt1"/>
                </a:solidFill>
                <a:latin typeface="Cabin"/>
                <a:ea typeface="Cabin"/>
                <a:cs typeface="Cabin"/>
                <a:sym typeface="Cabin"/>
              </a:rPr>
              <a:t>We have a Fire</a:t>
            </a:r>
            <a:r>
              <a:rPr lang="en-US" sz="3600">
                <a:solidFill>
                  <a:schemeClr val="lt1"/>
                </a:solidFill>
                <a:latin typeface="Cabin"/>
                <a:ea typeface="Cabin"/>
                <a:cs typeface="Cabin"/>
                <a:sym typeface="Cabin"/>
              </a:rPr>
              <a:t>f</a:t>
            </a:r>
            <a:r>
              <a:rPr lang="en-US" sz="3600" b="0" i="0" u="none" strike="noStrike" cap="none" baseline="0">
                <a:solidFill>
                  <a:schemeClr val="lt1"/>
                </a:solidFill>
                <a:latin typeface="Cabin"/>
                <a:ea typeface="Cabin"/>
                <a:cs typeface="Cabin"/>
                <a:sym typeface="Cabin"/>
              </a:rPr>
              <a:t>ox plugin to manipulate SQLite databases</a:t>
            </a:r>
          </a:p>
          <a:p>
            <a:pPr marL="914400" marR="0" lvl="1" indent="-228600" algn="l" rtl="0">
              <a:lnSpc>
                <a:spcPct val="100000"/>
              </a:lnSpc>
              <a:spcBef>
                <a:spcPts val="3500"/>
              </a:spcBef>
              <a:spcAft>
                <a:spcPts val="1000"/>
              </a:spcAft>
              <a:buSzPct val="100000"/>
              <a:buFont typeface="Cabin"/>
            </a:pPr>
            <a:r>
              <a:rPr lang="en-US" sz="3600" b="0" i="0" u="sng" strike="noStrike" cap="none" baseline="0">
                <a:solidFill>
                  <a:schemeClr val="lt1"/>
                </a:solidFill>
                <a:latin typeface="Cabin"/>
                <a:ea typeface="Cabin"/>
                <a:cs typeface="Cabin"/>
                <a:sym typeface="Cabin"/>
                <a:hlinkClick r:id="rId3"/>
              </a:rPr>
              <a:t>https://addons.mozilla.org/en-US/firefox/addon/sqlite-manager/</a:t>
            </a:r>
          </a:p>
          <a:p>
            <a:pPr marL="457200" marR="0" lvl="0" indent="-228600" algn="l" rtl="0">
              <a:lnSpc>
                <a:spcPct val="100000"/>
              </a:lnSpc>
              <a:spcBef>
                <a:spcPts val="3500"/>
              </a:spcBef>
              <a:spcAft>
                <a:spcPts val="1000"/>
              </a:spcAft>
              <a:buSzPct val="100000"/>
              <a:buFont typeface="Cabin"/>
            </a:pPr>
            <a:r>
              <a:rPr lang="en-US" sz="3600" b="0" i="0" u="none" strike="noStrike" cap="none" baseline="0">
                <a:solidFill>
                  <a:schemeClr val="lt1"/>
                </a:solidFill>
                <a:latin typeface="Cabin"/>
                <a:ea typeface="Cabin"/>
                <a:cs typeface="Cabin"/>
                <a:sym typeface="Cabin"/>
              </a:rPr>
              <a:t>SQLite is embedded in Python and a number of other languages</a:t>
            </a:r>
          </a:p>
        </p:txBody>
      </p:sp>
    </p:spTree>
  </p:cSld>
  <p:clrMapOvr>
    <a:masterClrMapping/>
  </p:clrMapOvr>
  <p:transition spd="slow">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Shape 182"/>
          <p:cNvSpPr txBox="1">
            <a:spLocks noGrp="1"/>
          </p:cNvSpPr>
          <p:nvPr>
            <p:ph type="title"/>
          </p:nvPr>
        </p:nvSpPr>
        <p:spPr>
          <a:xfrm>
            <a:off x="1155700" y="241300"/>
            <a:ext cx="13931900" cy="19811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b="0" i="0" u="none" strike="noStrike" cap="none" baseline="0">
                <a:solidFill>
                  <a:schemeClr val="lt1"/>
                </a:solidFill>
                <a:latin typeface="Cabin"/>
                <a:ea typeface="Cabin"/>
                <a:cs typeface="Cabin"/>
                <a:sym typeface="Cabin"/>
              </a:rPr>
              <a:t>SQLite is in lots of software...</a:t>
            </a:r>
          </a:p>
        </p:txBody>
      </p:sp>
      <p:sp>
        <p:nvSpPr>
          <p:cNvPr id="183" name="Shape 183"/>
          <p:cNvSpPr txBox="1"/>
          <p:nvPr/>
        </p:nvSpPr>
        <p:spPr>
          <a:xfrm>
            <a:off x="4267200" y="8204200"/>
            <a:ext cx="8063399"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sng" strike="noStrike" cap="none" baseline="0">
                <a:solidFill>
                  <a:srgbClr val="FFFF00"/>
                </a:solidFill>
                <a:latin typeface="Cabin"/>
                <a:ea typeface="Cabin"/>
                <a:cs typeface="Cabin"/>
                <a:sym typeface="Cabin"/>
                <a:hlinkClick r:id="rId3"/>
              </a:rPr>
              <a:t>http://www.sqlite.org/famous.html</a:t>
            </a:r>
          </a:p>
        </p:txBody>
      </p:sp>
      <p:pic>
        <p:nvPicPr>
          <p:cNvPr id="184" name="Shape 184"/>
          <p:cNvPicPr preferRelativeResize="0"/>
          <p:nvPr/>
        </p:nvPicPr>
        <p:blipFill rotWithShape="1">
          <a:blip r:embed="rId4">
            <a:alphaModFix/>
          </a:blip>
          <a:srcRect/>
          <a:stretch/>
        </p:blipFill>
        <p:spPr>
          <a:xfrm>
            <a:off x="12801600" y="4686300"/>
            <a:ext cx="2730500" cy="1219199"/>
          </a:xfrm>
          <a:prstGeom prst="rect">
            <a:avLst/>
          </a:prstGeom>
          <a:noFill/>
          <a:ln>
            <a:noFill/>
          </a:ln>
        </p:spPr>
      </p:pic>
      <p:pic>
        <p:nvPicPr>
          <p:cNvPr id="185" name="Shape 185"/>
          <p:cNvPicPr preferRelativeResize="0"/>
          <p:nvPr/>
        </p:nvPicPr>
        <p:blipFill rotWithShape="1">
          <a:blip r:embed="rId5">
            <a:alphaModFix/>
          </a:blip>
          <a:srcRect/>
          <a:stretch/>
        </p:blipFill>
        <p:spPr>
          <a:xfrm>
            <a:off x="685800" y="7277100"/>
            <a:ext cx="2730500" cy="381000"/>
          </a:xfrm>
          <a:prstGeom prst="rect">
            <a:avLst/>
          </a:prstGeom>
          <a:noFill/>
          <a:ln>
            <a:noFill/>
          </a:ln>
        </p:spPr>
      </p:pic>
      <p:pic>
        <p:nvPicPr>
          <p:cNvPr id="186" name="Shape 186"/>
          <p:cNvPicPr preferRelativeResize="0"/>
          <p:nvPr/>
        </p:nvPicPr>
        <p:blipFill rotWithShape="1">
          <a:blip r:embed="rId6">
            <a:alphaModFix/>
          </a:blip>
          <a:srcRect/>
          <a:stretch/>
        </p:blipFill>
        <p:spPr>
          <a:xfrm>
            <a:off x="3340100" y="2336800"/>
            <a:ext cx="2730500" cy="812799"/>
          </a:xfrm>
          <a:prstGeom prst="rect">
            <a:avLst/>
          </a:prstGeom>
          <a:noFill/>
          <a:ln>
            <a:noFill/>
          </a:ln>
        </p:spPr>
      </p:pic>
      <p:pic>
        <p:nvPicPr>
          <p:cNvPr id="187" name="Shape 187"/>
          <p:cNvPicPr preferRelativeResize="0"/>
          <p:nvPr/>
        </p:nvPicPr>
        <p:blipFill rotWithShape="1">
          <a:blip r:embed="rId7">
            <a:alphaModFix/>
          </a:blip>
          <a:srcRect/>
          <a:stretch/>
        </p:blipFill>
        <p:spPr>
          <a:xfrm>
            <a:off x="8801100" y="6159500"/>
            <a:ext cx="2730500" cy="762000"/>
          </a:xfrm>
          <a:prstGeom prst="rect">
            <a:avLst/>
          </a:prstGeom>
          <a:noFill/>
          <a:ln>
            <a:noFill/>
          </a:ln>
        </p:spPr>
      </p:pic>
      <p:pic>
        <p:nvPicPr>
          <p:cNvPr id="188" name="Shape 188"/>
          <p:cNvPicPr preferRelativeResize="0"/>
          <p:nvPr/>
        </p:nvPicPr>
        <p:blipFill rotWithShape="1">
          <a:blip r:embed="rId8">
            <a:alphaModFix/>
          </a:blip>
          <a:srcRect/>
          <a:stretch/>
        </p:blipFill>
        <p:spPr>
          <a:xfrm>
            <a:off x="406400" y="3644900"/>
            <a:ext cx="2730500" cy="838199"/>
          </a:xfrm>
          <a:prstGeom prst="rect">
            <a:avLst/>
          </a:prstGeom>
          <a:noFill/>
          <a:ln>
            <a:noFill/>
          </a:ln>
        </p:spPr>
      </p:pic>
      <p:pic>
        <p:nvPicPr>
          <p:cNvPr id="189" name="Shape 189"/>
          <p:cNvPicPr preferRelativeResize="0"/>
          <p:nvPr/>
        </p:nvPicPr>
        <p:blipFill rotWithShape="1">
          <a:blip r:embed="rId9">
            <a:alphaModFix/>
          </a:blip>
          <a:srcRect/>
          <a:stretch/>
        </p:blipFill>
        <p:spPr>
          <a:xfrm>
            <a:off x="5562600" y="3492500"/>
            <a:ext cx="2730500" cy="1143000"/>
          </a:xfrm>
          <a:prstGeom prst="rect">
            <a:avLst/>
          </a:prstGeom>
          <a:noFill/>
          <a:ln>
            <a:noFill/>
          </a:ln>
        </p:spPr>
      </p:pic>
      <p:pic>
        <p:nvPicPr>
          <p:cNvPr id="190" name="Shape 190"/>
          <p:cNvPicPr preferRelativeResize="0"/>
          <p:nvPr/>
        </p:nvPicPr>
        <p:blipFill rotWithShape="1">
          <a:blip r:embed="rId10">
            <a:alphaModFix/>
          </a:blip>
          <a:srcRect/>
          <a:stretch/>
        </p:blipFill>
        <p:spPr>
          <a:xfrm>
            <a:off x="1257300" y="4787900"/>
            <a:ext cx="2730500" cy="508000"/>
          </a:xfrm>
          <a:prstGeom prst="rect">
            <a:avLst/>
          </a:prstGeom>
          <a:noFill/>
          <a:ln>
            <a:noFill/>
          </a:ln>
        </p:spPr>
      </p:pic>
      <p:pic>
        <p:nvPicPr>
          <p:cNvPr id="191" name="Shape 191"/>
          <p:cNvPicPr preferRelativeResize="0"/>
          <p:nvPr/>
        </p:nvPicPr>
        <p:blipFill rotWithShape="1">
          <a:blip r:embed="rId11">
            <a:alphaModFix/>
          </a:blip>
          <a:srcRect/>
          <a:stretch/>
        </p:blipFill>
        <p:spPr>
          <a:xfrm>
            <a:off x="7327900" y="2400300"/>
            <a:ext cx="2730500" cy="673099"/>
          </a:xfrm>
          <a:prstGeom prst="rect">
            <a:avLst/>
          </a:prstGeom>
          <a:noFill/>
          <a:ln>
            <a:noFill/>
          </a:ln>
        </p:spPr>
      </p:pic>
      <p:pic>
        <p:nvPicPr>
          <p:cNvPr id="192" name="Shape 192"/>
          <p:cNvPicPr preferRelativeResize="0"/>
          <p:nvPr/>
        </p:nvPicPr>
        <p:blipFill rotWithShape="1">
          <a:blip r:embed="rId12">
            <a:alphaModFix/>
          </a:blip>
          <a:srcRect/>
          <a:stretch/>
        </p:blipFill>
        <p:spPr>
          <a:xfrm>
            <a:off x="5372100" y="5283200"/>
            <a:ext cx="2730500" cy="1130299"/>
          </a:xfrm>
          <a:prstGeom prst="rect">
            <a:avLst/>
          </a:prstGeom>
          <a:noFill/>
          <a:ln>
            <a:noFill/>
          </a:ln>
        </p:spPr>
      </p:pic>
      <p:pic>
        <p:nvPicPr>
          <p:cNvPr id="193" name="Shape 193"/>
          <p:cNvPicPr preferRelativeResize="0"/>
          <p:nvPr/>
        </p:nvPicPr>
        <p:blipFill rotWithShape="1">
          <a:blip r:embed="rId13">
            <a:alphaModFix/>
          </a:blip>
          <a:srcRect/>
          <a:stretch/>
        </p:blipFill>
        <p:spPr>
          <a:xfrm>
            <a:off x="2108200" y="5715000"/>
            <a:ext cx="2730500" cy="952499"/>
          </a:xfrm>
          <a:prstGeom prst="rect">
            <a:avLst/>
          </a:prstGeom>
          <a:noFill/>
          <a:ln>
            <a:noFill/>
          </a:ln>
        </p:spPr>
      </p:pic>
      <p:pic>
        <p:nvPicPr>
          <p:cNvPr id="194" name="Shape 194"/>
          <p:cNvPicPr preferRelativeResize="0"/>
          <p:nvPr/>
        </p:nvPicPr>
        <p:blipFill rotWithShape="1">
          <a:blip r:embed="rId14">
            <a:alphaModFix/>
          </a:blip>
          <a:srcRect/>
          <a:stretch/>
        </p:blipFill>
        <p:spPr>
          <a:xfrm>
            <a:off x="9207500" y="4356100"/>
            <a:ext cx="2730500" cy="965199"/>
          </a:xfrm>
          <a:prstGeom prst="rect">
            <a:avLst/>
          </a:prstGeom>
          <a:noFill/>
          <a:ln>
            <a:noFill/>
          </a:ln>
        </p:spPr>
      </p:pic>
      <p:pic>
        <p:nvPicPr>
          <p:cNvPr id="195" name="Shape 195"/>
          <p:cNvPicPr preferRelativeResize="0"/>
          <p:nvPr/>
        </p:nvPicPr>
        <p:blipFill rotWithShape="1">
          <a:blip r:embed="rId15">
            <a:alphaModFix/>
          </a:blip>
          <a:srcRect/>
          <a:stretch/>
        </p:blipFill>
        <p:spPr>
          <a:xfrm>
            <a:off x="11988800" y="6629400"/>
            <a:ext cx="2730500" cy="698500"/>
          </a:xfrm>
          <a:prstGeom prst="rect">
            <a:avLst/>
          </a:prstGeom>
          <a:noFill/>
          <a:ln>
            <a:noFill/>
          </a:ln>
        </p:spPr>
      </p:pic>
      <p:pic>
        <p:nvPicPr>
          <p:cNvPr id="196" name="Shape 196"/>
          <p:cNvPicPr preferRelativeResize="0"/>
          <p:nvPr/>
        </p:nvPicPr>
        <p:blipFill rotWithShape="1">
          <a:blip r:embed="rId16">
            <a:alphaModFix/>
          </a:blip>
          <a:srcRect/>
          <a:stretch/>
        </p:blipFill>
        <p:spPr>
          <a:xfrm>
            <a:off x="11607800" y="2501900"/>
            <a:ext cx="2730500" cy="1270000"/>
          </a:xfrm>
          <a:prstGeom prst="rect">
            <a:avLst/>
          </a:prstGeom>
          <a:noFill/>
          <a:ln>
            <a:noFill/>
          </a:ln>
        </p:spPr>
      </p:pic>
      <p:pic>
        <p:nvPicPr>
          <p:cNvPr id="197" name="Shape 197"/>
          <p:cNvPicPr preferRelativeResize="0"/>
          <p:nvPr/>
        </p:nvPicPr>
        <p:blipFill rotWithShape="1">
          <a:blip r:embed="rId17">
            <a:alphaModFix/>
          </a:blip>
          <a:srcRect/>
          <a:stretch/>
        </p:blipFill>
        <p:spPr>
          <a:xfrm>
            <a:off x="5372100" y="7099300"/>
            <a:ext cx="2730500" cy="723900"/>
          </a:xfrm>
          <a:prstGeom prst="rect">
            <a:avLst/>
          </a:prstGeom>
          <a:noFill/>
          <a:ln>
            <a:noFill/>
          </a:ln>
        </p:spPr>
      </p:pic>
    </p:spTree>
  </p:cSld>
  <p:clrMapOvr>
    <a:masterClrMapping/>
  </p:clrMapOvr>
  <p:transition spd="slow">
    <p:cu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pic>
        <p:nvPicPr>
          <p:cNvPr id="202" name="Shape 202"/>
          <p:cNvPicPr preferRelativeResize="0"/>
          <p:nvPr/>
        </p:nvPicPr>
        <p:blipFill rotWithShape="1">
          <a:blip r:embed="rId3">
            <a:alphaModFix/>
          </a:blip>
          <a:srcRect/>
          <a:stretch/>
        </p:blipFill>
        <p:spPr>
          <a:xfrm>
            <a:off x="2260600" y="444500"/>
            <a:ext cx="11734800" cy="7759700"/>
          </a:xfrm>
          <a:prstGeom prst="rect">
            <a:avLst/>
          </a:prstGeom>
          <a:noFill/>
          <a:ln>
            <a:noFill/>
          </a:ln>
        </p:spPr>
      </p:pic>
      <p:sp>
        <p:nvSpPr>
          <p:cNvPr id="203" name="Shape 203"/>
          <p:cNvSpPr txBox="1"/>
          <p:nvPr/>
        </p:nvSpPr>
        <p:spPr>
          <a:xfrm>
            <a:off x="7670800" y="4254500"/>
            <a:ext cx="920749"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Text</a:t>
            </a:r>
          </a:p>
        </p:txBody>
      </p:sp>
      <p:sp>
        <p:nvSpPr>
          <p:cNvPr id="204" name="Shape 204"/>
          <p:cNvSpPr txBox="1"/>
          <p:nvPr/>
        </p:nvSpPr>
        <p:spPr>
          <a:xfrm>
            <a:off x="1489650" y="8255000"/>
            <a:ext cx="13334099"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sng" strike="noStrike" cap="none" baseline="0">
                <a:solidFill>
                  <a:schemeClr val="lt1"/>
                </a:solidFill>
                <a:latin typeface="Cabin"/>
                <a:ea typeface="Cabin"/>
                <a:cs typeface="Cabin"/>
                <a:sym typeface="Cabin"/>
                <a:hlinkClick r:id="rId4"/>
              </a:rPr>
              <a:t>https://addons.mozilla.org/en-US/firefox/addon/sqlite-manager/</a:t>
            </a:r>
          </a:p>
        </p:txBody>
      </p:sp>
    </p:spTree>
  </p:cSld>
  <p:clrMapOvr>
    <a:masterClrMapping/>
  </p:clrMapOvr>
  <p:transition spd="slow">
    <p:cu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Shape 209"/>
          <p:cNvSpPr txBox="1">
            <a:spLocks noGrp="1"/>
          </p:cNvSpPr>
          <p:nvPr>
            <p:ph type="title"/>
          </p:nvPr>
        </p:nvSpPr>
        <p:spPr>
          <a:xfrm>
            <a:off x="1155700" y="241300"/>
            <a:ext cx="13932000" cy="2298600"/>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7600" b="0" i="0" u="none" strike="noStrike" cap="none" baseline="0">
                <a:solidFill>
                  <a:srgbClr val="FF7F00"/>
                </a:solidFill>
                <a:latin typeface="Cabin"/>
                <a:ea typeface="Cabin"/>
                <a:cs typeface="Cabin"/>
                <a:sym typeface="Cabin"/>
              </a:rPr>
              <a:t>Application Structure</a:t>
            </a:r>
          </a:p>
        </p:txBody>
      </p:sp>
      <p:sp>
        <p:nvSpPr>
          <p:cNvPr id="210" name="Shape 210"/>
          <p:cNvSpPr txBox="1"/>
          <p:nvPr/>
        </p:nvSpPr>
        <p:spPr>
          <a:xfrm>
            <a:off x="11214100" y="2692400"/>
            <a:ext cx="3898800" cy="2197200"/>
          </a:xfrm>
          <a:prstGeom prst="rect">
            <a:avLst/>
          </a:prstGeom>
          <a:noFill/>
          <a:ln w="101600" cap="rnd" cmpd="sng">
            <a:solidFill>
              <a:srgbClr val="FF00FF"/>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500" b="0" i="0" u="none" strike="noStrike" cap="none" baseline="0">
                <a:solidFill>
                  <a:schemeClr val="lt1"/>
                </a:solidFill>
                <a:latin typeface="Cabin"/>
                <a:ea typeface="Cabin"/>
                <a:cs typeface="Cabin"/>
                <a:sym typeface="Cabin"/>
              </a:rPr>
              <a:t>Database </a:t>
            </a:r>
          </a:p>
          <a:p>
            <a:pPr marL="0" marR="0" lvl="0" indent="0" algn="ctr" rtl="0">
              <a:lnSpc>
                <a:spcPct val="100000"/>
              </a:lnSpc>
              <a:spcBef>
                <a:spcPts val="0"/>
              </a:spcBef>
              <a:spcAft>
                <a:spcPts val="0"/>
              </a:spcAft>
              <a:buClr>
                <a:schemeClr val="lt1"/>
              </a:buClr>
              <a:buSzPct val="25000"/>
              <a:buFont typeface="Cabin"/>
              <a:buNone/>
            </a:pPr>
            <a:r>
              <a:rPr lang="en-US" sz="4500" b="0" i="0" u="none" strike="noStrike" cap="none" baseline="0">
                <a:solidFill>
                  <a:schemeClr val="lt1"/>
                </a:solidFill>
                <a:latin typeface="Cabin"/>
                <a:ea typeface="Cabin"/>
                <a:cs typeface="Cabin"/>
                <a:sym typeface="Cabin"/>
              </a:rPr>
              <a:t>Data Model</a:t>
            </a:r>
          </a:p>
        </p:txBody>
      </p:sp>
      <p:sp>
        <p:nvSpPr>
          <p:cNvPr id="211" name="Shape 211"/>
          <p:cNvSpPr txBox="1"/>
          <p:nvPr/>
        </p:nvSpPr>
        <p:spPr>
          <a:xfrm>
            <a:off x="3987800" y="2692400"/>
            <a:ext cx="3898800" cy="2197200"/>
          </a:xfrm>
          <a:prstGeom prst="rect">
            <a:avLst/>
          </a:prstGeom>
          <a:noFill/>
          <a:ln w="101600" cap="rnd" cmpd="sng">
            <a:solidFill>
              <a:srgbClr val="FF7F00"/>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500" b="0" i="0" u="none" strike="noStrike" cap="none" baseline="0">
                <a:solidFill>
                  <a:schemeClr val="lt1"/>
                </a:solidFill>
                <a:latin typeface="Cabin"/>
                <a:ea typeface="Cabin"/>
                <a:cs typeface="Cabin"/>
                <a:sym typeface="Cabin"/>
              </a:rPr>
              <a:t>Application</a:t>
            </a:r>
          </a:p>
          <a:p>
            <a:pPr marL="0" marR="0" lvl="0" indent="0" algn="ctr" rtl="0">
              <a:lnSpc>
                <a:spcPct val="100000"/>
              </a:lnSpc>
              <a:spcBef>
                <a:spcPts val="0"/>
              </a:spcBef>
              <a:spcAft>
                <a:spcPts val="0"/>
              </a:spcAft>
              <a:buClr>
                <a:schemeClr val="lt1"/>
              </a:buClr>
              <a:buSzPct val="25000"/>
              <a:buFont typeface="Cabin"/>
              <a:buNone/>
            </a:pPr>
            <a:r>
              <a:rPr lang="en-US" sz="4500" b="0" i="0" u="none" strike="noStrike" cap="none" baseline="0">
                <a:solidFill>
                  <a:schemeClr val="lt1"/>
                </a:solidFill>
                <a:latin typeface="Cabin"/>
                <a:ea typeface="Cabin"/>
                <a:cs typeface="Cabin"/>
                <a:sym typeface="Cabin"/>
              </a:rPr>
              <a:t>Software</a:t>
            </a:r>
          </a:p>
        </p:txBody>
      </p:sp>
      <p:sp>
        <p:nvSpPr>
          <p:cNvPr id="212" name="Shape 212"/>
          <p:cNvSpPr txBox="1"/>
          <p:nvPr/>
        </p:nvSpPr>
        <p:spPr>
          <a:xfrm>
            <a:off x="825500" y="2984500"/>
            <a:ext cx="1727099" cy="1612799"/>
          </a:xfrm>
          <a:prstGeom prst="rect">
            <a:avLst/>
          </a:prstGeom>
          <a:noFill/>
          <a:ln w="101600" cap="rnd" cmpd="sng">
            <a:solidFill>
              <a:srgbClr val="00FF00"/>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500" b="0" i="0" u="none" strike="noStrike" cap="none" baseline="0">
                <a:solidFill>
                  <a:schemeClr val="lt1"/>
                </a:solidFill>
                <a:latin typeface="Cabin"/>
                <a:ea typeface="Cabin"/>
                <a:cs typeface="Cabin"/>
                <a:sym typeface="Cabin"/>
              </a:rPr>
              <a:t>End</a:t>
            </a:r>
          </a:p>
          <a:p>
            <a:pPr marL="0" marR="0" lvl="0" indent="0" algn="ctr" rtl="0">
              <a:lnSpc>
                <a:spcPct val="100000"/>
              </a:lnSpc>
              <a:spcBef>
                <a:spcPts val="0"/>
              </a:spcBef>
              <a:spcAft>
                <a:spcPts val="0"/>
              </a:spcAft>
              <a:buClr>
                <a:schemeClr val="lt1"/>
              </a:buClr>
              <a:buSzPct val="25000"/>
              <a:buFont typeface="Cabin"/>
              <a:buNone/>
            </a:pPr>
            <a:r>
              <a:rPr lang="en-US" sz="4500" b="0" i="0" u="none" strike="noStrike" cap="none" baseline="0">
                <a:solidFill>
                  <a:schemeClr val="lt1"/>
                </a:solidFill>
                <a:latin typeface="Cabin"/>
                <a:ea typeface="Cabin"/>
                <a:cs typeface="Cabin"/>
                <a:sym typeface="Cabin"/>
              </a:rPr>
              <a:t>User</a:t>
            </a:r>
          </a:p>
        </p:txBody>
      </p:sp>
      <p:sp>
        <p:nvSpPr>
          <p:cNvPr id="213" name="Shape 213"/>
          <p:cNvSpPr txBox="1"/>
          <p:nvPr/>
        </p:nvSpPr>
        <p:spPr>
          <a:xfrm>
            <a:off x="4292600" y="6057900"/>
            <a:ext cx="3022500" cy="1155599"/>
          </a:xfrm>
          <a:prstGeom prst="rect">
            <a:avLst/>
          </a:prstGeom>
          <a:noFill/>
          <a:ln w="101600" cap="rnd" cmpd="sng">
            <a:solidFill>
              <a:srgbClr val="00FF00"/>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500" b="0" i="0" u="none" strike="noStrike" cap="none" baseline="0">
                <a:solidFill>
                  <a:schemeClr val="lt1"/>
                </a:solidFill>
                <a:latin typeface="Cabin"/>
                <a:ea typeface="Cabin"/>
                <a:cs typeface="Cabin"/>
                <a:sym typeface="Cabin"/>
              </a:rPr>
              <a:t>Developer</a:t>
            </a:r>
          </a:p>
        </p:txBody>
      </p:sp>
      <p:sp>
        <p:nvSpPr>
          <p:cNvPr id="214" name="Shape 214"/>
          <p:cNvSpPr txBox="1"/>
          <p:nvPr/>
        </p:nvSpPr>
        <p:spPr>
          <a:xfrm>
            <a:off x="7708900" y="7340600"/>
            <a:ext cx="2171700" cy="1155599"/>
          </a:xfrm>
          <a:prstGeom prst="rect">
            <a:avLst/>
          </a:prstGeom>
          <a:noFill/>
          <a:ln w="101600" cap="rnd" cmpd="sng">
            <a:solidFill>
              <a:srgbClr val="00FF00"/>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500" b="0" i="0" u="none" strike="noStrike" cap="none" baseline="0">
                <a:solidFill>
                  <a:schemeClr val="lt1"/>
                </a:solidFill>
                <a:latin typeface="Cabin"/>
                <a:ea typeface="Cabin"/>
                <a:cs typeface="Cabin"/>
                <a:sym typeface="Cabin"/>
              </a:rPr>
              <a:t>DBA</a:t>
            </a:r>
          </a:p>
        </p:txBody>
      </p:sp>
      <p:sp>
        <p:nvSpPr>
          <p:cNvPr id="215" name="Shape 215"/>
          <p:cNvSpPr txBox="1"/>
          <p:nvPr/>
        </p:nvSpPr>
        <p:spPr>
          <a:xfrm>
            <a:off x="11214100" y="6527800"/>
            <a:ext cx="3898800" cy="2197200"/>
          </a:xfrm>
          <a:prstGeom prst="rect">
            <a:avLst/>
          </a:prstGeom>
          <a:noFill/>
          <a:ln w="101600" cap="rnd" cmpd="sng">
            <a:solidFill>
              <a:srgbClr val="FF7F00"/>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500" b="0" i="0" u="none" strike="noStrike" cap="none" baseline="0">
                <a:solidFill>
                  <a:schemeClr val="lt1"/>
                </a:solidFill>
                <a:latin typeface="Cabin"/>
                <a:ea typeface="Cabin"/>
                <a:cs typeface="Cabin"/>
                <a:sym typeface="Cabin"/>
              </a:rPr>
              <a:t>Database</a:t>
            </a:r>
          </a:p>
          <a:p>
            <a:pPr marL="0" marR="0" lvl="0" indent="0" algn="ctr" rtl="0">
              <a:lnSpc>
                <a:spcPct val="100000"/>
              </a:lnSpc>
              <a:spcBef>
                <a:spcPts val="0"/>
              </a:spcBef>
              <a:spcAft>
                <a:spcPts val="0"/>
              </a:spcAft>
              <a:buClr>
                <a:schemeClr val="lt1"/>
              </a:buClr>
              <a:buSzPct val="25000"/>
              <a:buFont typeface="Cabin"/>
              <a:buNone/>
            </a:pPr>
            <a:r>
              <a:rPr lang="en-US" sz="4500" b="0" i="0" u="none" strike="noStrike" cap="none" baseline="0">
                <a:solidFill>
                  <a:schemeClr val="lt1"/>
                </a:solidFill>
                <a:latin typeface="Cabin"/>
                <a:ea typeface="Cabin"/>
                <a:cs typeface="Cabin"/>
                <a:sym typeface="Cabin"/>
              </a:rPr>
              <a:t>Tools</a:t>
            </a:r>
          </a:p>
        </p:txBody>
      </p:sp>
      <p:cxnSp>
        <p:nvCxnSpPr>
          <p:cNvPr id="216" name="Shape 216"/>
          <p:cNvCxnSpPr/>
          <p:nvPr/>
        </p:nvCxnSpPr>
        <p:spPr>
          <a:xfrm rot="10800000">
            <a:off x="5894387" y="4962387"/>
            <a:ext cx="0" cy="944700"/>
          </a:xfrm>
          <a:prstGeom prst="straightConnector1">
            <a:avLst/>
          </a:prstGeom>
          <a:noFill/>
          <a:ln w="63500" cap="rnd" cmpd="sng">
            <a:solidFill>
              <a:schemeClr val="lt1"/>
            </a:solidFill>
            <a:prstDash val="solid"/>
            <a:miter/>
            <a:headEnd type="stealth" w="med" len="med"/>
            <a:tailEnd type="stealth" w="med" len="med"/>
          </a:ln>
        </p:spPr>
      </p:cxnSp>
      <p:cxnSp>
        <p:nvCxnSpPr>
          <p:cNvPr id="217" name="Shape 217"/>
          <p:cNvCxnSpPr/>
          <p:nvPr/>
        </p:nvCxnSpPr>
        <p:spPr>
          <a:xfrm rot="10800000">
            <a:off x="2705162" y="3817937"/>
            <a:ext cx="1122299" cy="0"/>
          </a:xfrm>
          <a:prstGeom prst="straightConnector1">
            <a:avLst/>
          </a:prstGeom>
          <a:noFill/>
          <a:ln w="63500" cap="rnd" cmpd="sng">
            <a:solidFill>
              <a:schemeClr val="lt1"/>
            </a:solidFill>
            <a:prstDash val="solid"/>
            <a:miter/>
            <a:headEnd type="stealth" w="med" len="med"/>
            <a:tailEnd type="stealth" w="med" len="med"/>
          </a:ln>
        </p:spPr>
      </p:cxnSp>
      <p:cxnSp>
        <p:nvCxnSpPr>
          <p:cNvPr id="218" name="Shape 218"/>
          <p:cNvCxnSpPr/>
          <p:nvPr/>
        </p:nvCxnSpPr>
        <p:spPr>
          <a:xfrm rot="10800000">
            <a:off x="9982174" y="7797800"/>
            <a:ext cx="1120800" cy="0"/>
          </a:xfrm>
          <a:prstGeom prst="straightConnector1">
            <a:avLst/>
          </a:prstGeom>
          <a:noFill/>
          <a:ln w="63500" cap="rnd" cmpd="sng">
            <a:solidFill>
              <a:schemeClr val="lt1"/>
            </a:solidFill>
            <a:prstDash val="solid"/>
            <a:miter/>
            <a:headEnd type="stealth" w="med" len="med"/>
            <a:tailEnd type="stealth" w="med" len="med"/>
          </a:ln>
        </p:spPr>
      </p:cxnSp>
      <p:sp>
        <p:nvSpPr>
          <p:cNvPr id="219" name="Shape 219"/>
          <p:cNvSpPr/>
          <p:nvPr/>
        </p:nvSpPr>
        <p:spPr>
          <a:xfrm>
            <a:off x="7978425" y="2908300"/>
            <a:ext cx="3134100" cy="1498500"/>
          </a:xfrm>
          <a:prstGeom prst="leftRightArrow">
            <a:avLst>
              <a:gd name="adj1" fmla="val 42186"/>
              <a:gd name="adj2" fmla="val 17802"/>
            </a:avLst>
          </a:prstGeom>
          <a:blipFill rotWithShape="1">
            <a:blip r:embed="rId3">
              <a:alphaModFix/>
            </a:blip>
            <a:tile tx="0" ty="0" sx="99997" sy="99997" flip="none" algn="tl"/>
          </a:blipFill>
          <a:ln>
            <a:noFill/>
          </a:ln>
        </p:spPr>
        <p:txBody>
          <a:bodyPr lIns="0" tIns="0" rIns="0" bIns="0" anchor="ctr" anchorCtr="0">
            <a:noAutofit/>
          </a:bodyPr>
          <a:lstStyle/>
          <a:p>
            <a:pPr marL="0" marR="0" lvl="0" indent="0" algn="ctr" rtl="0">
              <a:lnSpc>
                <a:spcPct val="100000"/>
              </a:lnSpc>
              <a:spcBef>
                <a:spcPts val="0"/>
              </a:spcBef>
              <a:spcAft>
                <a:spcPts val="0"/>
              </a:spcAft>
              <a:buClr>
                <a:srgbClr val="000000"/>
              </a:buClr>
              <a:buSzPct val="25000"/>
              <a:buFont typeface="Cabin"/>
              <a:buNone/>
            </a:pPr>
            <a:r>
              <a:rPr lang="en-US" sz="2600" b="0" i="0" u="none" strike="noStrike" cap="none" baseline="0">
                <a:solidFill>
                  <a:schemeClr val="lt1"/>
                </a:solidFill>
                <a:latin typeface="Cabin"/>
                <a:ea typeface="Cabin"/>
                <a:cs typeface="Cabin"/>
                <a:sym typeface="Cabin"/>
              </a:rPr>
              <a:t>SQL</a:t>
            </a:r>
          </a:p>
        </p:txBody>
      </p:sp>
      <p:sp>
        <p:nvSpPr>
          <p:cNvPr id="220" name="Shape 220"/>
          <p:cNvSpPr/>
          <p:nvPr/>
        </p:nvSpPr>
        <p:spPr>
          <a:xfrm rot="5400000">
            <a:off x="12369749" y="4635449"/>
            <a:ext cx="1600199" cy="2006700"/>
          </a:xfrm>
          <a:prstGeom prst="leftRightArrow">
            <a:avLst>
              <a:gd name="adj1" fmla="val 60467"/>
              <a:gd name="adj2" fmla="val 19531"/>
            </a:avLst>
          </a:prstGeom>
          <a:blipFill rotWithShape="0">
            <a:blip r:embed="rId3">
              <a:alphaModFix/>
            </a:blip>
            <a:stretch>
              <a:fillRect t="-10" r="9" b="-10"/>
            </a:stretch>
          </a:blipFill>
          <a:ln>
            <a:noFill/>
          </a:ln>
        </p:spPr>
        <p:txBody>
          <a:bodyPr lIns="0" tIns="0" rIns="0" bIns="0" anchor="t" anchorCtr="0">
            <a:noAutofit/>
          </a:bodyPr>
          <a:lstStyle/>
          <a:p>
            <a:pPr marL="0" marR="0" lvl="0" indent="0" algn="ctr" rtl="0">
              <a:lnSpc>
                <a:spcPct val="100000"/>
              </a:lnSpc>
              <a:spcBef>
                <a:spcPts val="0"/>
              </a:spcBef>
              <a:spcAft>
                <a:spcPts val="0"/>
              </a:spcAft>
              <a:buNone/>
            </a:pPr>
            <a:endParaRPr/>
          </a:p>
        </p:txBody>
      </p:sp>
      <p:sp>
        <p:nvSpPr>
          <p:cNvPr id="221" name="Shape 221"/>
          <p:cNvSpPr txBox="1"/>
          <p:nvPr/>
        </p:nvSpPr>
        <p:spPr>
          <a:xfrm>
            <a:off x="12698411" y="5321300"/>
            <a:ext cx="923999"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0000"/>
              </a:buClr>
              <a:buSzPct val="25000"/>
              <a:buFont typeface="Cabin"/>
              <a:buNone/>
            </a:pPr>
            <a:r>
              <a:rPr lang="en-US" sz="3600" b="0" i="0" u="none" strike="noStrike" cap="none" baseline="0">
                <a:solidFill>
                  <a:schemeClr val="lt1"/>
                </a:solidFill>
                <a:latin typeface="Cabin"/>
                <a:ea typeface="Cabin"/>
                <a:cs typeface="Cabin"/>
                <a:sym typeface="Cabin"/>
              </a:rPr>
              <a:t>SQL</a:t>
            </a:r>
          </a:p>
        </p:txBody>
      </p:sp>
    </p:spTree>
  </p:cSld>
  <p:clrMapOvr>
    <a:masterClrMapping/>
  </p:clrMapOvr>
  <p:transition spd="slow">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Shape 226"/>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b="0" i="0" u="none" strike="noStrike" cap="none" baseline="0">
                <a:solidFill>
                  <a:srgbClr val="00FF00"/>
                </a:solidFill>
                <a:latin typeface="Cabin"/>
                <a:ea typeface="Cabin"/>
                <a:cs typeface="Cabin"/>
                <a:sym typeface="Cabin"/>
              </a:rPr>
              <a:t>Start Simple - A Single Table</a:t>
            </a:r>
          </a:p>
        </p:txBody>
      </p:sp>
      <p:sp>
        <p:nvSpPr>
          <p:cNvPr id="227" name="Shape 227"/>
          <p:cNvSpPr txBox="1">
            <a:spLocks noGrp="1"/>
          </p:cNvSpPr>
          <p:nvPr>
            <p:ph type="body" idx="1"/>
          </p:nvPr>
        </p:nvSpPr>
        <p:spPr>
          <a:xfrm>
            <a:off x="1155700" y="2603500"/>
            <a:ext cx="13931900" cy="2120899"/>
          </a:xfrm>
          <a:prstGeom prst="rect">
            <a:avLst/>
          </a:prstGeom>
          <a:noFill/>
          <a:ln>
            <a:noFill/>
          </a:ln>
        </p:spPr>
        <p:txBody>
          <a:bodyPr lIns="38100" tIns="38100" rIns="38100" bIns="38100" anchor="ctr" anchorCtr="0">
            <a:noAutofit/>
          </a:bodyPr>
          <a:lstStyle/>
          <a:p>
            <a:pPr marL="749300" marR="0" lvl="0" indent="-533400" algn="l" rtl="0">
              <a:lnSpc>
                <a:spcPct val="100000"/>
              </a:lnSpc>
              <a:spcBef>
                <a:spcPts val="0"/>
              </a:spcBef>
              <a:spcAft>
                <a:spcPts val="0"/>
              </a:spcAft>
              <a:buClr>
                <a:schemeClr val="lt1"/>
              </a:buClr>
              <a:buSzPct val="171000"/>
              <a:buFont typeface="Cabin"/>
              <a:buChar char="•"/>
            </a:pPr>
            <a:r>
              <a:rPr lang="en-US" sz="3600" b="0" i="0" u="none" strike="noStrike" cap="none" baseline="0">
                <a:solidFill>
                  <a:schemeClr val="lt1"/>
                </a:solidFill>
                <a:latin typeface="Cabin"/>
                <a:ea typeface="Cabin"/>
                <a:cs typeface="Cabin"/>
                <a:sym typeface="Cabin"/>
              </a:rPr>
              <a:t>Lets make a table of People - with a Name and an E</a:t>
            </a:r>
            <a:r>
              <a:rPr lang="en-US" sz="3600">
                <a:solidFill>
                  <a:schemeClr val="lt1"/>
                </a:solidFill>
                <a:latin typeface="Cabin"/>
                <a:ea typeface="Cabin"/>
                <a:cs typeface="Cabin"/>
                <a:sym typeface="Cabin"/>
              </a:rPr>
              <a:t>m</a:t>
            </a:r>
            <a:r>
              <a:rPr lang="en-US" sz="3600" b="0" i="0" u="none" strike="noStrike" cap="none" baseline="0">
                <a:solidFill>
                  <a:schemeClr val="lt1"/>
                </a:solidFill>
                <a:latin typeface="Cabin"/>
                <a:ea typeface="Cabin"/>
                <a:cs typeface="Cabin"/>
                <a:sym typeface="Cabin"/>
              </a:rPr>
              <a:t>ail using the </a:t>
            </a:r>
            <a:r>
              <a:rPr lang="en-US" sz="3600">
                <a:solidFill>
                  <a:schemeClr val="lt1"/>
                </a:solidFill>
                <a:latin typeface="Cabin"/>
                <a:ea typeface="Cabin"/>
                <a:cs typeface="Cabin"/>
                <a:sym typeface="Cabin"/>
              </a:rPr>
              <a:t>“</a:t>
            </a:r>
            <a:r>
              <a:rPr lang="en-US" sz="3600" b="0" i="0" u="none" strike="noStrike" cap="none" baseline="0">
                <a:solidFill>
                  <a:schemeClr val="lt1"/>
                </a:solidFill>
                <a:latin typeface="Cabin"/>
                <a:ea typeface="Cabin"/>
                <a:cs typeface="Cabin"/>
                <a:sym typeface="Cabin"/>
              </a:rPr>
              <a:t>wizard</a:t>
            </a:r>
            <a:r>
              <a:rPr lang="en-US" sz="3600">
                <a:solidFill>
                  <a:schemeClr val="lt1"/>
                </a:solidFill>
                <a:latin typeface="Cabin"/>
                <a:ea typeface="Cabin"/>
                <a:cs typeface="Cabin"/>
                <a:sym typeface="Cabin"/>
              </a:rPr>
              <a:t>”</a:t>
            </a:r>
            <a:r>
              <a:rPr lang="en-US" sz="3600" b="0" i="0" u="none" strike="noStrike" cap="none" baseline="0">
                <a:solidFill>
                  <a:schemeClr val="lt1"/>
                </a:solidFill>
                <a:latin typeface="Cabin"/>
                <a:ea typeface="Cabin"/>
                <a:cs typeface="Cabin"/>
                <a:sym typeface="Cabin"/>
              </a:rPr>
              <a:t> user interface...</a:t>
            </a:r>
          </a:p>
        </p:txBody>
      </p:sp>
    </p:spTree>
  </p:cSld>
  <p:clrMapOvr>
    <a:masterClrMapping/>
  </p:clrMapOvr>
  <p:transition spd="slow">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pic>
        <p:nvPicPr>
          <p:cNvPr id="232" name="Shape 232"/>
          <p:cNvPicPr preferRelativeResize="0"/>
          <p:nvPr/>
        </p:nvPicPr>
        <p:blipFill rotWithShape="1">
          <a:blip r:embed="rId3">
            <a:alphaModFix/>
          </a:blip>
          <a:srcRect/>
          <a:stretch/>
        </p:blipFill>
        <p:spPr>
          <a:xfrm>
            <a:off x="1841500" y="685800"/>
            <a:ext cx="11734800" cy="7759700"/>
          </a:xfrm>
          <a:prstGeom prst="rect">
            <a:avLst/>
          </a:prstGeom>
          <a:noFill/>
          <a:ln>
            <a:noFill/>
          </a:ln>
        </p:spPr>
      </p:pic>
      <p:sp>
        <p:nvSpPr>
          <p:cNvPr id="233" name="Shape 233"/>
          <p:cNvSpPr txBox="1"/>
          <p:nvPr/>
        </p:nvSpPr>
        <p:spPr>
          <a:xfrm>
            <a:off x="6546850" y="7162800"/>
            <a:ext cx="6240461"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0000"/>
              </a:buClr>
              <a:buSzPct val="25000"/>
              <a:buFont typeface="Cabin"/>
              <a:buNone/>
            </a:pPr>
            <a:r>
              <a:rPr lang="en-US" sz="3600" b="0" i="0" u="none" strike="noStrike" cap="none" baseline="0">
                <a:solidFill>
                  <a:srgbClr val="000000"/>
                </a:solidFill>
                <a:latin typeface="Cabin"/>
                <a:ea typeface="Cabin"/>
                <a:cs typeface="Cabin"/>
                <a:sym typeface="Cabin"/>
              </a:rPr>
              <a:t>Our first table with two columns</a:t>
            </a:r>
          </a:p>
        </p:txBody>
      </p:sp>
    </p:spTree>
  </p:cSld>
  <p:clrMapOvr>
    <a:masterClrMapping/>
  </p:clrMapOvr>
  <p:transition spd="slow">
    <p:cu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pic>
        <p:nvPicPr>
          <p:cNvPr id="238" name="Shape 238"/>
          <p:cNvPicPr preferRelativeResize="0"/>
          <p:nvPr/>
        </p:nvPicPr>
        <p:blipFill rotWithShape="1">
          <a:blip r:embed="rId3">
            <a:alphaModFix/>
          </a:blip>
          <a:srcRect/>
          <a:stretch/>
        </p:blipFill>
        <p:spPr>
          <a:xfrm>
            <a:off x="1803400" y="38100"/>
            <a:ext cx="13466762" cy="9066211"/>
          </a:xfrm>
          <a:prstGeom prst="rect">
            <a:avLst/>
          </a:prstGeom>
          <a:noFill/>
          <a:ln>
            <a:noFill/>
          </a:ln>
        </p:spPr>
      </p:pic>
      <p:sp>
        <p:nvSpPr>
          <p:cNvPr id="239" name="Shape 239"/>
          <p:cNvSpPr txBox="1"/>
          <p:nvPr/>
        </p:nvSpPr>
        <p:spPr>
          <a:xfrm>
            <a:off x="8483600" y="5448300"/>
            <a:ext cx="4806949"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0000"/>
              </a:buClr>
              <a:buSzPct val="25000"/>
              <a:buFont typeface="Cabin"/>
              <a:buNone/>
            </a:pPr>
            <a:r>
              <a:rPr lang="en-US" sz="3600" b="0" i="0" u="none" strike="noStrike" cap="none" baseline="0">
                <a:solidFill>
                  <a:srgbClr val="000000"/>
                </a:solidFill>
                <a:latin typeface="Cabin"/>
                <a:ea typeface="Cabin"/>
                <a:cs typeface="Cabin"/>
                <a:sym typeface="Cabin"/>
              </a:rPr>
              <a:t>Our table with four rows</a:t>
            </a:r>
          </a:p>
        </p:txBody>
      </p:sp>
    </p:spTree>
  </p:cSld>
  <p:clrMapOvr>
    <a:masterClrMapping/>
  </p:clrMapOvr>
  <p:transition spd="slow">
    <p:cu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Shape 244"/>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7600" b="0" i="0" u="none" strike="noStrike" cap="none" baseline="0">
                <a:solidFill>
                  <a:srgbClr val="FFFF00"/>
                </a:solidFill>
                <a:latin typeface="Cabin"/>
                <a:ea typeface="Cabin"/>
                <a:cs typeface="Cabin"/>
                <a:sym typeface="Cabin"/>
              </a:rPr>
              <a:t>SQL</a:t>
            </a:r>
          </a:p>
        </p:txBody>
      </p:sp>
      <p:sp>
        <p:nvSpPr>
          <p:cNvPr id="245" name="Shape 245"/>
          <p:cNvSpPr txBox="1">
            <a:spLocks noGrp="1"/>
          </p:cNvSpPr>
          <p:nvPr>
            <p:ph type="body" idx="1"/>
          </p:nvPr>
        </p:nvSpPr>
        <p:spPr>
          <a:xfrm>
            <a:off x="1155700" y="2603500"/>
            <a:ext cx="13931900" cy="5702299"/>
          </a:xfrm>
          <a:prstGeom prst="rect">
            <a:avLst/>
          </a:prstGeom>
          <a:noFill/>
          <a:ln>
            <a:noFill/>
          </a:ln>
        </p:spPr>
        <p:txBody>
          <a:bodyPr lIns="38100" tIns="38100" rIns="38100" bIns="38100" anchor="ctr" anchorCtr="0">
            <a:noAutofit/>
          </a:bodyPr>
          <a:lstStyle/>
          <a:p>
            <a:pPr marL="457200" marR="0" lvl="0" indent="-228600" algn="l" rtl="0">
              <a:lnSpc>
                <a:spcPct val="100000"/>
              </a:lnSpc>
              <a:spcBef>
                <a:spcPts val="1000"/>
              </a:spcBef>
              <a:spcAft>
                <a:spcPts val="0"/>
              </a:spcAft>
              <a:buSzPct val="100000"/>
              <a:buFont typeface="Cabin"/>
            </a:pPr>
            <a:r>
              <a:rPr lang="en-US" sz="3600" b="0" i="0" u="none" strike="noStrike" cap="none" baseline="0">
                <a:solidFill>
                  <a:srgbClr val="FFFF00"/>
                </a:solidFill>
                <a:latin typeface="Cabin"/>
                <a:ea typeface="Cabin"/>
                <a:cs typeface="Cabin"/>
                <a:sym typeface="Cabin"/>
              </a:rPr>
              <a:t>Structured Query Language</a:t>
            </a:r>
            <a:r>
              <a:rPr lang="en-US" sz="3600" b="0" i="0" u="none" strike="noStrike" cap="none" baseline="0">
                <a:solidFill>
                  <a:schemeClr val="lt1"/>
                </a:solidFill>
                <a:latin typeface="Cabin"/>
                <a:ea typeface="Cabin"/>
                <a:cs typeface="Cabin"/>
                <a:sym typeface="Cabin"/>
              </a:rPr>
              <a:t> is the language we use to issue commands to the database</a:t>
            </a:r>
          </a:p>
          <a:p>
            <a:pPr marL="914400" marR="0" lvl="1" indent="-228600" algn="l" rtl="0">
              <a:lnSpc>
                <a:spcPct val="100000"/>
              </a:lnSpc>
              <a:spcBef>
                <a:spcPts val="1000"/>
              </a:spcBef>
              <a:spcAft>
                <a:spcPts val="0"/>
              </a:spcAft>
              <a:buSzPct val="100000"/>
              <a:buFont typeface="Cabin"/>
            </a:pPr>
            <a:r>
              <a:rPr lang="en-US" sz="3600" b="0" i="0" u="none" strike="noStrike" cap="none" baseline="0">
                <a:solidFill>
                  <a:schemeClr val="lt1"/>
                </a:solidFill>
                <a:latin typeface="Cabin"/>
                <a:ea typeface="Cabin"/>
                <a:cs typeface="Cabin"/>
                <a:sym typeface="Cabin"/>
              </a:rPr>
              <a:t>Create a table</a:t>
            </a:r>
          </a:p>
          <a:p>
            <a:pPr marL="914400" marR="0" lvl="1" indent="-228600" algn="l" rtl="0">
              <a:lnSpc>
                <a:spcPct val="100000"/>
              </a:lnSpc>
              <a:spcBef>
                <a:spcPts val="1000"/>
              </a:spcBef>
              <a:spcAft>
                <a:spcPts val="0"/>
              </a:spcAft>
              <a:buSzPct val="100000"/>
              <a:buFont typeface="Cabin"/>
            </a:pPr>
            <a:r>
              <a:rPr lang="en-US" sz="3600" b="0" i="0" u="none" strike="noStrike" cap="none" baseline="0">
                <a:solidFill>
                  <a:schemeClr val="lt1"/>
                </a:solidFill>
                <a:latin typeface="Cabin"/>
                <a:ea typeface="Cabin"/>
                <a:cs typeface="Cabin"/>
                <a:sym typeface="Cabin"/>
              </a:rPr>
              <a:t>Retieve some data</a:t>
            </a:r>
          </a:p>
          <a:p>
            <a:pPr marL="914400" marR="0" lvl="1" indent="-228600" algn="l" rtl="0">
              <a:lnSpc>
                <a:spcPct val="100000"/>
              </a:lnSpc>
              <a:spcBef>
                <a:spcPts val="1000"/>
              </a:spcBef>
              <a:spcAft>
                <a:spcPts val="0"/>
              </a:spcAft>
              <a:buSzPct val="100000"/>
              <a:buFont typeface="Cabin"/>
            </a:pPr>
            <a:r>
              <a:rPr lang="en-US" sz="3600" b="0" i="0" u="none" strike="noStrike" cap="none" baseline="0">
                <a:solidFill>
                  <a:schemeClr val="lt1"/>
                </a:solidFill>
                <a:latin typeface="Cabin"/>
                <a:ea typeface="Cabin"/>
                <a:cs typeface="Cabin"/>
                <a:sym typeface="Cabin"/>
              </a:rPr>
              <a:t>Insert data</a:t>
            </a:r>
          </a:p>
          <a:p>
            <a:pPr marL="914400" marR="0" lvl="1" indent="-228600" algn="l" rtl="0">
              <a:lnSpc>
                <a:spcPct val="100000"/>
              </a:lnSpc>
              <a:spcBef>
                <a:spcPts val="1000"/>
              </a:spcBef>
              <a:spcAft>
                <a:spcPts val="0"/>
              </a:spcAft>
              <a:buSzPct val="100000"/>
              <a:buFont typeface="Cabin"/>
            </a:pPr>
            <a:r>
              <a:rPr lang="en-US" sz="3600" b="0" i="0" u="none" strike="noStrike" cap="none" baseline="0">
                <a:solidFill>
                  <a:schemeClr val="lt1"/>
                </a:solidFill>
                <a:latin typeface="Cabin"/>
                <a:ea typeface="Cabin"/>
                <a:cs typeface="Cabin"/>
                <a:sym typeface="Cabin"/>
              </a:rPr>
              <a:t>Delete data </a:t>
            </a:r>
          </a:p>
        </p:txBody>
      </p:sp>
      <p:sp>
        <p:nvSpPr>
          <p:cNvPr id="246" name="Shape 246"/>
          <p:cNvSpPr txBox="1"/>
          <p:nvPr/>
        </p:nvSpPr>
        <p:spPr>
          <a:xfrm>
            <a:off x="4856275" y="8255000"/>
            <a:ext cx="6779999"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sng" strike="noStrike" cap="none" baseline="0">
                <a:solidFill>
                  <a:srgbClr val="FFFF00"/>
                </a:solidFill>
                <a:latin typeface="Cabin"/>
                <a:ea typeface="Cabin"/>
                <a:cs typeface="Cabin"/>
                <a:sym typeface="Cabin"/>
                <a:hlinkClick r:id="rId3"/>
              </a:rPr>
              <a:t>http://en.wikipedia.org/wiki/SQL</a:t>
            </a:r>
          </a:p>
        </p:txBody>
      </p:sp>
    </p:spTree>
  </p:cSld>
  <p:clrMapOvr>
    <a:masterClrMapping/>
  </p:clrMapOvr>
  <p:transition spd="slow">
    <p:cu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Shape 251"/>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7600" b="0" i="0" u="none" strike="noStrike" cap="none" baseline="0">
                <a:solidFill>
                  <a:srgbClr val="FF7F00"/>
                </a:solidFill>
                <a:latin typeface="Cabin"/>
                <a:ea typeface="Cabin"/>
                <a:cs typeface="Cabin"/>
                <a:sym typeface="Cabin"/>
              </a:rPr>
              <a:t>SQL Insert</a:t>
            </a:r>
          </a:p>
        </p:txBody>
      </p:sp>
      <p:sp>
        <p:nvSpPr>
          <p:cNvPr id="252" name="Shape 252"/>
          <p:cNvSpPr txBox="1">
            <a:spLocks noGrp="1"/>
          </p:cNvSpPr>
          <p:nvPr>
            <p:ph type="body" idx="1"/>
          </p:nvPr>
        </p:nvSpPr>
        <p:spPr>
          <a:xfrm>
            <a:off x="1155700" y="2603500"/>
            <a:ext cx="13931900" cy="2209799"/>
          </a:xfrm>
          <a:prstGeom prst="rect">
            <a:avLst/>
          </a:prstGeom>
          <a:noFill/>
          <a:ln>
            <a:noFill/>
          </a:ln>
        </p:spPr>
        <p:txBody>
          <a:bodyPr lIns="38100" tIns="38100" rIns="38100" bIns="38100" anchor="ctr" anchorCtr="0">
            <a:noAutofit/>
          </a:bodyPr>
          <a:lstStyle/>
          <a:p>
            <a:pPr marL="749300" marR="0" lvl="0" indent="-533400" algn="l" rtl="0">
              <a:lnSpc>
                <a:spcPct val="100000"/>
              </a:lnSpc>
              <a:spcBef>
                <a:spcPts val="0"/>
              </a:spcBef>
              <a:spcAft>
                <a:spcPts val="0"/>
              </a:spcAft>
              <a:buClr>
                <a:schemeClr val="lt1"/>
              </a:buClr>
              <a:buSzPct val="171000"/>
              <a:buFont typeface="Cabin"/>
              <a:buChar char="•"/>
            </a:pPr>
            <a:r>
              <a:rPr lang="en-US" sz="3600" b="0" i="0" u="none" strike="noStrike" cap="none" baseline="0">
                <a:solidFill>
                  <a:schemeClr val="lt1"/>
                </a:solidFill>
                <a:latin typeface="Cabin"/>
                <a:ea typeface="Cabin"/>
                <a:cs typeface="Cabin"/>
                <a:sym typeface="Cabin"/>
              </a:rPr>
              <a:t>The Insert statement inserts a row into a table</a:t>
            </a:r>
          </a:p>
        </p:txBody>
      </p:sp>
      <p:sp>
        <p:nvSpPr>
          <p:cNvPr id="253" name="Shape 253"/>
          <p:cNvSpPr txBox="1"/>
          <p:nvPr/>
        </p:nvSpPr>
        <p:spPr>
          <a:xfrm>
            <a:off x="377825" y="6216650"/>
            <a:ext cx="15732300" cy="7364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3600" b="0" i="0" u="none" strike="noStrike" cap="none" baseline="0">
                <a:solidFill>
                  <a:srgbClr val="FF7F00"/>
                </a:solidFill>
                <a:latin typeface="Cabin"/>
                <a:ea typeface="Cabin"/>
                <a:cs typeface="Cabin"/>
                <a:sym typeface="Cabin"/>
              </a:rPr>
              <a:t>INSERT INTO </a:t>
            </a:r>
            <a:r>
              <a:rPr lang="en-US" sz="3600" b="0" i="0" u="none" strike="noStrike" cap="none" baseline="0">
                <a:solidFill>
                  <a:srgbClr val="FFFF00"/>
                </a:solidFill>
                <a:latin typeface="Cabin"/>
                <a:ea typeface="Cabin"/>
                <a:cs typeface="Cabin"/>
                <a:sym typeface="Cabin"/>
              </a:rPr>
              <a:t>Users</a:t>
            </a:r>
            <a:r>
              <a:rPr lang="en-US" sz="3600" b="0" i="0" u="none" strike="noStrike" cap="none" baseline="0">
                <a:solidFill>
                  <a:srgbClr val="00FF00"/>
                </a:solidFill>
                <a:latin typeface="Cabin"/>
                <a:ea typeface="Cabin"/>
                <a:cs typeface="Cabin"/>
                <a:sym typeface="Cabin"/>
              </a:rPr>
              <a:t> (name, email) </a:t>
            </a:r>
            <a:r>
              <a:rPr lang="en-US" sz="3600" b="0" i="0" u="none" strike="noStrike" cap="none" baseline="0">
                <a:solidFill>
                  <a:srgbClr val="FF7F00"/>
                </a:solidFill>
                <a:latin typeface="Cabin"/>
                <a:ea typeface="Cabin"/>
                <a:cs typeface="Cabin"/>
                <a:sym typeface="Cabin"/>
              </a:rPr>
              <a:t>VALUES</a:t>
            </a:r>
            <a:r>
              <a:rPr lang="en-US" sz="3600" b="0" i="0" u="none" strike="noStrike" cap="none" baseline="0">
                <a:solidFill>
                  <a:srgbClr val="00FF00"/>
                </a:solidFill>
                <a:latin typeface="Cabin"/>
                <a:ea typeface="Cabin"/>
                <a:cs typeface="Cabin"/>
                <a:sym typeface="Cabin"/>
              </a:rPr>
              <a:t> ('Ted', 'ted@umich.edu')</a:t>
            </a:r>
          </a:p>
        </p:txBody>
      </p:sp>
    </p:spTree>
  </p:cSld>
  <p:clrMapOvr>
    <a:masterClrMapping/>
  </p:clrMapOvr>
  <p:transition spd="slow">
    <p:cu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pic>
        <p:nvPicPr>
          <p:cNvPr id="258" name="Shape 258"/>
          <p:cNvPicPr preferRelativeResize="0"/>
          <p:nvPr/>
        </p:nvPicPr>
        <p:blipFill rotWithShape="1">
          <a:blip r:embed="rId3">
            <a:alphaModFix/>
          </a:blip>
          <a:srcRect/>
          <a:stretch/>
        </p:blipFill>
        <p:spPr>
          <a:xfrm>
            <a:off x="431800" y="203200"/>
            <a:ext cx="10985499" cy="7035799"/>
          </a:xfrm>
          <a:prstGeom prst="rect">
            <a:avLst/>
          </a:prstGeom>
          <a:noFill/>
          <a:ln>
            <a:noFill/>
          </a:ln>
        </p:spPr>
      </p:pic>
      <p:pic>
        <p:nvPicPr>
          <p:cNvPr id="259" name="Shape 259"/>
          <p:cNvPicPr preferRelativeResize="0"/>
          <p:nvPr/>
        </p:nvPicPr>
        <p:blipFill rotWithShape="1">
          <a:blip r:embed="rId4">
            <a:alphaModFix/>
          </a:blip>
          <a:srcRect/>
          <a:stretch/>
        </p:blipFill>
        <p:spPr>
          <a:xfrm>
            <a:off x="5181600" y="2101225"/>
            <a:ext cx="10985399" cy="7035899"/>
          </a:xfrm>
          <a:prstGeom prst="rect">
            <a:avLst/>
          </a:prstGeom>
          <a:noFill/>
          <a:ln>
            <a:noFill/>
          </a:ln>
        </p:spPr>
      </p:pic>
      <p:sp>
        <p:nvSpPr>
          <p:cNvPr id="260" name="Shape 260"/>
          <p:cNvSpPr/>
          <p:nvPr/>
        </p:nvSpPr>
        <p:spPr>
          <a:xfrm flipH="1">
            <a:off x="13899825" y="4432450"/>
            <a:ext cx="1269899" cy="1269899"/>
          </a:xfrm>
          <a:prstGeom prst="rightArrow">
            <a:avLst>
              <a:gd name="adj1" fmla="val 46684"/>
              <a:gd name="adj2" fmla="val 20237"/>
            </a:avLst>
          </a:prstGeom>
          <a:blipFill rotWithShape="0">
            <a:blip r:embed="rId5">
              <a:alphaModFix/>
            </a:blip>
            <a:stretch>
              <a:fillRect/>
            </a:stretch>
          </a:blipFill>
          <a:ln>
            <a:noFill/>
          </a:ln>
        </p:spPr>
        <p:txBody>
          <a:bodyPr lIns="0" tIns="0" rIns="0" bIns="0" anchor="t" anchorCtr="0">
            <a:noAutofit/>
          </a:bodyPr>
          <a:lstStyle/>
          <a:p>
            <a:pPr marL="0" marR="0" lvl="0" indent="0" algn="ctr" rtl="0">
              <a:lnSpc>
                <a:spcPct val="100000"/>
              </a:lnSpc>
              <a:spcBef>
                <a:spcPts val="0"/>
              </a:spcBef>
              <a:spcAft>
                <a:spcPts val="0"/>
              </a:spcAft>
              <a:buNone/>
            </a:pPr>
            <a:endParaRPr/>
          </a:p>
        </p:txBody>
      </p:sp>
    </p:spTree>
  </p:cSld>
  <p:clrMapOvr>
    <a:masterClrMapping/>
  </p:clrMapOvr>
  <p:transition spd="slow">
    <p:cu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Shape 265"/>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7600" b="0" i="0" u="none" strike="noStrike" cap="none" baseline="0">
                <a:solidFill>
                  <a:srgbClr val="FF7F00"/>
                </a:solidFill>
                <a:latin typeface="Cabin"/>
                <a:ea typeface="Cabin"/>
                <a:cs typeface="Cabin"/>
                <a:sym typeface="Cabin"/>
              </a:rPr>
              <a:t>SQL Delete</a:t>
            </a:r>
          </a:p>
        </p:txBody>
      </p:sp>
      <p:sp>
        <p:nvSpPr>
          <p:cNvPr id="266" name="Shape 266"/>
          <p:cNvSpPr txBox="1">
            <a:spLocks noGrp="1"/>
          </p:cNvSpPr>
          <p:nvPr>
            <p:ph type="body" idx="1"/>
          </p:nvPr>
        </p:nvSpPr>
        <p:spPr>
          <a:xfrm>
            <a:off x="1155700" y="2603500"/>
            <a:ext cx="13931900" cy="2387600"/>
          </a:xfrm>
          <a:prstGeom prst="rect">
            <a:avLst/>
          </a:prstGeom>
          <a:noFill/>
          <a:ln>
            <a:noFill/>
          </a:ln>
        </p:spPr>
        <p:txBody>
          <a:bodyPr lIns="38100" tIns="38100" rIns="38100" bIns="38100" anchor="ctr" anchorCtr="0">
            <a:noAutofit/>
          </a:bodyPr>
          <a:lstStyle/>
          <a:p>
            <a:pPr marL="749300" marR="0" lvl="0" indent="-533400" algn="l" rtl="0">
              <a:lnSpc>
                <a:spcPct val="100000"/>
              </a:lnSpc>
              <a:spcBef>
                <a:spcPts val="0"/>
              </a:spcBef>
              <a:spcAft>
                <a:spcPts val="0"/>
              </a:spcAft>
              <a:buClr>
                <a:schemeClr val="lt1"/>
              </a:buClr>
              <a:buSzPct val="171000"/>
              <a:buFont typeface="Cabin"/>
              <a:buChar char="•"/>
            </a:pPr>
            <a:r>
              <a:rPr lang="en-US" sz="3600" b="0" i="0" u="none" strike="noStrike" cap="none" baseline="0">
                <a:solidFill>
                  <a:schemeClr val="lt1"/>
                </a:solidFill>
                <a:latin typeface="Cabin"/>
                <a:ea typeface="Cabin"/>
                <a:cs typeface="Cabin"/>
                <a:sym typeface="Cabin"/>
              </a:rPr>
              <a:t>Deletes a row in a table based on a selection criteria</a:t>
            </a:r>
          </a:p>
        </p:txBody>
      </p:sp>
      <p:sp>
        <p:nvSpPr>
          <p:cNvPr id="267" name="Shape 267"/>
          <p:cNvSpPr txBox="1"/>
          <p:nvPr/>
        </p:nvSpPr>
        <p:spPr>
          <a:xfrm>
            <a:off x="605050" y="6438900"/>
            <a:ext cx="15245700" cy="7745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4600" b="0" i="0" u="none" strike="noStrike" cap="none" baseline="0">
                <a:solidFill>
                  <a:srgbClr val="FF7F00"/>
                </a:solidFill>
                <a:latin typeface="Cabin"/>
                <a:ea typeface="Cabin"/>
                <a:cs typeface="Cabin"/>
                <a:sym typeface="Cabin"/>
              </a:rPr>
              <a:t>DELETE FROM</a:t>
            </a:r>
            <a:r>
              <a:rPr lang="en-US" sz="4600" b="0" i="0" u="none" strike="noStrike" cap="none" baseline="0">
                <a:solidFill>
                  <a:srgbClr val="FFFF00"/>
                </a:solidFill>
                <a:latin typeface="Cabin"/>
                <a:ea typeface="Cabin"/>
                <a:cs typeface="Cabin"/>
                <a:sym typeface="Cabin"/>
              </a:rPr>
              <a:t> Users </a:t>
            </a:r>
            <a:r>
              <a:rPr lang="en-US" sz="4600" b="0" i="0" u="none" strike="noStrike" cap="none" baseline="0">
                <a:solidFill>
                  <a:srgbClr val="FF7F00"/>
                </a:solidFill>
                <a:latin typeface="Cabin"/>
                <a:ea typeface="Cabin"/>
                <a:cs typeface="Cabin"/>
                <a:sym typeface="Cabin"/>
              </a:rPr>
              <a:t>WHERE</a:t>
            </a:r>
            <a:r>
              <a:rPr lang="en-US" sz="4600" b="0" i="0" u="none" strike="noStrike" cap="none" baseline="0">
                <a:solidFill>
                  <a:srgbClr val="FFFF00"/>
                </a:solidFill>
                <a:latin typeface="Cabin"/>
                <a:ea typeface="Cabin"/>
                <a:cs typeface="Cabin"/>
                <a:sym typeface="Cabin"/>
              </a:rPr>
              <a:t> email='ted@umich.edu'</a:t>
            </a:r>
          </a:p>
        </p:txBody>
      </p:sp>
    </p:spTree>
  </p:cSld>
  <p:clrMapOvr>
    <a:masterClrMapping/>
  </p:clrMapOvr>
  <p:transition spd="slow">
    <p:cu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pic>
        <p:nvPicPr>
          <p:cNvPr id="272" name="Shape 272"/>
          <p:cNvPicPr preferRelativeResize="0"/>
          <p:nvPr/>
        </p:nvPicPr>
        <p:blipFill rotWithShape="1">
          <a:blip r:embed="rId3">
            <a:alphaModFix/>
          </a:blip>
          <a:srcRect/>
          <a:stretch/>
        </p:blipFill>
        <p:spPr>
          <a:xfrm>
            <a:off x="203200" y="0"/>
            <a:ext cx="10985499" cy="7035799"/>
          </a:xfrm>
          <a:prstGeom prst="rect">
            <a:avLst/>
          </a:prstGeom>
          <a:noFill/>
          <a:ln>
            <a:noFill/>
          </a:ln>
        </p:spPr>
      </p:pic>
      <p:pic>
        <p:nvPicPr>
          <p:cNvPr id="273" name="Shape 273"/>
          <p:cNvPicPr preferRelativeResize="0"/>
          <p:nvPr/>
        </p:nvPicPr>
        <p:blipFill rotWithShape="1">
          <a:blip r:embed="rId4">
            <a:alphaModFix/>
          </a:blip>
          <a:srcRect/>
          <a:stretch/>
        </p:blipFill>
        <p:spPr>
          <a:xfrm>
            <a:off x="5130800" y="2286000"/>
            <a:ext cx="10985499" cy="7035799"/>
          </a:xfrm>
          <a:prstGeom prst="rect">
            <a:avLst/>
          </a:prstGeom>
          <a:noFill/>
          <a:ln>
            <a:noFill/>
          </a:ln>
        </p:spPr>
      </p:pic>
      <p:sp>
        <p:nvSpPr>
          <p:cNvPr id="274" name="Shape 274"/>
          <p:cNvSpPr/>
          <p:nvPr/>
        </p:nvSpPr>
        <p:spPr>
          <a:xfrm flipH="1">
            <a:off x="14135099" y="4635500"/>
            <a:ext cx="1270000" cy="1270000"/>
          </a:xfrm>
          <a:prstGeom prst="rightArrow">
            <a:avLst>
              <a:gd name="adj1" fmla="val 43275"/>
              <a:gd name="adj2" fmla="val 20765"/>
            </a:avLst>
          </a:prstGeom>
          <a:blipFill rotWithShape="0">
            <a:blip r:embed="rId5">
              <a:alphaModFix/>
            </a:blip>
            <a:stretch>
              <a:fillRect/>
            </a:stretch>
          </a:blipFill>
          <a:ln>
            <a:noFill/>
          </a:ln>
        </p:spPr>
        <p:txBody>
          <a:bodyPr lIns="0" tIns="0" rIns="0" bIns="0" anchor="t" anchorCtr="0">
            <a:noAutofit/>
          </a:bodyPr>
          <a:lstStyle/>
          <a:p>
            <a:pPr marL="0" marR="0" lvl="0" indent="0" algn="ctr" rtl="0">
              <a:lnSpc>
                <a:spcPct val="100000"/>
              </a:lnSpc>
              <a:spcBef>
                <a:spcPts val="0"/>
              </a:spcBef>
              <a:spcAft>
                <a:spcPts val="0"/>
              </a:spcAft>
              <a:buNone/>
            </a:pPr>
            <a:endParaRPr/>
          </a:p>
        </p:txBody>
      </p:sp>
    </p:spTree>
  </p:cSld>
  <p:clrMapOvr>
    <a:masterClrMapping/>
  </p:clrMapOvr>
  <p:transition spd="slow">
    <p:cu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Shape 279"/>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7600" b="0" i="0" u="none" strike="noStrike" cap="none" baseline="0">
                <a:solidFill>
                  <a:srgbClr val="FF7F00"/>
                </a:solidFill>
                <a:latin typeface="Cabin"/>
                <a:ea typeface="Cabin"/>
                <a:cs typeface="Cabin"/>
                <a:sym typeface="Cabin"/>
              </a:rPr>
              <a:t>SQL: Update</a:t>
            </a:r>
          </a:p>
        </p:txBody>
      </p:sp>
      <p:sp>
        <p:nvSpPr>
          <p:cNvPr id="280" name="Shape 280"/>
          <p:cNvSpPr txBox="1">
            <a:spLocks noGrp="1"/>
          </p:cNvSpPr>
          <p:nvPr>
            <p:ph type="body" idx="1"/>
          </p:nvPr>
        </p:nvSpPr>
        <p:spPr>
          <a:xfrm>
            <a:off x="1155700" y="2603500"/>
            <a:ext cx="13931900" cy="2006600"/>
          </a:xfrm>
          <a:prstGeom prst="rect">
            <a:avLst/>
          </a:prstGeom>
          <a:noFill/>
          <a:ln>
            <a:noFill/>
          </a:ln>
        </p:spPr>
        <p:txBody>
          <a:bodyPr lIns="38100" tIns="38100" rIns="38100" bIns="38100" anchor="ctr" anchorCtr="0">
            <a:noAutofit/>
          </a:bodyPr>
          <a:lstStyle/>
          <a:p>
            <a:pPr marL="749300" marR="0" lvl="0" indent="-533400" algn="l" rtl="0">
              <a:lnSpc>
                <a:spcPct val="100000"/>
              </a:lnSpc>
              <a:spcBef>
                <a:spcPts val="0"/>
              </a:spcBef>
              <a:spcAft>
                <a:spcPts val="0"/>
              </a:spcAft>
              <a:buClr>
                <a:schemeClr val="lt1"/>
              </a:buClr>
              <a:buSzPct val="171000"/>
              <a:buFont typeface="Cabin"/>
              <a:buChar char="•"/>
            </a:pPr>
            <a:r>
              <a:rPr lang="en-US" sz="3600" b="0" i="0" u="none" strike="noStrike" cap="none" baseline="0">
                <a:solidFill>
                  <a:schemeClr val="lt1"/>
                </a:solidFill>
                <a:latin typeface="Cabin"/>
                <a:ea typeface="Cabin"/>
                <a:cs typeface="Cabin"/>
                <a:sym typeface="Cabin"/>
              </a:rPr>
              <a:t>Allows the updating of a field with a where clause</a:t>
            </a:r>
          </a:p>
        </p:txBody>
      </p:sp>
      <p:sp>
        <p:nvSpPr>
          <p:cNvPr id="281" name="Shape 281"/>
          <p:cNvSpPr txBox="1"/>
          <p:nvPr/>
        </p:nvSpPr>
        <p:spPr>
          <a:xfrm>
            <a:off x="218300" y="6223000"/>
            <a:ext cx="15740399" cy="7239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4200" b="0" i="0" u="none" strike="noStrike" cap="none" baseline="0">
                <a:solidFill>
                  <a:srgbClr val="FF7F00"/>
                </a:solidFill>
                <a:latin typeface="Cabin"/>
                <a:ea typeface="Cabin"/>
                <a:cs typeface="Cabin"/>
                <a:sym typeface="Cabin"/>
              </a:rPr>
              <a:t>UPDATE</a:t>
            </a:r>
            <a:r>
              <a:rPr lang="en-US" sz="4200" b="0" i="0" u="none" strike="noStrike" cap="none" baseline="0">
                <a:solidFill>
                  <a:srgbClr val="FFFF00"/>
                </a:solidFill>
                <a:latin typeface="Cabin"/>
                <a:ea typeface="Cabin"/>
                <a:cs typeface="Cabin"/>
                <a:sym typeface="Cabin"/>
              </a:rPr>
              <a:t> Users </a:t>
            </a:r>
            <a:r>
              <a:rPr lang="en-US" sz="4200" b="0" i="0" u="none" strike="noStrike" cap="none" baseline="0">
                <a:solidFill>
                  <a:srgbClr val="FF7F00"/>
                </a:solidFill>
                <a:latin typeface="Cabin"/>
                <a:ea typeface="Cabin"/>
                <a:cs typeface="Cabin"/>
                <a:sym typeface="Cabin"/>
              </a:rPr>
              <a:t>SET</a:t>
            </a:r>
            <a:r>
              <a:rPr lang="en-US" sz="4200" b="0" i="0" u="none" strike="noStrike" cap="none" baseline="0">
                <a:solidFill>
                  <a:srgbClr val="FFFF00"/>
                </a:solidFill>
                <a:latin typeface="Cabin"/>
                <a:ea typeface="Cabin"/>
                <a:cs typeface="Cabin"/>
                <a:sym typeface="Cabin"/>
              </a:rPr>
              <a:t> name='Charles' </a:t>
            </a:r>
            <a:r>
              <a:rPr lang="en-US" sz="4200" b="0" i="0" u="none" strike="noStrike" cap="none" baseline="0">
                <a:solidFill>
                  <a:srgbClr val="FF7F00"/>
                </a:solidFill>
                <a:latin typeface="Cabin"/>
                <a:ea typeface="Cabin"/>
                <a:cs typeface="Cabin"/>
                <a:sym typeface="Cabin"/>
              </a:rPr>
              <a:t>WHERE</a:t>
            </a:r>
            <a:r>
              <a:rPr lang="en-US" sz="4200" b="0" i="0" u="none" strike="noStrike" cap="none" baseline="0">
                <a:solidFill>
                  <a:srgbClr val="FFFF00"/>
                </a:solidFill>
                <a:latin typeface="Cabin"/>
                <a:ea typeface="Cabin"/>
                <a:cs typeface="Cabin"/>
                <a:sym typeface="Cabin"/>
              </a:rPr>
              <a:t> email='csev@umich.edu'</a:t>
            </a:r>
          </a:p>
        </p:txBody>
      </p:sp>
    </p:spTree>
  </p:cSld>
  <p:clrMapOvr>
    <a:masterClrMapping/>
  </p:clrMapOvr>
  <p:transition spd="slow">
    <p:cu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pic>
        <p:nvPicPr>
          <p:cNvPr id="286" name="Shape 286"/>
          <p:cNvPicPr preferRelativeResize="0"/>
          <p:nvPr/>
        </p:nvPicPr>
        <p:blipFill rotWithShape="1">
          <a:blip r:embed="rId3">
            <a:alphaModFix/>
          </a:blip>
          <a:srcRect/>
          <a:stretch/>
        </p:blipFill>
        <p:spPr>
          <a:xfrm>
            <a:off x="127000" y="0"/>
            <a:ext cx="10985499" cy="7035799"/>
          </a:xfrm>
          <a:prstGeom prst="rect">
            <a:avLst/>
          </a:prstGeom>
          <a:noFill/>
          <a:ln>
            <a:noFill/>
          </a:ln>
        </p:spPr>
      </p:pic>
      <p:pic>
        <p:nvPicPr>
          <p:cNvPr id="287" name="Shape 287"/>
          <p:cNvPicPr preferRelativeResize="0"/>
          <p:nvPr/>
        </p:nvPicPr>
        <p:blipFill rotWithShape="1">
          <a:blip r:embed="rId4">
            <a:alphaModFix/>
          </a:blip>
          <a:srcRect/>
          <a:stretch/>
        </p:blipFill>
        <p:spPr>
          <a:xfrm>
            <a:off x="4876800" y="2273300"/>
            <a:ext cx="10985399" cy="7035899"/>
          </a:xfrm>
          <a:prstGeom prst="rect">
            <a:avLst/>
          </a:prstGeom>
          <a:noFill/>
          <a:ln>
            <a:noFill/>
          </a:ln>
        </p:spPr>
      </p:pic>
      <p:sp>
        <p:nvSpPr>
          <p:cNvPr id="288" name="Shape 288"/>
          <p:cNvSpPr/>
          <p:nvPr/>
        </p:nvSpPr>
        <p:spPr>
          <a:xfrm flipH="1">
            <a:off x="13665300" y="3644900"/>
            <a:ext cx="1269899" cy="1269899"/>
          </a:xfrm>
          <a:prstGeom prst="rightArrow">
            <a:avLst>
              <a:gd name="adj1" fmla="val 12096"/>
              <a:gd name="adj2" fmla="val 7344"/>
            </a:avLst>
          </a:prstGeom>
          <a:blipFill rotWithShape="0">
            <a:blip r:embed="rId5">
              <a:alphaModFix/>
            </a:blip>
            <a:stretch>
              <a:fillRect/>
            </a:stretch>
          </a:blipFill>
          <a:ln>
            <a:noFill/>
          </a:ln>
        </p:spPr>
        <p:txBody>
          <a:bodyPr lIns="0" tIns="0" rIns="0" bIns="0" anchor="t" anchorCtr="0">
            <a:noAutofit/>
          </a:bodyPr>
          <a:lstStyle/>
          <a:p>
            <a:pPr marL="0" marR="0" lvl="0" indent="0" algn="ctr" rtl="0">
              <a:lnSpc>
                <a:spcPct val="100000"/>
              </a:lnSpc>
              <a:spcBef>
                <a:spcPts val="0"/>
              </a:spcBef>
              <a:spcAft>
                <a:spcPts val="0"/>
              </a:spcAft>
              <a:buNone/>
            </a:pPr>
            <a:endParaRPr/>
          </a:p>
        </p:txBody>
      </p:sp>
    </p:spTree>
  </p:cSld>
  <p:clrMapOvr>
    <a:masterClrMapping/>
  </p:clrMapOvr>
  <p:transition spd="slow">
    <p:cu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Shape 293"/>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b="0" i="0" u="none" strike="noStrike" cap="none" baseline="0">
                <a:solidFill>
                  <a:schemeClr val="lt1"/>
                </a:solidFill>
                <a:latin typeface="Cabin"/>
                <a:ea typeface="Cabin"/>
                <a:cs typeface="Cabin"/>
                <a:sym typeface="Cabin"/>
              </a:rPr>
              <a:t>Retrieving Records: Select</a:t>
            </a:r>
          </a:p>
        </p:txBody>
      </p:sp>
      <p:sp>
        <p:nvSpPr>
          <p:cNvPr id="294" name="Shape 294"/>
          <p:cNvSpPr txBox="1">
            <a:spLocks noGrp="1"/>
          </p:cNvSpPr>
          <p:nvPr>
            <p:ph type="body" idx="1"/>
          </p:nvPr>
        </p:nvSpPr>
        <p:spPr>
          <a:xfrm>
            <a:off x="1155700" y="2603500"/>
            <a:ext cx="13931900" cy="3022599"/>
          </a:xfrm>
          <a:prstGeom prst="rect">
            <a:avLst/>
          </a:prstGeom>
          <a:noFill/>
          <a:ln>
            <a:noFill/>
          </a:ln>
        </p:spPr>
        <p:txBody>
          <a:bodyPr lIns="38100" tIns="38100" rIns="38100" bIns="38100" anchor="ctr" anchorCtr="0">
            <a:noAutofit/>
          </a:bodyPr>
          <a:lstStyle/>
          <a:p>
            <a:pPr marL="749300" marR="0" lvl="0" indent="-533400" algn="l" rtl="0">
              <a:lnSpc>
                <a:spcPct val="100000"/>
              </a:lnSpc>
              <a:spcBef>
                <a:spcPts val="0"/>
              </a:spcBef>
              <a:spcAft>
                <a:spcPts val="0"/>
              </a:spcAft>
              <a:buClr>
                <a:schemeClr val="lt1"/>
              </a:buClr>
              <a:buSzPct val="171000"/>
              <a:buFont typeface="Cabin"/>
              <a:buChar char="•"/>
            </a:pPr>
            <a:r>
              <a:rPr lang="en-US" sz="3600" b="0" i="0" u="none" strike="noStrike" cap="none" baseline="0">
                <a:solidFill>
                  <a:schemeClr val="lt1"/>
                </a:solidFill>
                <a:latin typeface="Cabin"/>
                <a:ea typeface="Cabin"/>
                <a:cs typeface="Cabin"/>
                <a:sym typeface="Cabin"/>
              </a:rPr>
              <a:t>The select statement retrieves a group of records - you can either retrieve all the records or a subset of the records with a WHERE clause</a:t>
            </a:r>
          </a:p>
        </p:txBody>
      </p:sp>
      <p:sp>
        <p:nvSpPr>
          <p:cNvPr id="295" name="Shape 295"/>
          <p:cNvSpPr txBox="1"/>
          <p:nvPr/>
        </p:nvSpPr>
        <p:spPr>
          <a:xfrm>
            <a:off x="5172075" y="5943600"/>
            <a:ext cx="5892799" cy="8000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4800" b="0" i="0" u="none" strike="noStrike" cap="none" baseline="0">
                <a:solidFill>
                  <a:srgbClr val="FF7F00"/>
                </a:solidFill>
                <a:latin typeface="Cabin"/>
                <a:ea typeface="Cabin"/>
                <a:cs typeface="Cabin"/>
                <a:sym typeface="Cabin"/>
              </a:rPr>
              <a:t>SELECT</a:t>
            </a:r>
            <a:r>
              <a:rPr lang="en-US" sz="4800" b="0" i="0" u="none" strike="noStrike" cap="none" baseline="0">
                <a:solidFill>
                  <a:srgbClr val="FFFF00"/>
                </a:solidFill>
                <a:latin typeface="Cabin"/>
                <a:ea typeface="Cabin"/>
                <a:cs typeface="Cabin"/>
                <a:sym typeface="Cabin"/>
              </a:rPr>
              <a:t> * </a:t>
            </a:r>
            <a:r>
              <a:rPr lang="en-US" sz="4800" b="0" i="0" u="none" strike="noStrike" cap="none" baseline="0">
                <a:solidFill>
                  <a:srgbClr val="FF7F00"/>
                </a:solidFill>
                <a:latin typeface="Cabin"/>
                <a:ea typeface="Cabin"/>
                <a:cs typeface="Cabin"/>
                <a:sym typeface="Cabin"/>
              </a:rPr>
              <a:t>FROM</a:t>
            </a:r>
            <a:r>
              <a:rPr lang="en-US" sz="4800" b="0" i="0" u="none" strike="noStrike" cap="none" baseline="0">
                <a:solidFill>
                  <a:srgbClr val="FFFF00"/>
                </a:solidFill>
                <a:latin typeface="Cabin"/>
                <a:ea typeface="Cabin"/>
                <a:cs typeface="Cabin"/>
                <a:sym typeface="Cabin"/>
              </a:rPr>
              <a:t> Users</a:t>
            </a:r>
          </a:p>
        </p:txBody>
      </p:sp>
      <p:sp>
        <p:nvSpPr>
          <p:cNvPr id="296" name="Shape 296"/>
          <p:cNvSpPr txBox="1"/>
          <p:nvPr/>
        </p:nvSpPr>
        <p:spPr>
          <a:xfrm>
            <a:off x="396725" y="7175500"/>
            <a:ext cx="15681000" cy="8000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4800" b="0" i="0" u="none" strike="noStrike" cap="none" baseline="0">
                <a:solidFill>
                  <a:srgbClr val="FF7F00"/>
                </a:solidFill>
                <a:latin typeface="Cabin"/>
                <a:ea typeface="Cabin"/>
                <a:cs typeface="Cabin"/>
                <a:sym typeface="Cabin"/>
              </a:rPr>
              <a:t>SELECT</a:t>
            </a:r>
            <a:r>
              <a:rPr lang="en-US" sz="4800" b="0" i="0" u="none" strike="noStrike" cap="none" baseline="0">
                <a:solidFill>
                  <a:srgbClr val="FFFF00"/>
                </a:solidFill>
                <a:latin typeface="Cabin"/>
                <a:ea typeface="Cabin"/>
                <a:cs typeface="Cabin"/>
                <a:sym typeface="Cabin"/>
              </a:rPr>
              <a:t> * </a:t>
            </a:r>
            <a:r>
              <a:rPr lang="en-US" sz="4800" b="0" i="0" u="none" strike="noStrike" cap="none" baseline="0">
                <a:solidFill>
                  <a:srgbClr val="FF7F00"/>
                </a:solidFill>
                <a:latin typeface="Cabin"/>
                <a:ea typeface="Cabin"/>
                <a:cs typeface="Cabin"/>
                <a:sym typeface="Cabin"/>
              </a:rPr>
              <a:t>FROM</a:t>
            </a:r>
            <a:r>
              <a:rPr lang="en-US" sz="4800" b="0" i="0" u="none" strike="noStrike" cap="none" baseline="0">
                <a:solidFill>
                  <a:srgbClr val="FFFF00"/>
                </a:solidFill>
                <a:latin typeface="Cabin"/>
                <a:ea typeface="Cabin"/>
                <a:cs typeface="Cabin"/>
                <a:sym typeface="Cabin"/>
              </a:rPr>
              <a:t> Users </a:t>
            </a:r>
            <a:r>
              <a:rPr lang="en-US" sz="4800" b="0" i="0" u="none" strike="noStrike" cap="none" baseline="0">
                <a:solidFill>
                  <a:srgbClr val="FF7F00"/>
                </a:solidFill>
                <a:latin typeface="Cabin"/>
                <a:ea typeface="Cabin"/>
                <a:cs typeface="Cabin"/>
                <a:sym typeface="Cabin"/>
              </a:rPr>
              <a:t>WHERE</a:t>
            </a:r>
            <a:r>
              <a:rPr lang="en-US" sz="4800" b="0" i="0" u="none" strike="noStrike" cap="none" baseline="0">
                <a:solidFill>
                  <a:srgbClr val="FFFF00"/>
                </a:solidFill>
                <a:latin typeface="Cabin"/>
                <a:ea typeface="Cabin"/>
                <a:cs typeface="Cabin"/>
                <a:sym typeface="Cabin"/>
              </a:rPr>
              <a:t> email='csev@umich.edu'</a:t>
            </a:r>
          </a:p>
        </p:txBody>
      </p:sp>
    </p:spTree>
  </p:cSld>
  <p:clrMapOvr>
    <a:masterClrMapping/>
  </p:clrMapOvr>
  <p:transition spd="slow">
    <p:cu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pic>
        <p:nvPicPr>
          <p:cNvPr id="301" name="Shape 301"/>
          <p:cNvPicPr preferRelativeResize="0"/>
          <p:nvPr/>
        </p:nvPicPr>
        <p:blipFill rotWithShape="1">
          <a:blip r:embed="rId3">
            <a:alphaModFix/>
          </a:blip>
          <a:srcRect/>
          <a:stretch/>
        </p:blipFill>
        <p:spPr>
          <a:xfrm>
            <a:off x="-88900" y="-101600"/>
            <a:ext cx="10985499" cy="7035799"/>
          </a:xfrm>
          <a:prstGeom prst="rect">
            <a:avLst/>
          </a:prstGeom>
          <a:noFill/>
          <a:ln>
            <a:noFill/>
          </a:ln>
        </p:spPr>
      </p:pic>
      <p:sp>
        <p:nvSpPr>
          <p:cNvPr id="302" name="Shape 302"/>
          <p:cNvSpPr/>
          <p:nvPr/>
        </p:nvSpPr>
        <p:spPr>
          <a:xfrm rot="-5400000">
            <a:off x="2222500" y="3936999"/>
            <a:ext cx="1270000" cy="1270000"/>
          </a:xfrm>
          <a:prstGeom prst="rightArrow">
            <a:avLst>
              <a:gd name="adj1" fmla="val 47118"/>
              <a:gd name="adj2" fmla="val 20133"/>
            </a:avLst>
          </a:prstGeom>
          <a:blipFill rotWithShape="0">
            <a:blip r:embed="rId4">
              <a:alphaModFix/>
            </a:blip>
            <a:stretch>
              <a:fillRect/>
            </a:stretch>
          </a:blipFill>
          <a:ln>
            <a:noFill/>
          </a:ln>
        </p:spPr>
        <p:txBody>
          <a:bodyPr lIns="0" tIns="0" rIns="0" bIns="0" anchor="t" anchorCtr="0">
            <a:noAutofit/>
          </a:bodyPr>
          <a:lstStyle/>
          <a:p>
            <a:pPr marL="0" marR="0" lvl="0" indent="0" algn="ctr" rtl="0">
              <a:lnSpc>
                <a:spcPct val="100000"/>
              </a:lnSpc>
              <a:spcBef>
                <a:spcPts val="0"/>
              </a:spcBef>
              <a:spcAft>
                <a:spcPts val="0"/>
              </a:spcAft>
              <a:buNone/>
            </a:pPr>
            <a:endParaRPr/>
          </a:p>
        </p:txBody>
      </p:sp>
      <p:pic>
        <p:nvPicPr>
          <p:cNvPr id="303" name="Shape 303"/>
          <p:cNvPicPr preferRelativeResize="0"/>
          <p:nvPr/>
        </p:nvPicPr>
        <p:blipFill rotWithShape="1">
          <a:blip r:embed="rId5">
            <a:alphaModFix/>
          </a:blip>
          <a:srcRect/>
          <a:stretch/>
        </p:blipFill>
        <p:spPr>
          <a:xfrm>
            <a:off x="5118100" y="1854200"/>
            <a:ext cx="10985399" cy="7035899"/>
          </a:xfrm>
          <a:prstGeom prst="rect">
            <a:avLst/>
          </a:prstGeom>
          <a:noFill/>
          <a:ln>
            <a:noFill/>
          </a:ln>
        </p:spPr>
      </p:pic>
      <p:sp>
        <p:nvSpPr>
          <p:cNvPr id="304" name="Shape 304"/>
          <p:cNvSpPr/>
          <p:nvPr/>
        </p:nvSpPr>
        <p:spPr>
          <a:xfrm flipH="1">
            <a:off x="12204800" y="4203700"/>
            <a:ext cx="1269899" cy="1269899"/>
          </a:xfrm>
          <a:prstGeom prst="rightArrow">
            <a:avLst>
              <a:gd name="adj1" fmla="val 39117"/>
              <a:gd name="adj2" fmla="val 20320"/>
            </a:avLst>
          </a:prstGeom>
          <a:blipFill rotWithShape="0">
            <a:blip r:embed="rId4">
              <a:alphaModFix/>
            </a:blip>
            <a:stretch>
              <a:fillRect/>
            </a:stretch>
          </a:blipFill>
          <a:ln>
            <a:noFill/>
          </a:ln>
        </p:spPr>
        <p:txBody>
          <a:bodyPr lIns="0" tIns="0" rIns="0" bIns="0" anchor="t" anchorCtr="0">
            <a:noAutofit/>
          </a:bodyPr>
          <a:lstStyle/>
          <a:p>
            <a:pPr marL="0" marR="0" lvl="0" indent="0" algn="ctr" rtl="0">
              <a:lnSpc>
                <a:spcPct val="100000"/>
              </a:lnSpc>
              <a:spcBef>
                <a:spcPts val="0"/>
              </a:spcBef>
              <a:spcAft>
                <a:spcPts val="0"/>
              </a:spcAft>
              <a:buNone/>
            </a:pPr>
            <a:endParaRPr/>
          </a:p>
        </p:txBody>
      </p:sp>
    </p:spTree>
  </p:cSld>
  <p:clrMapOvr>
    <a:masterClrMapping/>
  </p:clrMapOvr>
  <p:transition spd="slow">
    <p:cu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Shape 309"/>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7600" b="0" i="0" u="none" strike="noStrike" cap="none" baseline="0">
                <a:solidFill>
                  <a:srgbClr val="FF7F00"/>
                </a:solidFill>
                <a:latin typeface="Cabin"/>
                <a:ea typeface="Cabin"/>
                <a:cs typeface="Cabin"/>
                <a:sym typeface="Cabin"/>
              </a:rPr>
              <a:t>Sorting with ORDER BY</a:t>
            </a:r>
          </a:p>
        </p:txBody>
      </p:sp>
      <p:sp>
        <p:nvSpPr>
          <p:cNvPr id="310" name="Shape 310"/>
          <p:cNvSpPr txBox="1">
            <a:spLocks noGrp="1"/>
          </p:cNvSpPr>
          <p:nvPr>
            <p:ph type="body" idx="1"/>
          </p:nvPr>
        </p:nvSpPr>
        <p:spPr>
          <a:xfrm>
            <a:off x="1155700" y="2603500"/>
            <a:ext cx="13931900" cy="2247900"/>
          </a:xfrm>
          <a:prstGeom prst="rect">
            <a:avLst/>
          </a:prstGeom>
          <a:noFill/>
          <a:ln>
            <a:noFill/>
          </a:ln>
        </p:spPr>
        <p:txBody>
          <a:bodyPr lIns="38100" tIns="38100" rIns="38100" bIns="38100" anchor="ctr" anchorCtr="0">
            <a:noAutofit/>
          </a:bodyPr>
          <a:lstStyle/>
          <a:p>
            <a:pPr marL="749300" marR="0" lvl="0" indent="-533400" algn="l" rtl="0">
              <a:lnSpc>
                <a:spcPct val="100000"/>
              </a:lnSpc>
              <a:spcBef>
                <a:spcPts val="0"/>
              </a:spcBef>
              <a:spcAft>
                <a:spcPts val="0"/>
              </a:spcAft>
              <a:buClr>
                <a:schemeClr val="lt1"/>
              </a:buClr>
              <a:buSzPct val="171000"/>
              <a:buFont typeface="Cabin"/>
              <a:buChar char="•"/>
            </a:pPr>
            <a:r>
              <a:rPr lang="en-US" sz="3600" b="0" i="0" u="none" strike="noStrike" cap="none" baseline="0">
                <a:solidFill>
                  <a:schemeClr val="lt1"/>
                </a:solidFill>
                <a:latin typeface="Cabin"/>
                <a:ea typeface="Cabin"/>
                <a:cs typeface="Cabin"/>
                <a:sym typeface="Cabin"/>
              </a:rPr>
              <a:t>You can add an </a:t>
            </a:r>
            <a:r>
              <a:rPr lang="en-US" sz="3600" b="0" i="0" u="none" strike="noStrike" cap="none" baseline="0">
                <a:solidFill>
                  <a:srgbClr val="FF7F00"/>
                </a:solidFill>
                <a:latin typeface="Cabin"/>
                <a:ea typeface="Cabin"/>
                <a:cs typeface="Cabin"/>
                <a:sym typeface="Cabin"/>
              </a:rPr>
              <a:t>ORDER BY </a:t>
            </a:r>
            <a:r>
              <a:rPr lang="en-US" sz="3600" b="0" i="0" u="none" strike="noStrike" cap="none" baseline="0">
                <a:solidFill>
                  <a:schemeClr val="lt1"/>
                </a:solidFill>
                <a:latin typeface="Cabin"/>
                <a:ea typeface="Cabin"/>
                <a:cs typeface="Cabin"/>
                <a:sym typeface="Cabin"/>
              </a:rPr>
              <a:t>clause to </a:t>
            </a:r>
            <a:r>
              <a:rPr lang="en-US" sz="3600" b="0" i="0" u="none" strike="noStrike" cap="none" baseline="0">
                <a:solidFill>
                  <a:srgbClr val="FF7F00"/>
                </a:solidFill>
                <a:latin typeface="Cabin"/>
                <a:ea typeface="Cabin"/>
                <a:cs typeface="Cabin"/>
                <a:sym typeface="Cabin"/>
              </a:rPr>
              <a:t>SELECT</a:t>
            </a:r>
            <a:r>
              <a:rPr lang="en-US" sz="3600" b="0" i="0" u="none" strike="noStrike" cap="none" baseline="0">
                <a:solidFill>
                  <a:schemeClr val="lt1"/>
                </a:solidFill>
                <a:latin typeface="Cabin"/>
                <a:ea typeface="Cabin"/>
                <a:cs typeface="Cabin"/>
                <a:sym typeface="Cabin"/>
              </a:rPr>
              <a:t> statements to get the results sorted in ascending or descending order</a:t>
            </a:r>
          </a:p>
        </p:txBody>
      </p:sp>
      <p:sp>
        <p:nvSpPr>
          <p:cNvPr id="311" name="Shape 311"/>
          <p:cNvSpPr txBox="1"/>
          <p:nvPr/>
        </p:nvSpPr>
        <p:spPr>
          <a:xfrm>
            <a:off x="2978150" y="5905500"/>
            <a:ext cx="9759949" cy="749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4500" b="0" i="0" u="none" strike="noStrike" cap="none" baseline="0">
                <a:solidFill>
                  <a:srgbClr val="FF7F00"/>
                </a:solidFill>
                <a:latin typeface="Cabin"/>
                <a:ea typeface="Cabin"/>
                <a:cs typeface="Cabin"/>
                <a:sym typeface="Cabin"/>
              </a:rPr>
              <a:t>SELECT</a:t>
            </a:r>
            <a:r>
              <a:rPr lang="en-US" sz="4500" b="0" i="0" u="none" strike="noStrike" cap="none" baseline="0">
                <a:solidFill>
                  <a:schemeClr val="lt1"/>
                </a:solidFill>
                <a:latin typeface="Cabin"/>
                <a:ea typeface="Cabin"/>
                <a:cs typeface="Cabin"/>
                <a:sym typeface="Cabin"/>
              </a:rPr>
              <a:t> * </a:t>
            </a:r>
            <a:r>
              <a:rPr lang="en-US" sz="4500" b="0" i="0" u="none" strike="noStrike" cap="none" baseline="0">
                <a:solidFill>
                  <a:srgbClr val="FF7F00"/>
                </a:solidFill>
                <a:latin typeface="Cabin"/>
                <a:ea typeface="Cabin"/>
                <a:cs typeface="Cabin"/>
                <a:sym typeface="Cabin"/>
              </a:rPr>
              <a:t>FROM</a:t>
            </a:r>
            <a:r>
              <a:rPr lang="en-US" sz="4500" b="0" i="0" u="none" strike="noStrike" cap="none" baseline="0">
                <a:solidFill>
                  <a:schemeClr val="lt1"/>
                </a:solidFill>
                <a:latin typeface="Cabin"/>
                <a:ea typeface="Cabin"/>
                <a:cs typeface="Cabin"/>
                <a:sym typeface="Cabin"/>
              </a:rPr>
              <a:t> Users </a:t>
            </a:r>
            <a:r>
              <a:rPr lang="en-US" sz="4500" b="0" i="0" u="none" strike="noStrike" cap="none" baseline="0">
                <a:solidFill>
                  <a:srgbClr val="FF7F00"/>
                </a:solidFill>
                <a:latin typeface="Cabin"/>
                <a:ea typeface="Cabin"/>
                <a:cs typeface="Cabin"/>
                <a:sym typeface="Cabin"/>
              </a:rPr>
              <a:t>ORDER BY</a:t>
            </a:r>
            <a:r>
              <a:rPr lang="en-US" sz="4500" b="0" i="0" u="none" strike="noStrike" cap="none" baseline="0">
                <a:solidFill>
                  <a:schemeClr val="lt1"/>
                </a:solidFill>
                <a:latin typeface="Cabin"/>
                <a:ea typeface="Cabin"/>
                <a:cs typeface="Cabin"/>
                <a:sym typeface="Cabin"/>
              </a:rPr>
              <a:t> email</a:t>
            </a:r>
          </a:p>
        </p:txBody>
      </p:sp>
      <p:sp>
        <p:nvSpPr>
          <p:cNvPr id="312" name="Shape 312"/>
          <p:cNvSpPr txBox="1"/>
          <p:nvPr/>
        </p:nvSpPr>
        <p:spPr>
          <a:xfrm>
            <a:off x="2960686" y="7086600"/>
            <a:ext cx="9794875" cy="749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4500" b="0" i="0" u="none" strike="noStrike" cap="none" baseline="0">
                <a:solidFill>
                  <a:srgbClr val="FF7F00"/>
                </a:solidFill>
                <a:latin typeface="Cabin"/>
                <a:ea typeface="Cabin"/>
                <a:cs typeface="Cabin"/>
                <a:sym typeface="Cabin"/>
              </a:rPr>
              <a:t>SELECT</a:t>
            </a:r>
            <a:r>
              <a:rPr lang="en-US" sz="4500" b="0" i="0" u="none" strike="noStrike" cap="none" baseline="0">
                <a:solidFill>
                  <a:schemeClr val="lt1"/>
                </a:solidFill>
                <a:latin typeface="Cabin"/>
                <a:ea typeface="Cabin"/>
                <a:cs typeface="Cabin"/>
                <a:sym typeface="Cabin"/>
              </a:rPr>
              <a:t> * </a:t>
            </a:r>
            <a:r>
              <a:rPr lang="en-US" sz="4500" b="0" i="0" u="none" strike="noStrike" cap="none" baseline="0">
                <a:solidFill>
                  <a:srgbClr val="FF7F00"/>
                </a:solidFill>
                <a:latin typeface="Cabin"/>
                <a:ea typeface="Cabin"/>
                <a:cs typeface="Cabin"/>
                <a:sym typeface="Cabin"/>
              </a:rPr>
              <a:t>FROM</a:t>
            </a:r>
            <a:r>
              <a:rPr lang="en-US" sz="4500" b="0" i="0" u="none" strike="noStrike" cap="none" baseline="0">
                <a:solidFill>
                  <a:schemeClr val="lt1"/>
                </a:solidFill>
                <a:latin typeface="Cabin"/>
                <a:ea typeface="Cabin"/>
                <a:cs typeface="Cabin"/>
                <a:sym typeface="Cabin"/>
              </a:rPr>
              <a:t> Users </a:t>
            </a:r>
            <a:r>
              <a:rPr lang="en-US" sz="4500" b="0" i="0" u="none" strike="noStrike" cap="none" baseline="0">
                <a:solidFill>
                  <a:srgbClr val="FF7F00"/>
                </a:solidFill>
                <a:latin typeface="Cabin"/>
                <a:ea typeface="Cabin"/>
                <a:cs typeface="Cabin"/>
                <a:sym typeface="Cabin"/>
              </a:rPr>
              <a:t>ORDER BY</a:t>
            </a:r>
            <a:r>
              <a:rPr lang="en-US" sz="4500" b="0" i="0" u="none" strike="noStrike" cap="none" baseline="0">
                <a:solidFill>
                  <a:schemeClr val="lt1"/>
                </a:solidFill>
                <a:latin typeface="Cabin"/>
                <a:ea typeface="Cabin"/>
                <a:cs typeface="Cabin"/>
                <a:sym typeface="Cabin"/>
              </a:rPr>
              <a:t> name</a:t>
            </a:r>
          </a:p>
        </p:txBody>
      </p:sp>
    </p:spTree>
  </p:cSld>
  <p:clrMapOvr>
    <a:masterClrMapping/>
  </p:clrMapOvr>
  <p:transition spd="slow">
    <p:cu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pic>
        <p:nvPicPr>
          <p:cNvPr id="317" name="Shape 317"/>
          <p:cNvPicPr preferRelativeResize="0"/>
          <p:nvPr/>
        </p:nvPicPr>
        <p:blipFill rotWithShape="1">
          <a:blip r:embed="rId3">
            <a:alphaModFix/>
          </a:blip>
          <a:srcRect/>
          <a:stretch/>
        </p:blipFill>
        <p:spPr>
          <a:xfrm>
            <a:off x="2311400" y="1054100"/>
            <a:ext cx="10985499" cy="7035799"/>
          </a:xfrm>
          <a:prstGeom prst="rect">
            <a:avLst/>
          </a:prstGeom>
          <a:noFill/>
          <a:ln>
            <a:noFill/>
          </a:ln>
        </p:spPr>
      </p:pic>
    </p:spTree>
  </p:cSld>
  <p:clrMapOvr>
    <a:masterClrMapping/>
  </p:clrMapOvr>
  <p:transition spd="slow">
    <p:cu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Shape 322"/>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b="0" i="0" u="none" strike="noStrike" cap="none" baseline="0">
                <a:solidFill>
                  <a:schemeClr val="lt1"/>
                </a:solidFill>
                <a:latin typeface="Cabin"/>
                <a:ea typeface="Cabin"/>
                <a:cs typeface="Cabin"/>
                <a:sym typeface="Cabin"/>
              </a:rPr>
              <a:t>SQL Summary</a:t>
            </a:r>
          </a:p>
        </p:txBody>
      </p:sp>
      <p:sp>
        <p:nvSpPr>
          <p:cNvPr id="323" name="Shape 323"/>
          <p:cNvSpPr txBox="1"/>
          <p:nvPr/>
        </p:nvSpPr>
        <p:spPr>
          <a:xfrm>
            <a:off x="5507037" y="5245100"/>
            <a:ext cx="4918200" cy="8000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000" b="0" i="0" u="none" strike="noStrike" cap="none" baseline="0">
                <a:solidFill>
                  <a:srgbClr val="FFFF00"/>
                </a:solidFill>
                <a:latin typeface="Courier New"/>
                <a:ea typeface="Courier New"/>
                <a:cs typeface="Courier New"/>
                <a:sym typeface="Courier New"/>
              </a:rPr>
              <a:t>select * from Users</a:t>
            </a:r>
          </a:p>
        </p:txBody>
      </p:sp>
      <p:sp>
        <p:nvSpPr>
          <p:cNvPr id="324" name="Shape 324"/>
          <p:cNvSpPr txBox="1"/>
          <p:nvPr/>
        </p:nvSpPr>
        <p:spPr>
          <a:xfrm>
            <a:off x="1528761" y="6083300"/>
            <a:ext cx="12876299" cy="8000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000" b="0" i="0" u="none" strike="noStrike" cap="none" baseline="0">
                <a:solidFill>
                  <a:srgbClr val="FFFF00"/>
                </a:solidFill>
                <a:latin typeface="Courier New"/>
                <a:ea typeface="Courier New"/>
                <a:cs typeface="Courier New"/>
                <a:sym typeface="Courier New"/>
              </a:rPr>
              <a:t>select * from Users where email='csev@umich.edu'</a:t>
            </a:r>
          </a:p>
        </p:txBody>
      </p:sp>
      <p:sp>
        <p:nvSpPr>
          <p:cNvPr id="325" name="Shape 325"/>
          <p:cNvSpPr txBox="1"/>
          <p:nvPr/>
        </p:nvSpPr>
        <p:spPr>
          <a:xfrm>
            <a:off x="922337" y="4330700"/>
            <a:ext cx="14392199" cy="7239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000" b="0" i="0" u="none" strike="noStrike" cap="none" baseline="0">
                <a:solidFill>
                  <a:srgbClr val="FFFF00"/>
                </a:solidFill>
                <a:latin typeface="Courier New"/>
                <a:ea typeface="Courier New"/>
                <a:cs typeface="Courier New"/>
                <a:sym typeface="Courier New"/>
              </a:rPr>
              <a:t>update Users set name="Charles" where email='csev@umich.edu'</a:t>
            </a:r>
          </a:p>
        </p:txBody>
      </p:sp>
      <p:sp>
        <p:nvSpPr>
          <p:cNvPr id="326" name="Shape 326"/>
          <p:cNvSpPr txBox="1"/>
          <p:nvPr/>
        </p:nvSpPr>
        <p:spPr>
          <a:xfrm>
            <a:off x="376725" y="2568900"/>
            <a:ext cx="15661199" cy="7364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000" b="0" i="0" u="none" strike="noStrike" cap="none" baseline="0">
                <a:solidFill>
                  <a:srgbClr val="FFFF00"/>
                </a:solidFill>
                <a:latin typeface="Courier New"/>
                <a:ea typeface="Courier New"/>
                <a:cs typeface="Courier New"/>
                <a:sym typeface="Courier New"/>
              </a:rPr>
              <a:t>insert into Users (name, email) values ('Ted', 'ted@umich.edu')</a:t>
            </a:r>
          </a:p>
        </p:txBody>
      </p:sp>
      <p:sp>
        <p:nvSpPr>
          <p:cNvPr id="327" name="Shape 327"/>
          <p:cNvSpPr txBox="1"/>
          <p:nvPr/>
        </p:nvSpPr>
        <p:spPr>
          <a:xfrm>
            <a:off x="2074874" y="3392637"/>
            <a:ext cx="11801399" cy="7745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000" b="0" i="0" u="none" strike="noStrike" cap="none" baseline="0">
                <a:solidFill>
                  <a:srgbClr val="FFFF00"/>
                </a:solidFill>
                <a:latin typeface="Courier New"/>
                <a:ea typeface="Courier New"/>
                <a:cs typeface="Courier New"/>
                <a:sym typeface="Courier New"/>
              </a:rPr>
              <a:t>delete from Users where email='ted@umich.edu'</a:t>
            </a:r>
          </a:p>
        </p:txBody>
      </p:sp>
      <p:sp>
        <p:nvSpPr>
          <p:cNvPr id="328" name="Shape 328"/>
          <p:cNvSpPr txBox="1"/>
          <p:nvPr/>
        </p:nvSpPr>
        <p:spPr>
          <a:xfrm>
            <a:off x="3894137" y="6997700"/>
            <a:ext cx="8158199" cy="7493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000" b="0" i="0" u="none" strike="noStrike" cap="none" baseline="0">
                <a:solidFill>
                  <a:srgbClr val="FFFF00"/>
                </a:solidFill>
                <a:latin typeface="Courier New"/>
                <a:ea typeface="Courier New"/>
                <a:cs typeface="Courier New"/>
                <a:sym typeface="Courier New"/>
              </a:rPr>
              <a:t>select * from Users order by email</a:t>
            </a:r>
          </a:p>
        </p:txBody>
      </p:sp>
    </p:spTree>
  </p:cSld>
  <p:clrMapOvr>
    <a:masterClrMapping/>
  </p:clrMapOvr>
  <p:transition spd="slow">
    <p:cu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Shape 333"/>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b="0" i="0" u="none" strike="noStrike" cap="none" baseline="0">
                <a:solidFill>
                  <a:srgbClr val="00FF00"/>
                </a:solidFill>
                <a:latin typeface="Cabin"/>
                <a:ea typeface="Cabin"/>
                <a:cs typeface="Cabin"/>
                <a:sym typeface="Cabin"/>
              </a:rPr>
              <a:t>This is not too exciting (so far)</a:t>
            </a:r>
          </a:p>
        </p:txBody>
      </p:sp>
      <p:sp>
        <p:nvSpPr>
          <p:cNvPr id="334" name="Shape 334"/>
          <p:cNvSpPr txBox="1">
            <a:spLocks noGrp="1"/>
          </p:cNvSpPr>
          <p:nvPr>
            <p:ph type="body" idx="1"/>
          </p:nvPr>
        </p:nvSpPr>
        <p:spPr>
          <a:xfrm>
            <a:off x="1155700" y="2540000"/>
            <a:ext cx="13523999" cy="4757100"/>
          </a:xfrm>
          <a:prstGeom prst="rect">
            <a:avLst/>
          </a:prstGeom>
          <a:noFill/>
          <a:ln>
            <a:noFill/>
          </a:ln>
        </p:spPr>
        <p:txBody>
          <a:bodyPr lIns="38100" tIns="38100" rIns="38100" bIns="38100" anchor="ctr" anchorCtr="0">
            <a:noAutofit/>
          </a:bodyPr>
          <a:lstStyle/>
          <a:p>
            <a:pPr marL="457200" marR="0" lvl="0" indent="-228600" algn="l" rtl="0">
              <a:lnSpc>
                <a:spcPct val="100000"/>
              </a:lnSpc>
              <a:spcBef>
                <a:spcPts val="0"/>
              </a:spcBef>
              <a:spcAft>
                <a:spcPts val="1000"/>
              </a:spcAft>
              <a:buSzPct val="100000"/>
              <a:buFont typeface="Cabin"/>
            </a:pPr>
            <a:r>
              <a:rPr lang="en-US" sz="3600" b="0" i="0" u="none" strike="noStrike" cap="none" baseline="0">
                <a:solidFill>
                  <a:schemeClr val="lt1"/>
                </a:solidFill>
                <a:latin typeface="Cabin"/>
                <a:ea typeface="Cabin"/>
                <a:cs typeface="Cabin"/>
                <a:sym typeface="Cabin"/>
              </a:rPr>
              <a:t>Tables pretty much look like big fast programmable spreadsheets with rows, columns, and commands</a:t>
            </a:r>
          </a:p>
          <a:p>
            <a:pPr marL="457200" marR="0" lvl="0" indent="-228600" algn="l" rtl="0">
              <a:lnSpc>
                <a:spcPct val="100000"/>
              </a:lnSpc>
              <a:spcBef>
                <a:spcPts val="3500"/>
              </a:spcBef>
              <a:spcAft>
                <a:spcPts val="1000"/>
              </a:spcAft>
              <a:buSzPct val="100000"/>
              <a:buFont typeface="Cabin"/>
            </a:pPr>
            <a:r>
              <a:rPr lang="en-US" sz="3600" b="0" i="0" u="none" strike="noStrike" cap="none" baseline="0">
                <a:solidFill>
                  <a:schemeClr val="lt1"/>
                </a:solidFill>
                <a:latin typeface="Cabin"/>
                <a:ea typeface="Cabin"/>
                <a:cs typeface="Cabin"/>
                <a:sym typeface="Cabin"/>
              </a:rPr>
              <a:t>The power comes when we have more than one table and we can exploit the relationships between the tables</a:t>
            </a:r>
          </a:p>
        </p:txBody>
      </p:sp>
    </p:spTree>
  </p:cSld>
  <p:clrMapOvr>
    <a:masterClrMapping/>
  </p:clrMapOvr>
  <p:transition spd="slow">
    <p:cu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Shape 339"/>
          <p:cNvSpPr txBox="1">
            <a:spLocks noGrp="1"/>
          </p:cNvSpPr>
          <p:nvPr>
            <p:ph type="title"/>
          </p:nvPr>
        </p:nvSpPr>
        <p:spPr>
          <a:xfrm>
            <a:off x="1155700" y="1536700"/>
            <a:ext cx="13931900" cy="3086099"/>
          </a:xfrm>
          <a:prstGeom prst="rect">
            <a:avLst/>
          </a:prstGeom>
          <a:noFill/>
          <a:ln>
            <a:noFill/>
          </a:ln>
        </p:spPr>
        <p:txBody>
          <a:bodyPr lIns="38100" tIns="38100" rIns="38100" bIns="38100" anchor="b"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7600" b="0" i="0" u="none" strike="noStrike" cap="none" baseline="0">
                <a:solidFill>
                  <a:srgbClr val="FF7F00"/>
                </a:solidFill>
                <a:latin typeface="Cabin"/>
                <a:ea typeface="Cabin"/>
                <a:cs typeface="Cabin"/>
                <a:sym typeface="Cabin"/>
              </a:rPr>
              <a:t>Complex Data Models and  Relationships</a:t>
            </a:r>
          </a:p>
        </p:txBody>
      </p:sp>
      <p:sp>
        <p:nvSpPr>
          <p:cNvPr id="340" name="Shape 340"/>
          <p:cNvSpPr txBox="1">
            <a:spLocks noGrp="1"/>
          </p:cNvSpPr>
          <p:nvPr>
            <p:ph type="body" idx="1"/>
          </p:nvPr>
        </p:nvSpPr>
        <p:spPr>
          <a:xfrm>
            <a:off x="1155700" y="4711700"/>
            <a:ext cx="13931900" cy="1054100"/>
          </a:xfrm>
          <a:prstGeom prst="rect">
            <a:avLst/>
          </a:prstGeom>
          <a:noFill/>
          <a:ln>
            <a:noFill/>
          </a:ln>
        </p:spPr>
        <p:txBody>
          <a:bodyPr lIns="38100" tIns="38100" rIns="38100" bIns="38100" anchor="t"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200" b="0" i="0" u="sng" strike="noStrike" cap="none" baseline="0">
                <a:solidFill>
                  <a:schemeClr val="lt1"/>
                </a:solidFill>
                <a:latin typeface="Cabin"/>
                <a:ea typeface="Cabin"/>
                <a:cs typeface="Cabin"/>
                <a:sym typeface="Cabin"/>
                <a:hlinkClick r:id="rId3"/>
              </a:rPr>
              <a:t>http://en.wikipedia.org/wiki/Relational_model</a:t>
            </a:r>
          </a:p>
        </p:txBody>
      </p:sp>
    </p:spTree>
  </p:cSld>
  <p:clrMapOvr>
    <a:masterClrMapping/>
  </p:clrMapOvr>
  <p:transition spd="slow">
    <p:cu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Shape 345"/>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7600" b="0" i="0" u="none" strike="noStrike" cap="none" baseline="0">
                <a:solidFill>
                  <a:srgbClr val="FF7F00"/>
                </a:solidFill>
                <a:latin typeface="Cabin"/>
                <a:ea typeface="Cabin"/>
                <a:cs typeface="Cabin"/>
                <a:sym typeface="Cabin"/>
              </a:rPr>
              <a:t>Database Design</a:t>
            </a:r>
          </a:p>
        </p:txBody>
      </p:sp>
      <p:sp>
        <p:nvSpPr>
          <p:cNvPr id="346" name="Shape 346"/>
          <p:cNvSpPr txBox="1">
            <a:spLocks noGrp="1"/>
          </p:cNvSpPr>
          <p:nvPr>
            <p:ph type="body" idx="1"/>
          </p:nvPr>
        </p:nvSpPr>
        <p:spPr>
          <a:xfrm>
            <a:off x="1155700" y="2603500"/>
            <a:ext cx="13931900" cy="5702299"/>
          </a:xfrm>
          <a:prstGeom prst="rect">
            <a:avLst/>
          </a:prstGeom>
          <a:noFill/>
          <a:ln>
            <a:noFill/>
          </a:ln>
        </p:spPr>
        <p:txBody>
          <a:bodyPr lIns="38100" tIns="38100" rIns="38100" bIns="38100" anchor="ctr" anchorCtr="0">
            <a:noAutofit/>
          </a:bodyPr>
          <a:lstStyle/>
          <a:p>
            <a:pPr marL="457200" marR="0" lvl="0" indent="-228600" algn="l" rtl="0">
              <a:lnSpc>
                <a:spcPct val="100000"/>
              </a:lnSpc>
              <a:spcBef>
                <a:spcPts val="0"/>
              </a:spcBef>
              <a:spcAft>
                <a:spcPts val="1000"/>
              </a:spcAft>
              <a:buSzPct val="100000"/>
              <a:buFont typeface="Cabin"/>
            </a:pPr>
            <a:r>
              <a:rPr lang="en-US" sz="3600" b="0" i="0" u="none" strike="noStrike" cap="none" baseline="0">
                <a:solidFill>
                  <a:schemeClr val="lt1"/>
                </a:solidFill>
                <a:latin typeface="Cabin"/>
                <a:ea typeface="Cabin"/>
                <a:cs typeface="Cabin"/>
                <a:sym typeface="Cabin"/>
              </a:rPr>
              <a:t>Database design is an </a:t>
            </a:r>
            <a:r>
              <a:rPr lang="en-US" sz="3600" b="0" i="0" u="none" strike="noStrike" cap="none" baseline="0">
                <a:solidFill>
                  <a:srgbClr val="00FF00"/>
                </a:solidFill>
                <a:latin typeface="Cabin"/>
                <a:ea typeface="Cabin"/>
                <a:cs typeface="Cabin"/>
                <a:sym typeface="Cabin"/>
              </a:rPr>
              <a:t>art form</a:t>
            </a:r>
            <a:r>
              <a:rPr lang="en-US" sz="3600" b="0" i="0" u="none" strike="noStrike" cap="none" baseline="0">
                <a:solidFill>
                  <a:schemeClr val="lt1"/>
                </a:solidFill>
                <a:latin typeface="Cabin"/>
                <a:ea typeface="Cabin"/>
                <a:cs typeface="Cabin"/>
                <a:sym typeface="Cabin"/>
              </a:rPr>
              <a:t> of its own with particular skills and experience</a:t>
            </a:r>
          </a:p>
          <a:p>
            <a:pPr marL="457200" marR="0" lvl="0" indent="-228600" algn="l" rtl="0">
              <a:lnSpc>
                <a:spcPct val="100000"/>
              </a:lnSpc>
              <a:spcBef>
                <a:spcPts val="3500"/>
              </a:spcBef>
              <a:spcAft>
                <a:spcPts val="1000"/>
              </a:spcAft>
              <a:buSzPct val="100000"/>
              <a:buFont typeface="Cabin"/>
            </a:pPr>
            <a:r>
              <a:rPr lang="en-US" sz="3600" b="0" i="0" u="none" strike="noStrike" cap="none" baseline="0">
                <a:solidFill>
                  <a:schemeClr val="lt1"/>
                </a:solidFill>
                <a:latin typeface="Cabin"/>
                <a:ea typeface="Cabin"/>
                <a:cs typeface="Cabin"/>
                <a:sym typeface="Cabin"/>
              </a:rPr>
              <a:t>Our goal is to avoid the really bad mistakes and design clean and easily understood databases</a:t>
            </a:r>
          </a:p>
          <a:p>
            <a:pPr marL="457200" marR="0" lvl="0" indent="-228600" algn="l" rtl="0">
              <a:lnSpc>
                <a:spcPct val="100000"/>
              </a:lnSpc>
              <a:spcBef>
                <a:spcPts val="3500"/>
              </a:spcBef>
              <a:spcAft>
                <a:spcPts val="1000"/>
              </a:spcAft>
              <a:buSzPct val="100000"/>
              <a:buFont typeface="Cabin"/>
            </a:pPr>
            <a:r>
              <a:rPr lang="en-US" sz="3600" b="0" i="0" u="none" strike="noStrike" cap="none" baseline="0">
                <a:solidFill>
                  <a:schemeClr val="lt1"/>
                </a:solidFill>
                <a:latin typeface="Cabin"/>
                <a:ea typeface="Cabin"/>
                <a:cs typeface="Cabin"/>
                <a:sym typeface="Cabin"/>
              </a:rPr>
              <a:t>Others may performance tune things later</a:t>
            </a:r>
          </a:p>
          <a:p>
            <a:pPr marL="457200" marR="0" lvl="0" indent="-228600" algn="l" rtl="0">
              <a:lnSpc>
                <a:spcPct val="100000"/>
              </a:lnSpc>
              <a:spcBef>
                <a:spcPts val="3500"/>
              </a:spcBef>
              <a:spcAft>
                <a:spcPts val="1000"/>
              </a:spcAft>
              <a:buSzPct val="100000"/>
              <a:buFont typeface="Cabin"/>
            </a:pPr>
            <a:r>
              <a:rPr lang="en-US" sz="3600" b="0" i="0" u="none" strike="noStrike" cap="none" baseline="0">
                <a:solidFill>
                  <a:schemeClr val="lt1"/>
                </a:solidFill>
                <a:latin typeface="Cabin"/>
                <a:ea typeface="Cabin"/>
                <a:cs typeface="Cabin"/>
                <a:sym typeface="Cabin"/>
              </a:rPr>
              <a:t>Database design starts with a picture...</a:t>
            </a:r>
          </a:p>
        </p:txBody>
      </p:sp>
    </p:spTree>
  </p:cSld>
  <p:clrMapOvr>
    <a:masterClrMapping/>
  </p:clrMapOvr>
  <p:transition spd="slow">
    <p:cu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pic>
        <p:nvPicPr>
          <p:cNvPr id="351" name="Shape 351"/>
          <p:cNvPicPr preferRelativeResize="0"/>
          <p:nvPr/>
        </p:nvPicPr>
        <p:blipFill rotWithShape="1">
          <a:blip r:embed="rId3">
            <a:alphaModFix/>
          </a:blip>
          <a:srcRect/>
          <a:stretch/>
        </p:blipFill>
        <p:spPr>
          <a:xfrm>
            <a:off x="3530600" y="1143000"/>
            <a:ext cx="9194799" cy="6324600"/>
          </a:xfrm>
          <a:prstGeom prst="rect">
            <a:avLst/>
          </a:prstGeom>
          <a:noFill/>
          <a:ln>
            <a:noFill/>
          </a:ln>
        </p:spPr>
      </p:pic>
    </p:spTree>
  </p:cSld>
  <p:clrMapOvr>
    <a:masterClrMapping/>
  </p:clrMapOvr>
  <p:transition spd="slow">
    <p:cu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pic>
        <p:nvPicPr>
          <p:cNvPr id="356" name="Shape 356"/>
          <p:cNvPicPr preferRelativeResize="0"/>
          <p:nvPr/>
        </p:nvPicPr>
        <p:blipFill rotWithShape="1">
          <a:blip r:embed="rId3">
            <a:alphaModFix/>
          </a:blip>
          <a:srcRect/>
          <a:stretch/>
        </p:blipFill>
        <p:spPr>
          <a:xfrm>
            <a:off x="1447800" y="241300"/>
            <a:ext cx="13830299" cy="8664575"/>
          </a:xfrm>
          <a:prstGeom prst="rect">
            <a:avLst/>
          </a:prstGeom>
          <a:noFill/>
          <a:ln>
            <a:noFill/>
          </a:ln>
        </p:spPr>
      </p:pic>
    </p:spTree>
  </p:cSld>
  <p:clrMapOvr>
    <a:masterClrMapping/>
  </p:clrMapOvr>
  <p:transition spd="slow">
    <p:cu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Shape 361"/>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b="0" i="0" u="none" strike="noStrike" cap="none" baseline="0">
                <a:solidFill>
                  <a:srgbClr val="00FF00"/>
                </a:solidFill>
                <a:latin typeface="Cabin"/>
                <a:ea typeface="Cabin"/>
                <a:cs typeface="Cabin"/>
                <a:sym typeface="Cabin"/>
              </a:rPr>
              <a:t>Building a Data Model</a:t>
            </a:r>
          </a:p>
        </p:txBody>
      </p:sp>
      <p:sp>
        <p:nvSpPr>
          <p:cNvPr id="362" name="Shape 362"/>
          <p:cNvSpPr txBox="1">
            <a:spLocks noGrp="1"/>
          </p:cNvSpPr>
          <p:nvPr>
            <p:ph type="body" idx="1"/>
          </p:nvPr>
        </p:nvSpPr>
        <p:spPr>
          <a:xfrm>
            <a:off x="1155700" y="2603500"/>
            <a:ext cx="13931900" cy="5702299"/>
          </a:xfrm>
          <a:prstGeom prst="rect">
            <a:avLst/>
          </a:prstGeom>
          <a:noFill/>
          <a:ln>
            <a:noFill/>
          </a:ln>
        </p:spPr>
        <p:txBody>
          <a:bodyPr lIns="38100" tIns="38100" rIns="38100" bIns="38100" anchor="ctr" anchorCtr="0">
            <a:noAutofit/>
          </a:bodyPr>
          <a:lstStyle/>
          <a:p>
            <a:pPr marL="749300" marR="0" lvl="0" indent="-371094" algn="l" rtl="0">
              <a:lnSpc>
                <a:spcPct val="100000"/>
              </a:lnSpc>
              <a:spcBef>
                <a:spcPts val="0"/>
              </a:spcBef>
              <a:spcAft>
                <a:spcPts val="0"/>
              </a:spcAft>
              <a:buClr>
                <a:schemeClr val="lt1"/>
              </a:buClr>
              <a:buSzPct val="100000"/>
              <a:buFont typeface="Cabin"/>
              <a:buChar char="•"/>
            </a:pPr>
            <a:r>
              <a:rPr lang="en-US" sz="3600" b="0" i="0" u="none" strike="noStrike" cap="none" baseline="0">
                <a:solidFill>
                  <a:schemeClr val="lt1"/>
                </a:solidFill>
                <a:latin typeface="Cabin"/>
                <a:ea typeface="Cabin"/>
                <a:cs typeface="Cabin"/>
                <a:sym typeface="Cabin"/>
              </a:rPr>
              <a:t>Drawing a picture of the data objects for our application and then figuring out how to represent the objects and their relationships</a:t>
            </a:r>
          </a:p>
          <a:p>
            <a:pPr marL="749300" marR="0" lvl="0" indent="-316801" algn="l" rtl="0">
              <a:lnSpc>
                <a:spcPct val="100000"/>
              </a:lnSpc>
              <a:spcBef>
                <a:spcPts val="3500"/>
              </a:spcBef>
              <a:spcAft>
                <a:spcPts val="0"/>
              </a:spcAft>
              <a:buClr>
                <a:schemeClr val="lt1"/>
              </a:buClr>
              <a:buSzPct val="100000"/>
              <a:buFont typeface="Cabin"/>
              <a:buChar char="•"/>
            </a:pPr>
            <a:r>
              <a:rPr lang="en-US" sz="3600" b="0" i="0" u="none" strike="noStrike" cap="none" baseline="0">
                <a:solidFill>
                  <a:schemeClr val="lt1"/>
                </a:solidFill>
                <a:latin typeface="Cabin"/>
                <a:ea typeface="Cabin"/>
                <a:cs typeface="Cabin"/>
                <a:sym typeface="Cabin"/>
              </a:rPr>
              <a:t>Basic Rule: Don</a:t>
            </a:r>
            <a:r>
              <a:rPr lang="en-US" sz="3600" b="0" i="0" u="none" strike="noStrike" cap="none" baseline="0">
                <a:solidFill>
                  <a:schemeClr val="lt1"/>
                </a:solidFill>
                <a:latin typeface="Arial"/>
                <a:ea typeface="Arial"/>
                <a:cs typeface="Arial"/>
                <a:sym typeface="Arial"/>
              </a:rPr>
              <a:t>’</a:t>
            </a:r>
            <a:r>
              <a:rPr lang="en-US" sz="3600" b="0" i="0" u="none" strike="noStrike" cap="none" baseline="0">
                <a:solidFill>
                  <a:schemeClr val="lt1"/>
                </a:solidFill>
                <a:latin typeface="Cabin"/>
                <a:ea typeface="Cabin"/>
                <a:cs typeface="Cabin"/>
                <a:sym typeface="Cabin"/>
              </a:rPr>
              <a:t>t put the same string data in twice - use a relationship instead</a:t>
            </a:r>
          </a:p>
          <a:p>
            <a:pPr marL="749300" marR="0" lvl="0" indent="-316801" algn="l" rtl="0">
              <a:lnSpc>
                <a:spcPct val="100000"/>
              </a:lnSpc>
              <a:spcBef>
                <a:spcPts val="3500"/>
              </a:spcBef>
              <a:spcAft>
                <a:spcPts val="0"/>
              </a:spcAft>
              <a:buClr>
                <a:schemeClr val="lt1"/>
              </a:buClr>
              <a:buSzPct val="100000"/>
              <a:buFont typeface="Cabin"/>
              <a:buChar char="•"/>
            </a:pPr>
            <a:r>
              <a:rPr lang="en-US" sz="3600" b="0" i="0" u="none" strike="noStrike" cap="none" baseline="0">
                <a:solidFill>
                  <a:schemeClr val="lt1"/>
                </a:solidFill>
                <a:latin typeface="Cabin"/>
                <a:ea typeface="Cabin"/>
                <a:cs typeface="Cabin"/>
                <a:sym typeface="Cabin"/>
              </a:rPr>
              <a:t>When there is one thing in the </a:t>
            </a:r>
            <a:r>
              <a:rPr lang="en-US" sz="3600" b="0" i="0" u="none" strike="noStrike" cap="none" baseline="0">
                <a:solidFill>
                  <a:schemeClr val="lt1"/>
                </a:solidFill>
                <a:latin typeface="Arial"/>
                <a:ea typeface="Arial"/>
                <a:cs typeface="Arial"/>
                <a:sym typeface="Arial"/>
              </a:rPr>
              <a:t>“</a:t>
            </a:r>
            <a:r>
              <a:rPr lang="en-US" sz="3600" b="0" i="0" u="none" strike="noStrike" cap="none" baseline="0">
                <a:solidFill>
                  <a:schemeClr val="lt1"/>
                </a:solidFill>
                <a:latin typeface="Cabin"/>
                <a:ea typeface="Cabin"/>
                <a:cs typeface="Cabin"/>
                <a:sym typeface="Cabin"/>
              </a:rPr>
              <a:t>real world</a:t>
            </a:r>
            <a:r>
              <a:rPr lang="en-US" sz="3600" b="0" i="0" u="none" strike="noStrike" cap="none" baseline="0">
                <a:solidFill>
                  <a:schemeClr val="lt1"/>
                </a:solidFill>
                <a:latin typeface="Arial"/>
                <a:ea typeface="Arial"/>
                <a:cs typeface="Arial"/>
                <a:sym typeface="Arial"/>
              </a:rPr>
              <a:t>”</a:t>
            </a:r>
            <a:r>
              <a:rPr lang="en-US" sz="3600" b="0" i="0" u="none" strike="noStrike" cap="none" baseline="0">
                <a:solidFill>
                  <a:schemeClr val="lt1"/>
                </a:solidFill>
                <a:latin typeface="Cabin"/>
                <a:ea typeface="Cabin"/>
                <a:cs typeface="Cabin"/>
                <a:sym typeface="Cabin"/>
              </a:rPr>
              <a:t> there should be one copy of that thing in the database</a:t>
            </a:r>
          </a:p>
        </p:txBody>
      </p:sp>
    </p:spTree>
  </p:cSld>
  <p:clrMapOvr>
    <a:masterClrMapping/>
  </p:clrMapOvr>
  <p:transition spd="slow">
    <p:cut/>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pic>
        <p:nvPicPr>
          <p:cNvPr id="367" name="Shape 367"/>
          <p:cNvPicPr preferRelativeResize="0"/>
          <p:nvPr/>
        </p:nvPicPr>
        <p:blipFill rotWithShape="1">
          <a:blip r:embed="rId3">
            <a:alphaModFix/>
          </a:blip>
          <a:srcRect/>
          <a:stretch/>
        </p:blipFill>
        <p:spPr>
          <a:xfrm>
            <a:off x="1663700" y="965200"/>
            <a:ext cx="13185775" cy="7988300"/>
          </a:xfrm>
          <a:prstGeom prst="rect">
            <a:avLst/>
          </a:prstGeom>
          <a:noFill/>
          <a:ln>
            <a:noFill/>
          </a:ln>
        </p:spPr>
      </p:pic>
      <p:sp>
        <p:nvSpPr>
          <p:cNvPr id="368" name="Shape 368"/>
          <p:cNvSpPr txBox="1"/>
          <p:nvPr/>
        </p:nvSpPr>
        <p:spPr>
          <a:xfrm>
            <a:off x="1812925" y="317500"/>
            <a:ext cx="1382712"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Track  </a:t>
            </a:r>
          </a:p>
        </p:txBody>
      </p:sp>
      <p:sp>
        <p:nvSpPr>
          <p:cNvPr id="369" name="Shape 369"/>
          <p:cNvSpPr txBox="1"/>
          <p:nvPr/>
        </p:nvSpPr>
        <p:spPr>
          <a:xfrm>
            <a:off x="5400675" y="317500"/>
            <a:ext cx="1039811"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Len  </a:t>
            </a:r>
          </a:p>
        </p:txBody>
      </p:sp>
      <p:sp>
        <p:nvSpPr>
          <p:cNvPr id="370" name="Shape 370"/>
          <p:cNvSpPr txBox="1"/>
          <p:nvPr/>
        </p:nvSpPr>
        <p:spPr>
          <a:xfrm>
            <a:off x="6367462" y="317500"/>
            <a:ext cx="1444624"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Artist  </a:t>
            </a:r>
          </a:p>
        </p:txBody>
      </p:sp>
      <p:sp>
        <p:nvSpPr>
          <p:cNvPr id="371" name="Shape 371"/>
          <p:cNvSpPr txBox="1"/>
          <p:nvPr/>
        </p:nvSpPr>
        <p:spPr>
          <a:xfrm>
            <a:off x="8355011" y="317500"/>
            <a:ext cx="1582737"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Album  </a:t>
            </a:r>
          </a:p>
        </p:txBody>
      </p:sp>
      <p:sp>
        <p:nvSpPr>
          <p:cNvPr id="372" name="Shape 372"/>
          <p:cNvSpPr txBox="1"/>
          <p:nvPr/>
        </p:nvSpPr>
        <p:spPr>
          <a:xfrm>
            <a:off x="10672761" y="317500"/>
            <a:ext cx="1292225"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Genre</a:t>
            </a:r>
          </a:p>
        </p:txBody>
      </p:sp>
      <p:sp>
        <p:nvSpPr>
          <p:cNvPr id="373" name="Shape 373"/>
          <p:cNvSpPr txBox="1"/>
          <p:nvPr/>
        </p:nvSpPr>
        <p:spPr>
          <a:xfrm>
            <a:off x="12084050" y="317500"/>
            <a:ext cx="1262062"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Rating</a:t>
            </a:r>
          </a:p>
        </p:txBody>
      </p:sp>
      <p:sp>
        <p:nvSpPr>
          <p:cNvPr id="374" name="Shape 374"/>
          <p:cNvSpPr txBox="1"/>
          <p:nvPr/>
        </p:nvSpPr>
        <p:spPr>
          <a:xfrm>
            <a:off x="13538200" y="317500"/>
            <a:ext cx="1300162"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Count</a:t>
            </a:r>
          </a:p>
        </p:txBody>
      </p:sp>
    </p:spTree>
  </p:cSld>
  <p:clrMapOvr>
    <a:masterClrMapping/>
  </p:clrMapOvr>
  <p:transition spd="slow">
    <p:cut/>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Shape 379"/>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7600" b="0" i="0" u="none" strike="noStrike" cap="none" baseline="0">
                <a:solidFill>
                  <a:srgbClr val="FFFF00"/>
                </a:solidFill>
                <a:latin typeface="Cabin"/>
                <a:ea typeface="Cabin"/>
                <a:cs typeface="Cabin"/>
                <a:sym typeface="Cabin"/>
              </a:rPr>
              <a:t>For each </a:t>
            </a:r>
            <a:r>
              <a:rPr lang="en-US" sz="7600" b="0" i="0" u="none" strike="noStrike" cap="none" baseline="0">
                <a:solidFill>
                  <a:srgbClr val="FFFF00"/>
                </a:solidFill>
                <a:latin typeface="Arial"/>
                <a:ea typeface="Arial"/>
                <a:cs typeface="Arial"/>
                <a:sym typeface="Arial"/>
              </a:rPr>
              <a:t>“</a:t>
            </a:r>
            <a:r>
              <a:rPr lang="en-US" sz="7600" b="0" i="0" u="none" strike="noStrike" cap="none" baseline="0">
                <a:solidFill>
                  <a:srgbClr val="FFFF00"/>
                </a:solidFill>
                <a:latin typeface="Cabin"/>
                <a:ea typeface="Cabin"/>
                <a:cs typeface="Cabin"/>
                <a:sym typeface="Cabin"/>
              </a:rPr>
              <a:t>piece of info</a:t>
            </a:r>
            <a:r>
              <a:rPr lang="en-US" sz="7600" b="0" i="0" u="none" strike="noStrike" cap="none" baseline="0">
                <a:solidFill>
                  <a:srgbClr val="FFFF00"/>
                </a:solidFill>
                <a:latin typeface="Arial"/>
                <a:ea typeface="Arial"/>
                <a:cs typeface="Arial"/>
                <a:sym typeface="Arial"/>
              </a:rPr>
              <a:t>”</a:t>
            </a:r>
            <a:r>
              <a:rPr lang="en-US" sz="7600" b="0" i="0" u="none" strike="noStrike" cap="none" baseline="0">
                <a:solidFill>
                  <a:srgbClr val="FFFF00"/>
                </a:solidFill>
                <a:latin typeface="Cabin"/>
                <a:ea typeface="Cabin"/>
                <a:cs typeface="Cabin"/>
                <a:sym typeface="Cabin"/>
              </a:rPr>
              <a:t>...</a:t>
            </a:r>
          </a:p>
        </p:txBody>
      </p:sp>
      <p:sp>
        <p:nvSpPr>
          <p:cNvPr id="380" name="Shape 380"/>
          <p:cNvSpPr txBox="1">
            <a:spLocks noGrp="1"/>
          </p:cNvSpPr>
          <p:nvPr>
            <p:ph type="body" idx="1"/>
          </p:nvPr>
        </p:nvSpPr>
        <p:spPr>
          <a:xfrm>
            <a:off x="1155700" y="2603500"/>
            <a:ext cx="7416800" cy="3530599"/>
          </a:xfrm>
          <a:prstGeom prst="rect">
            <a:avLst/>
          </a:prstGeom>
          <a:noFill/>
          <a:ln>
            <a:noFill/>
          </a:ln>
        </p:spPr>
        <p:txBody>
          <a:bodyPr lIns="38100" tIns="38100" rIns="38100" bIns="38100" anchor="ctr" anchorCtr="0">
            <a:noAutofit/>
          </a:bodyPr>
          <a:lstStyle/>
          <a:p>
            <a:pPr marL="457200" marR="0" lvl="0" indent="-228600" algn="l" rtl="0">
              <a:lnSpc>
                <a:spcPct val="100000"/>
              </a:lnSpc>
              <a:spcBef>
                <a:spcPts val="0"/>
              </a:spcBef>
              <a:spcAft>
                <a:spcPts val="1000"/>
              </a:spcAft>
              <a:buSzPct val="100000"/>
              <a:buFont typeface="Cabin"/>
            </a:pPr>
            <a:r>
              <a:rPr lang="en-US" sz="3600" b="0" i="0" u="none" strike="noStrike" cap="none" baseline="0">
                <a:solidFill>
                  <a:schemeClr val="lt1"/>
                </a:solidFill>
                <a:latin typeface="Cabin"/>
                <a:ea typeface="Cabin"/>
                <a:cs typeface="Cabin"/>
                <a:sym typeface="Cabin"/>
              </a:rPr>
              <a:t>Is the column an object or an attribute of another object?</a:t>
            </a:r>
          </a:p>
          <a:p>
            <a:pPr marL="457200" marR="0" lvl="0" indent="-228600" algn="l" rtl="0">
              <a:lnSpc>
                <a:spcPct val="100000"/>
              </a:lnSpc>
              <a:spcBef>
                <a:spcPts val="3500"/>
              </a:spcBef>
              <a:spcAft>
                <a:spcPts val="1000"/>
              </a:spcAft>
              <a:buSzPct val="100000"/>
              <a:buFont typeface="Cabin"/>
            </a:pPr>
            <a:r>
              <a:rPr lang="en-US" sz="3600" b="0" i="0" u="none" strike="noStrike" cap="none" baseline="0">
                <a:solidFill>
                  <a:schemeClr val="lt1"/>
                </a:solidFill>
                <a:latin typeface="Cabin"/>
                <a:ea typeface="Cabin"/>
                <a:cs typeface="Cabin"/>
                <a:sym typeface="Cabin"/>
              </a:rPr>
              <a:t>Once we define objects, we need to define the relationships between objects.</a:t>
            </a:r>
          </a:p>
        </p:txBody>
      </p:sp>
      <p:sp>
        <p:nvSpPr>
          <p:cNvPr id="381" name="Shape 381"/>
          <p:cNvSpPr txBox="1"/>
          <p:nvPr/>
        </p:nvSpPr>
        <p:spPr>
          <a:xfrm>
            <a:off x="10741025" y="5321300"/>
            <a:ext cx="1382712"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600" b="0" i="0" u="none" strike="noStrike" cap="none" baseline="0">
                <a:solidFill>
                  <a:srgbClr val="FFFF00"/>
                </a:solidFill>
                <a:latin typeface="Cabin"/>
                <a:ea typeface="Cabin"/>
                <a:cs typeface="Cabin"/>
                <a:sym typeface="Cabin"/>
              </a:rPr>
              <a:t>Track  </a:t>
            </a:r>
          </a:p>
        </p:txBody>
      </p:sp>
      <p:sp>
        <p:nvSpPr>
          <p:cNvPr id="382" name="Shape 382"/>
          <p:cNvSpPr txBox="1"/>
          <p:nvPr/>
        </p:nvSpPr>
        <p:spPr>
          <a:xfrm>
            <a:off x="11318875" y="2679700"/>
            <a:ext cx="1039811"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600" b="0" i="0" u="none" strike="noStrike" cap="none" baseline="0">
                <a:solidFill>
                  <a:srgbClr val="FFFF00"/>
                </a:solidFill>
                <a:latin typeface="Cabin"/>
                <a:ea typeface="Cabin"/>
                <a:cs typeface="Cabin"/>
                <a:sym typeface="Cabin"/>
              </a:rPr>
              <a:t>Len  </a:t>
            </a:r>
          </a:p>
        </p:txBody>
      </p:sp>
      <p:sp>
        <p:nvSpPr>
          <p:cNvPr id="383" name="Shape 383"/>
          <p:cNvSpPr txBox="1"/>
          <p:nvPr/>
        </p:nvSpPr>
        <p:spPr>
          <a:xfrm>
            <a:off x="11434761" y="4254500"/>
            <a:ext cx="1444624"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600" b="0" i="0" u="none" strike="noStrike" cap="none" baseline="0">
                <a:solidFill>
                  <a:srgbClr val="FFFF00"/>
                </a:solidFill>
                <a:latin typeface="Cabin"/>
                <a:ea typeface="Cabin"/>
                <a:cs typeface="Cabin"/>
                <a:sym typeface="Cabin"/>
              </a:rPr>
              <a:t>Artist  </a:t>
            </a:r>
          </a:p>
        </p:txBody>
      </p:sp>
      <p:sp>
        <p:nvSpPr>
          <p:cNvPr id="384" name="Shape 384"/>
          <p:cNvSpPr txBox="1"/>
          <p:nvPr/>
        </p:nvSpPr>
        <p:spPr>
          <a:xfrm>
            <a:off x="13790612" y="2501900"/>
            <a:ext cx="1582737"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600" b="0" i="0" u="none" strike="noStrike" cap="none" baseline="0">
                <a:solidFill>
                  <a:srgbClr val="FFFF00"/>
                </a:solidFill>
                <a:latin typeface="Cabin"/>
                <a:ea typeface="Cabin"/>
                <a:cs typeface="Cabin"/>
                <a:sym typeface="Cabin"/>
              </a:rPr>
              <a:t>Album  </a:t>
            </a:r>
          </a:p>
        </p:txBody>
      </p:sp>
      <p:sp>
        <p:nvSpPr>
          <p:cNvPr id="385" name="Shape 385"/>
          <p:cNvSpPr txBox="1"/>
          <p:nvPr/>
        </p:nvSpPr>
        <p:spPr>
          <a:xfrm>
            <a:off x="13111162" y="3352800"/>
            <a:ext cx="1292225"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600" b="0" i="0" u="none" strike="noStrike" cap="none" baseline="0">
                <a:solidFill>
                  <a:srgbClr val="FFFF00"/>
                </a:solidFill>
                <a:latin typeface="Cabin"/>
                <a:ea typeface="Cabin"/>
                <a:cs typeface="Cabin"/>
                <a:sym typeface="Cabin"/>
              </a:rPr>
              <a:t>Genre</a:t>
            </a:r>
          </a:p>
        </p:txBody>
      </p:sp>
      <p:sp>
        <p:nvSpPr>
          <p:cNvPr id="386" name="Shape 386"/>
          <p:cNvSpPr txBox="1"/>
          <p:nvPr/>
        </p:nvSpPr>
        <p:spPr>
          <a:xfrm>
            <a:off x="14522450" y="4483100"/>
            <a:ext cx="1262062"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600" b="0" i="0" u="none" strike="noStrike" cap="none" baseline="0">
                <a:solidFill>
                  <a:srgbClr val="FFFF00"/>
                </a:solidFill>
                <a:latin typeface="Cabin"/>
                <a:ea typeface="Cabin"/>
                <a:cs typeface="Cabin"/>
                <a:sym typeface="Cabin"/>
              </a:rPr>
              <a:t>Rating</a:t>
            </a:r>
          </a:p>
        </p:txBody>
      </p:sp>
      <p:sp>
        <p:nvSpPr>
          <p:cNvPr id="387" name="Shape 387"/>
          <p:cNvSpPr txBox="1"/>
          <p:nvPr/>
        </p:nvSpPr>
        <p:spPr>
          <a:xfrm>
            <a:off x="13220700" y="5562600"/>
            <a:ext cx="1300162"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600" b="0" i="0" u="none" strike="noStrike" cap="none" baseline="0">
                <a:solidFill>
                  <a:srgbClr val="FFFF00"/>
                </a:solidFill>
                <a:latin typeface="Cabin"/>
                <a:ea typeface="Cabin"/>
                <a:cs typeface="Cabin"/>
                <a:sym typeface="Cabin"/>
              </a:rPr>
              <a:t>Count</a:t>
            </a:r>
          </a:p>
        </p:txBody>
      </p:sp>
      <p:pic>
        <p:nvPicPr>
          <p:cNvPr id="388" name="Shape 388"/>
          <p:cNvPicPr preferRelativeResize="0"/>
          <p:nvPr/>
        </p:nvPicPr>
        <p:blipFill rotWithShape="1">
          <a:blip r:embed="rId3">
            <a:alphaModFix/>
          </a:blip>
          <a:srcRect/>
          <a:stretch/>
        </p:blipFill>
        <p:spPr>
          <a:xfrm>
            <a:off x="381000" y="6411912"/>
            <a:ext cx="15494100" cy="2594100"/>
          </a:xfrm>
          <a:prstGeom prst="rect">
            <a:avLst/>
          </a:prstGeom>
          <a:noFill/>
          <a:ln>
            <a:noFill/>
          </a:ln>
        </p:spPr>
      </p:pic>
    </p:spTree>
  </p:cSld>
  <p:clrMapOvr>
    <a:masterClrMapping/>
  </p:clrMapOvr>
  <p:transition spd="slow">
    <p:cut/>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pic>
        <p:nvPicPr>
          <p:cNvPr id="393" name="Shape 393"/>
          <p:cNvPicPr preferRelativeResize="0"/>
          <p:nvPr/>
        </p:nvPicPr>
        <p:blipFill rotWithShape="1">
          <a:blip r:embed="rId3">
            <a:alphaModFix/>
          </a:blip>
          <a:srcRect/>
          <a:stretch/>
        </p:blipFill>
        <p:spPr>
          <a:xfrm>
            <a:off x="381000" y="6488112"/>
            <a:ext cx="15493999" cy="2593975"/>
          </a:xfrm>
          <a:prstGeom prst="rect">
            <a:avLst/>
          </a:prstGeom>
          <a:noFill/>
          <a:ln>
            <a:noFill/>
          </a:ln>
        </p:spPr>
      </p:pic>
      <p:sp>
        <p:nvSpPr>
          <p:cNvPr id="394" name="Shape 394"/>
          <p:cNvSpPr txBox="1"/>
          <p:nvPr/>
        </p:nvSpPr>
        <p:spPr>
          <a:xfrm>
            <a:off x="568325" y="876300"/>
            <a:ext cx="138270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Track  </a:t>
            </a:r>
          </a:p>
        </p:txBody>
      </p:sp>
      <p:sp>
        <p:nvSpPr>
          <p:cNvPr id="395" name="Shape 395"/>
          <p:cNvSpPr txBox="1"/>
          <p:nvPr/>
        </p:nvSpPr>
        <p:spPr>
          <a:xfrm>
            <a:off x="538162" y="1587500"/>
            <a:ext cx="1444499"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Artist  </a:t>
            </a:r>
          </a:p>
        </p:txBody>
      </p:sp>
      <p:sp>
        <p:nvSpPr>
          <p:cNvPr id="396" name="Shape 396"/>
          <p:cNvSpPr txBox="1"/>
          <p:nvPr/>
        </p:nvSpPr>
        <p:spPr>
          <a:xfrm>
            <a:off x="468312" y="2298700"/>
            <a:ext cx="1582799"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Album  </a:t>
            </a:r>
          </a:p>
        </p:txBody>
      </p:sp>
      <p:sp>
        <p:nvSpPr>
          <p:cNvPr id="397" name="Shape 397"/>
          <p:cNvSpPr txBox="1"/>
          <p:nvPr/>
        </p:nvSpPr>
        <p:spPr>
          <a:xfrm>
            <a:off x="614362" y="3009900"/>
            <a:ext cx="129210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Genre</a:t>
            </a:r>
          </a:p>
        </p:txBody>
      </p:sp>
      <p:grpSp>
        <p:nvGrpSpPr>
          <p:cNvPr id="398" name="Shape 398"/>
          <p:cNvGrpSpPr/>
          <p:nvPr/>
        </p:nvGrpSpPr>
        <p:grpSpPr>
          <a:xfrm>
            <a:off x="449996" y="3689500"/>
            <a:ext cx="1648825" cy="1795185"/>
            <a:chOff x="0" y="0"/>
            <a:chExt cx="2147483647" cy="2147483647"/>
          </a:xfrm>
        </p:grpSpPr>
        <p:sp>
          <p:nvSpPr>
            <p:cNvPr id="399" name="Shape 399"/>
            <p:cNvSpPr txBox="1"/>
            <p:nvPr/>
          </p:nvSpPr>
          <p:spPr>
            <a:xfrm>
              <a:off x="336364912" y="719214970"/>
              <a:ext cx="1289957828" cy="709063754"/>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Len  </a:t>
              </a:r>
            </a:p>
          </p:txBody>
        </p:sp>
        <p:sp>
          <p:nvSpPr>
            <p:cNvPr id="400" name="Shape 400"/>
            <p:cNvSpPr txBox="1"/>
            <p:nvPr/>
          </p:nvSpPr>
          <p:spPr>
            <a:xfrm>
              <a:off x="0" y="0"/>
              <a:ext cx="2147483647" cy="709074925"/>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Rating</a:t>
              </a:r>
            </a:p>
          </p:txBody>
        </p:sp>
        <p:sp>
          <p:nvSpPr>
            <p:cNvPr id="401" name="Shape 401"/>
            <p:cNvSpPr txBox="1"/>
            <p:nvPr/>
          </p:nvSpPr>
          <p:spPr>
            <a:xfrm>
              <a:off x="174874094" y="1438419892"/>
              <a:ext cx="1612939514" cy="709063754"/>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Count</a:t>
              </a:r>
            </a:p>
          </p:txBody>
        </p:sp>
      </p:grpSp>
      <p:sp>
        <p:nvSpPr>
          <p:cNvPr id="402" name="Shape 402"/>
          <p:cNvSpPr txBox="1"/>
          <p:nvPr/>
        </p:nvSpPr>
        <p:spPr>
          <a:xfrm>
            <a:off x="12788900" y="508000"/>
            <a:ext cx="2349499" cy="3136899"/>
          </a:xfrm>
          <a:prstGeom prst="rect">
            <a:avLst/>
          </a:prstGeom>
          <a:noFill/>
          <a:ln w="25400" cap="rnd" cmpd="sng">
            <a:solidFill>
              <a:srgbClr val="FFFF00"/>
            </a:solidFill>
            <a:prstDash val="solid"/>
            <a:miter/>
            <a:headEnd type="none" w="med" len="med"/>
            <a:tailEnd type="none" w="med" len="med"/>
          </a:ln>
        </p:spPr>
        <p:txBody>
          <a:bodyPr lIns="0" tIns="0" rIns="0" bIns="0" anchor="t" anchorCtr="0">
            <a:noAutofit/>
          </a:bodyPr>
          <a:lstStyle/>
          <a:p>
            <a:pPr marL="0" marR="0" lvl="0" indent="0" algn="ctr" rtl="0">
              <a:lnSpc>
                <a:spcPct val="100000"/>
              </a:lnSpc>
              <a:spcBef>
                <a:spcPts val="0"/>
              </a:spcBef>
              <a:spcAft>
                <a:spcPts val="0"/>
              </a:spcAft>
              <a:buClr>
                <a:srgbClr val="FFFFFF"/>
              </a:buClr>
              <a:buSzPct val="25000"/>
              <a:buFont typeface="Cabin"/>
              <a:buNone/>
            </a:pPr>
            <a:r>
              <a:rPr lang="en-US" sz="3600" b="0" i="0" u="none" strike="noStrike" cap="none" baseline="0">
                <a:solidFill>
                  <a:srgbClr val="FFFFFF"/>
                </a:solidFill>
                <a:latin typeface="Cabin"/>
                <a:ea typeface="Cabin"/>
                <a:cs typeface="Cabin"/>
                <a:sym typeface="Cabin"/>
              </a:rPr>
              <a:t>Track</a:t>
            </a:r>
          </a:p>
          <a:p>
            <a:pPr marL="0" marR="0" lvl="0" indent="0" algn="ctr" rtl="0">
              <a:lnSpc>
                <a:spcPct val="100000"/>
              </a:lnSpc>
              <a:spcBef>
                <a:spcPts val="0"/>
              </a:spcBef>
              <a:spcAft>
                <a:spcPts val="0"/>
              </a:spcAft>
              <a:buNone/>
            </a:pPr>
            <a:endParaRPr sz="3600" b="0" i="0" u="none" strike="noStrike" cap="none" baseline="0">
              <a:solidFill>
                <a:srgbClr val="FFFFFF"/>
              </a:solidFill>
              <a:latin typeface="Cabin"/>
              <a:ea typeface="Cabin"/>
              <a:cs typeface="Cabin"/>
              <a:sym typeface="Cabin"/>
            </a:endParaRPr>
          </a:p>
          <a:p>
            <a:pPr marL="0" marR="0" lvl="0" indent="0" algn="ctr" rtl="0">
              <a:lnSpc>
                <a:spcPct val="100000"/>
              </a:lnSpc>
              <a:spcBef>
                <a:spcPts val="0"/>
              </a:spcBef>
              <a:spcAft>
                <a:spcPts val="0"/>
              </a:spcAft>
              <a:buClr>
                <a:srgbClr val="FFFFFF"/>
              </a:buClr>
              <a:buSzPct val="25000"/>
              <a:buFont typeface="Cabin"/>
              <a:buNone/>
            </a:pPr>
            <a:r>
              <a:rPr lang="en-US" sz="3600" b="0" i="0" u="none" strike="noStrike" cap="none" baseline="0">
                <a:solidFill>
                  <a:srgbClr val="FFFFFF"/>
                </a:solidFill>
                <a:latin typeface="Cabin"/>
                <a:ea typeface="Cabin"/>
                <a:cs typeface="Cabin"/>
                <a:sym typeface="Cabin"/>
              </a:rPr>
              <a:t>Rating</a:t>
            </a:r>
          </a:p>
          <a:p>
            <a:pPr marL="0" marR="0" lvl="0" indent="0" algn="ctr" rtl="0">
              <a:lnSpc>
                <a:spcPct val="100000"/>
              </a:lnSpc>
              <a:spcBef>
                <a:spcPts val="0"/>
              </a:spcBef>
              <a:spcAft>
                <a:spcPts val="0"/>
              </a:spcAft>
              <a:buClr>
                <a:srgbClr val="FFFFFF"/>
              </a:buClr>
              <a:buSzPct val="25000"/>
              <a:buFont typeface="Cabin"/>
              <a:buNone/>
            </a:pPr>
            <a:r>
              <a:rPr lang="en-US" sz="3600" b="0" i="0" u="none" strike="noStrike" cap="none" baseline="0">
                <a:solidFill>
                  <a:srgbClr val="FFFFFF"/>
                </a:solidFill>
                <a:latin typeface="Cabin"/>
                <a:ea typeface="Cabin"/>
                <a:cs typeface="Cabin"/>
                <a:sym typeface="Cabin"/>
              </a:rPr>
              <a:t>Len</a:t>
            </a:r>
          </a:p>
          <a:p>
            <a:pPr marL="0" marR="0" lvl="0" indent="0" algn="ctr" rtl="0">
              <a:lnSpc>
                <a:spcPct val="100000"/>
              </a:lnSpc>
              <a:spcBef>
                <a:spcPts val="0"/>
              </a:spcBef>
              <a:spcAft>
                <a:spcPts val="0"/>
              </a:spcAft>
              <a:buClr>
                <a:srgbClr val="FFFFFF"/>
              </a:buClr>
              <a:buSzPct val="25000"/>
              <a:buFont typeface="Cabin"/>
              <a:buNone/>
            </a:pPr>
            <a:r>
              <a:rPr lang="en-US" sz="3600" b="0" i="0" u="none" strike="noStrike" cap="none" baseline="0">
                <a:solidFill>
                  <a:srgbClr val="FFFFFF"/>
                </a:solidFill>
                <a:latin typeface="Cabin"/>
                <a:ea typeface="Cabin"/>
                <a:cs typeface="Cabin"/>
                <a:sym typeface="Cabin"/>
              </a:rPr>
              <a:t>Count</a:t>
            </a:r>
          </a:p>
        </p:txBody>
      </p:sp>
      <p:sp>
        <p:nvSpPr>
          <p:cNvPr id="403" name="Shape 403"/>
          <p:cNvSpPr txBox="1"/>
          <p:nvPr/>
        </p:nvSpPr>
        <p:spPr>
          <a:xfrm>
            <a:off x="7200900" y="2768600"/>
            <a:ext cx="2349499" cy="1409700"/>
          </a:xfrm>
          <a:prstGeom prst="rect">
            <a:avLst/>
          </a:prstGeom>
          <a:noFill/>
          <a:ln w="254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rgbClr val="FFFFFF"/>
              </a:buClr>
              <a:buSzPct val="25000"/>
              <a:buFont typeface="Cabin"/>
              <a:buNone/>
            </a:pPr>
            <a:r>
              <a:rPr lang="en-US" sz="3600" b="0" i="0" u="none" strike="noStrike" cap="none" baseline="0">
                <a:solidFill>
                  <a:srgbClr val="FFFFFF"/>
                </a:solidFill>
                <a:latin typeface="Cabin"/>
                <a:ea typeface="Cabin"/>
                <a:cs typeface="Cabin"/>
                <a:sym typeface="Cabin"/>
              </a:rPr>
              <a:t>Artist</a:t>
            </a:r>
          </a:p>
        </p:txBody>
      </p:sp>
      <p:cxnSp>
        <p:nvCxnSpPr>
          <p:cNvPr id="404" name="Shape 404"/>
          <p:cNvCxnSpPr/>
          <p:nvPr/>
        </p:nvCxnSpPr>
        <p:spPr>
          <a:xfrm rot="10800000" flipH="1">
            <a:off x="9796461" y="2195511"/>
            <a:ext cx="2701925" cy="1141411"/>
          </a:xfrm>
          <a:prstGeom prst="straightConnector1">
            <a:avLst/>
          </a:prstGeom>
          <a:noFill/>
          <a:ln w="88900" cap="rnd" cmpd="sng">
            <a:solidFill>
              <a:srgbClr val="FFFF00"/>
            </a:solidFill>
            <a:prstDash val="solid"/>
            <a:miter/>
            <a:headEnd type="stealth" w="med" len="med"/>
            <a:tailEnd type="none" w="med" len="med"/>
          </a:ln>
        </p:spPr>
      </p:cxnSp>
      <p:sp>
        <p:nvSpPr>
          <p:cNvPr id="405" name="Shape 405"/>
          <p:cNvSpPr txBox="1"/>
          <p:nvPr/>
        </p:nvSpPr>
        <p:spPr>
          <a:xfrm>
            <a:off x="10317174" y="3255250"/>
            <a:ext cx="224940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belongs-to</a:t>
            </a:r>
          </a:p>
        </p:txBody>
      </p:sp>
      <p:sp>
        <p:nvSpPr>
          <p:cNvPr id="406" name="Shape 406"/>
          <p:cNvSpPr txBox="1"/>
          <p:nvPr/>
        </p:nvSpPr>
        <p:spPr>
          <a:xfrm>
            <a:off x="3327400" y="965200"/>
            <a:ext cx="2349499" cy="1409700"/>
          </a:xfrm>
          <a:prstGeom prst="rect">
            <a:avLst/>
          </a:prstGeom>
          <a:noFill/>
          <a:ln w="254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rgbClr val="FFFFFF"/>
              </a:buClr>
              <a:buSzPct val="25000"/>
              <a:buFont typeface="Cabin"/>
              <a:buNone/>
            </a:pPr>
            <a:r>
              <a:rPr lang="en-US" sz="3600" b="0" i="0" u="none" strike="noStrike" cap="none" baseline="0">
                <a:solidFill>
                  <a:srgbClr val="FFFFFF"/>
                </a:solidFill>
                <a:latin typeface="Cabin"/>
                <a:ea typeface="Cabin"/>
                <a:cs typeface="Cabin"/>
                <a:sym typeface="Cabin"/>
              </a:rPr>
              <a:t>Album</a:t>
            </a:r>
          </a:p>
        </p:txBody>
      </p:sp>
      <p:cxnSp>
        <p:nvCxnSpPr>
          <p:cNvPr id="407" name="Shape 407"/>
          <p:cNvCxnSpPr/>
          <p:nvPr/>
        </p:nvCxnSpPr>
        <p:spPr>
          <a:xfrm>
            <a:off x="5140325" y="2570161"/>
            <a:ext cx="1866900" cy="877887"/>
          </a:xfrm>
          <a:prstGeom prst="straightConnector1">
            <a:avLst/>
          </a:prstGeom>
          <a:noFill/>
          <a:ln w="88900" cap="rnd" cmpd="sng">
            <a:solidFill>
              <a:srgbClr val="FFFF00"/>
            </a:solidFill>
            <a:prstDash val="solid"/>
            <a:miter/>
            <a:headEnd type="stealth" w="med" len="med"/>
            <a:tailEnd type="none" w="med" len="med"/>
          </a:ln>
        </p:spPr>
      </p:cxnSp>
      <p:sp>
        <p:nvSpPr>
          <p:cNvPr id="408" name="Shape 408"/>
          <p:cNvSpPr txBox="1"/>
          <p:nvPr/>
        </p:nvSpPr>
        <p:spPr>
          <a:xfrm>
            <a:off x="6172935" y="1765350"/>
            <a:ext cx="234960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belongs-to</a:t>
            </a:r>
          </a:p>
        </p:txBody>
      </p:sp>
      <p:sp>
        <p:nvSpPr>
          <p:cNvPr id="409" name="Shape 409"/>
          <p:cNvSpPr txBox="1"/>
          <p:nvPr/>
        </p:nvSpPr>
        <p:spPr>
          <a:xfrm>
            <a:off x="9779000" y="4673600"/>
            <a:ext cx="2349600" cy="1409700"/>
          </a:xfrm>
          <a:prstGeom prst="rect">
            <a:avLst/>
          </a:prstGeom>
          <a:noFill/>
          <a:ln w="254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rgbClr val="FFFFFF"/>
              </a:buClr>
              <a:buSzPct val="25000"/>
              <a:buFont typeface="Cabin"/>
              <a:buNone/>
            </a:pPr>
            <a:r>
              <a:rPr lang="en-US" sz="3600" b="0" i="0" u="none" strike="noStrike" cap="none" baseline="0">
                <a:solidFill>
                  <a:srgbClr val="FFFFFF"/>
                </a:solidFill>
                <a:latin typeface="Cabin"/>
                <a:ea typeface="Cabin"/>
                <a:cs typeface="Cabin"/>
                <a:sym typeface="Cabin"/>
              </a:rPr>
              <a:t>Genre</a:t>
            </a:r>
          </a:p>
        </p:txBody>
      </p:sp>
      <p:cxnSp>
        <p:nvCxnSpPr>
          <p:cNvPr id="410" name="Shape 410"/>
          <p:cNvCxnSpPr/>
          <p:nvPr/>
        </p:nvCxnSpPr>
        <p:spPr>
          <a:xfrm rot="10800000" flipH="1">
            <a:off x="12285661" y="3933825"/>
            <a:ext cx="1228724" cy="1493836"/>
          </a:xfrm>
          <a:prstGeom prst="straightConnector1">
            <a:avLst/>
          </a:prstGeom>
          <a:noFill/>
          <a:ln w="88900" cap="rnd" cmpd="sng">
            <a:solidFill>
              <a:srgbClr val="FFFF00"/>
            </a:solidFill>
            <a:prstDash val="solid"/>
            <a:miter/>
            <a:headEnd type="stealth" w="med" len="med"/>
            <a:tailEnd type="none" w="med" len="med"/>
          </a:ln>
        </p:spPr>
      </p:cxnSp>
      <p:sp>
        <p:nvSpPr>
          <p:cNvPr id="411" name="Shape 411"/>
          <p:cNvSpPr txBox="1"/>
          <p:nvPr/>
        </p:nvSpPr>
        <p:spPr>
          <a:xfrm>
            <a:off x="13143448" y="4755350"/>
            <a:ext cx="224940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belongs-to</a:t>
            </a:r>
          </a:p>
        </p:txBody>
      </p:sp>
    </p:spTree>
  </p:cSld>
  <p:clrMapOvr>
    <a:masterClrMapping/>
  </p:clrMapOvr>
  <p:transition spd="slow">
    <p:cu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pic>
        <p:nvPicPr>
          <p:cNvPr id="416" name="Shape 416"/>
          <p:cNvPicPr preferRelativeResize="0"/>
          <p:nvPr/>
        </p:nvPicPr>
        <p:blipFill rotWithShape="1">
          <a:blip r:embed="rId3">
            <a:alphaModFix/>
          </a:blip>
          <a:srcRect/>
          <a:stretch/>
        </p:blipFill>
        <p:spPr>
          <a:xfrm>
            <a:off x="381000" y="6488112"/>
            <a:ext cx="15493999" cy="2593975"/>
          </a:xfrm>
          <a:prstGeom prst="rect">
            <a:avLst/>
          </a:prstGeom>
          <a:noFill/>
          <a:ln>
            <a:noFill/>
          </a:ln>
        </p:spPr>
      </p:pic>
      <p:sp>
        <p:nvSpPr>
          <p:cNvPr id="417" name="Shape 417"/>
          <p:cNvSpPr txBox="1"/>
          <p:nvPr/>
        </p:nvSpPr>
        <p:spPr>
          <a:xfrm>
            <a:off x="13268325" y="723900"/>
            <a:ext cx="1382712"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Track  </a:t>
            </a:r>
          </a:p>
        </p:txBody>
      </p:sp>
      <p:sp>
        <p:nvSpPr>
          <p:cNvPr id="418" name="Shape 418"/>
          <p:cNvSpPr txBox="1"/>
          <p:nvPr/>
        </p:nvSpPr>
        <p:spPr>
          <a:xfrm>
            <a:off x="13452475" y="2120900"/>
            <a:ext cx="1039811"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Len  </a:t>
            </a:r>
          </a:p>
        </p:txBody>
      </p:sp>
      <p:sp>
        <p:nvSpPr>
          <p:cNvPr id="419" name="Shape 419"/>
          <p:cNvSpPr txBox="1"/>
          <p:nvPr/>
        </p:nvSpPr>
        <p:spPr>
          <a:xfrm>
            <a:off x="3789362" y="1358900"/>
            <a:ext cx="1444624"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Artist  </a:t>
            </a:r>
          </a:p>
        </p:txBody>
      </p:sp>
      <p:sp>
        <p:nvSpPr>
          <p:cNvPr id="420" name="Shape 420"/>
          <p:cNvSpPr txBox="1"/>
          <p:nvPr/>
        </p:nvSpPr>
        <p:spPr>
          <a:xfrm>
            <a:off x="7580311" y="3162300"/>
            <a:ext cx="1582737"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Album  </a:t>
            </a:r>
          </a:p>
        </p:txBody>
      </p:sp>
      <p:sp>
        <p:nvSpPr>
          <p:cNvPr id="421" name="Shape 421"/>
          <p:cNvSpPr txBox="1"/>
          <p:nvPr/>
        </p:nvSpPr>
        <p:spPr>
          <a:xfrm>
            <a:off x="10240961" y="5067300"/>
            <a:ext cx="129210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Genre</a:t>
            </a:r>
          </a:p>
        </p:txBody>
      </p:sp>
      <p:sp>
        <p:nvSpPr>
          <p:cNvPr id="422" name="Shape 422"/>
          <p:cNvSpPr txBox="1"/>
          <p:nvPr/>
        </p:nvSpPr>
        <p:spPr>
          <a:xfrm>
            <a:off x="13328650" y="1358900"/>
            <a:ext cx="1262062"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Rating</a:t>
            </a:r>
          </a:p>
        </p:txBody>
      </p:sp>
      <p:sp>
        <p:nvSpPr>
          <p:cNvPr id="423" name="Shape 423"/>
          <p:cNvSpPr txBox="1"/>
          <p:nvPr/>
        </p:nvSpPr>
        <p:spPr>
          <a:xfrm>
            <a:off x="13322300" y="2832100"/>
            <a:ext cx="1300162"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Count</a:t>
            </a:r>
          </a:p>
        </p:txBody>
      </p:sp>
      <p:sp>
        <p:nvSpPr>
          <p:cNvPr id="424" name="Shape 424"/>
          <p:cNvSpPr txBox="1"/>
          <p:nvPr/>
        </p:nvSpPr>
        <p:spPr>
          <a:xfrm>
            <a:off x="12788900" y="508000"/>
            <a:ext cx="2349499" cy="3136899"/>
          </a:xfrm>
          <a:prstGeom prst="rect">
            <a:avLst/>
          </a:prstGeom>
          <a:noFill/>
          <a:ln w="25400" cap="rnd" cmpd="sng">
            <a:solidFill>
              <a:srgbClr val="FFFF00"/>
            </a:solidFill>
            <a:prstDash val="solid"/>
            <a:miter/>
            <a:headEnd type="none" w="med" len="med"/>
            <a:tailEnd type="none" w="med" len="med"/>
          </a:ln>
        </p:spPr>
        <p:txBody>
          <a:bodyPr lIns="0" tIns="0" rIns="0" bIns="0" anchor="t" anchorCtr="0">
            <a:noAutofit/>
          </a:bodyPr>
          <a:lstStyle/>
          <a:p>
            <a:pPr marL="0" marR="0" lvl="0" indent="0" algn="ctr" rtl="0">
              <a:lnSpc>
                <a:spcPct val="100000"/>
              </a:lnSpc>
              <a:spcBef>
                <a:spcPts val="0"/>
              </a:spcBef>
              <a:spcAft>
                <a:spcPts val="0"/>
              </a:spcAft>
              <a:buNone/>
            </a:pPr>
            <a:endParaRPr/>
          </a:p>
        </p:txBody>
      </p:sp>
      <p:sp>
        <p:nvSpPr>
          <p:cNvPr id="425" name="Shape 425"/>
          <p:cNvSpPr txBox="1"/>
          <p:nvPr/>
        </p:nvSpPr>
        <p:spPr>
          <a:xfrm>
            <a:off x="7200900" y="2768600"/>
            <a:ext cx="2349499" cy="1409700"/>
          </a:xfrm>
          <a:prstGeom prst="rect">
            <a:avLst/>
          </a:prstGeom>
          <a:noFill/>
          <a:ln w="25400" cap="rnd" cmpd="sng">
            <a:solidFill>
              <a:srgbClr val="FFFF00"/>
            </a:solidFill>
            <a:prstDash val="solid"/>
            <a:miter/>
            <a:headEnd type="none" w="med" len="med"/>
            <a:tailEnd type="none" w="med" len="med"/>
          </a:ln>
        </p:spPr>
        <p:txBody>
          <a:bodyPr lIns="0" tIns="0" rIns="0" bIns="0" anchor="t" anchorCtr="0">
            <a:noAutofit/>
          </a:bodyPr>
          <a:lstStyle/>
          <a:p>
            <a:pPr marL="0" marR="0" lvl="0" indent="0" algn="ctr" rtl="0">
              <a:lnSpc>
                <a:spcPct val="100000"/>
              </a:lnSpc>
              <a:spcBef>
                <a:spcPts val="0"/>
              </a:spcBef>
              <a:spcAft>
                <a:spcPts val="0"/>
              </a:spcAft>
              <a:buNone/>
            </a:pPr>
            <a:endParaRPr/>
          </a:p>
        </p:txBody>
      </p:sp>
      <p:cxnSp>
        <p:nvCxnSpPr>
          <p:cNvPr id="426" name="Shape 426"/>
          <p:cNvCxnSpPr/>
          <p:nvPr/>
        </p:nvCxnSpPr>
        <p:spPr>
          <a:xfrm rot="10800000" flipH="1">
            <a:off x="9796461" y="2195511"/>
            <a:ext cx="2701925" cy="1141411"/>
          </a:xfrm>
          <a:prstGeom prst="straightConnector1">
            <a:avLst/>
          </a:prstGeom>
          <a:noFill/>
          <a:ln w="88900" cap="rnd" cmpd="sng">
            <a:solidFill>
              <a:srgbClr val="FFFF00"/>
            </a:solidFill>
            <a:prstDash val="solid"/>
            <a:miter/>
            <a:headEnd type="stealth" w="med" len="med"/>
            <a:tailEnd type="none" w="med" len="med"/>
          </a:ln>
        </p:spPr>
      </p:cxnSp>
      <p:sp>
        <p:nvSpPr>
          <p:cNvPr id="427" name="Shape 427"/>
          <p:cNvSpPr txBox="1"/>
          <p:nvPr/>
        </p:nvSpPr>
        <p:spPr>
          <a:xfrm>
            <a:off x="3327400" y="965200"/>
            <a:ext cx="2349499" cy="1409700"/>
          </a:xfrm>
          <a:prstGeom prst="rect">
            <a:avLst/>
          </a:prstGeom>
          <a:noFill/>
          <a:ln w="25400" cap="rnd" cmpd="sng">
            <a:solidFill>
              <a:srgbClr val="FFFF00"/>
            </a:solidFill>
            <a:prstDash val="solid"/>
            <a:miter/>
            <a:headEnd type="none" w="med" len="med"/>
            <a:tailEnd type="none" w="med" len="med"/>
          </a:ln>
        </p:spPr>
        <p:txBody>
          <a:bodyPr lIns="0" tIns="0" rIns="0" bIns="0" anchor="t" anchorCtr="0">
            <a:noAutofit/>
          </a:bodyPr>
          <a:lstStyle/>
          <a:p>
            <a:pPr marL="0" marR="0" lvl="0" indent="0" algn="ctr" rtl="0">
              <a:lnSpc>
                <a:spcPct val="100000"/>
              </a:lnSpc>
              <a:spcBef>
                <a:spcPts val="0"/>
              </a:spcBef>
              <a:spcAft>
                <a:spcPts val="0"/>
              </a:spcAft>
              <a:buNone/>
            </a:pPr>
            <a:endParaRPr/>
          </a:p>
        </p:txBody>
      </p:sp>
      <p:cxnSp>
        <p:nvCxnSpPr>
          <p:cNvPr id="428" name="Shape 428"/>
          <p:cNvCxnSpPr/>
          <p:nvPr/>
        </p:nvCxnSpPr>
        <p:spPr>
          <a:xfrm>
            <a:off x="5140325" y="2570161"/>
            <a:ext cx="1866900" cy="877887"/>
          </a:xfrm>
          <a:prstGeom prst="straightConnector1">
            <a:avLst/>
          </a:prstGeom>
          <a:noFill/>
          <a:ln w="88900" cap="rnd" cmpd="sng">
            <a:solidFill>
              <a:srgbClr val="FFFF00"/>
            </a:solidFill>
            <a:prstDash val="solid"/>
            <a:miter/>
            <a:headEnd type="stealth" w="med" len="med"/>
            <a:tailEnd type="none" w="med" len="med"/>
          </a:ln>
        </p:spPr>
      </p:cxnSp>
      <p:sp>
        <p:nvSpPr>
          <p:cNvPr id="429" name="Shape 429"/>
          <p:cNvSpPr txBox="1"/>
          <p:nvPr/>
        </p:nvSpPr>
        <p:spPr>
          <a:xfrm>
            <a:off x="9779000" y="4673600"/>
            <a:ext cx="2349600" cy="1409700"/>
          </a:xfrm>
          <a:prstGeom prst="rect">
            <a:avLst/>
          </a:prstGeom>
          <a:noFill/>
          <a:ln w="25400" cap="rnd" cmpd="sng">
            <a:solidFill>
              <a:srgbClr val="FFFF00"/>
            </a:solidFill>
            <a:prstDash val="solid"/>
            <a:miter/>
            <a:headEnd type="none" w="med" len="med"/>
            <a:tailEnd type="none" w="med" len="med"/>
          </a:ln>
        </p:spPr>
        <p:txBody>
          <a:bodyPr lIns="0" tIns="0" rIns="0" bIns="0" anchor="t" anchorCtr="0">
            <a:noAutofit/>
          </a:bodyPr>
          <a:lstStyle/>
          <a:p>
            <a:pPr marL="0" marR="0" lvl="0" indent="0" algn="ctr" rtl="0">
              <a:lnSpc>
                <a:spcPct val="100000"/>
              </a:lnSpc>
              <a:spcBef>
                <a:spcPts val="0"/>
              </a:spcBef>
              <a:spcAft>
                <a:spcPts val="0"/>
              </a:spcAft>
              <a:buNone/>
            </a:pPr>
            <a:endParaRPr/>
          </a:p>
        </p:txBody>
      </p:sp>
      <p:cxnSp>
        <p:nvCxnSpPr>
          <p:cNvPr id="430" name="Shape 430"/>
          <p:cNvCxnSpPr/>
          <p:nvPr/>
        </p:nvCxnSpPr>
        <p:spPr>
          <a:xfrm rot="10800000" flipH="1">
            <a:off x="12285661" y="3933825"/>
            <a:ext cx="1228724" cy="1493836"/>
          </a:xfrm>
          <a:prstGeom prst="straightConnector1">
            <a:avLst/>
          </a:prstGeom>
          <a:noFill/>
          <a:ln w="88900" cap="rnd" cmpd="sng">
            <a:solidFill>
              <a:srgbClr val="FFFF00"/>
            </a:solidFill>
            <a:prstDash val="solid"/>
            <a:miter/>
            <a:headEnd type="stealth" w="med" len="med"/>
            <a:tailEnd type="none" w="med" len="med"/>
          </a:ln>
        </p:spPr>
      </p:cxnSp>
      <p:sp>
        <p:nvSpPr>
          <p:cNvPr id="431" name="Shape 431"/>
          <p:cNvSpPr txBox="1"/>
          <p:nvPr/>
        </p:nvSpPr>
        <p:spPr>
          <a:xfrm>
            <a:off x="10317174" y="3255250"/>
            <a:ext cx="224940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belongs-to</a:t>
            </a:r>
          </a:p>
        </p:txBody>
      </p:sp>
      <p:sp>
        <p:nvSpPr>
          <p:cNvPr id="432" name="Shape 432"/>
          <p:cNvSpPr txBox="1"/>
          <p:nvPr/>
        </p:nvSpPr>
        <p:spPr>
          <a:xfrm>
            <a:off x="6172935" y="1765350"/>
            <a:ext cx="234960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belongs-to</a:t>
            </a:r>
          </a:p>
        </p:txBody>
      </p:sp>
      <p:sp>
        <p:nvSpPr>
          <p:cNvPr id="433" name="Shape 433"/>
          <p:cNvSpPr txBox="1"/>
          <p:nvPr/>
        </p:nvSpPr>
        <p:spPr>
          <a:xfrm>
            <a:off x="13143448" y="4755350"/>
            <a:ext cx="224940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belongs-to</a:t>
            </a:r>
          </a:p>
        </p:txBody>
      </p:sp>
    </p:spTree>
  </p:cSld>
  <p:clrMapOvr>
    <a:masterClrMapping/>
  </p:clrMapOvr>
  <p:transition spd="slow">
    <p:cut/>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Shape 476"/>
          <p:cNvSpPr txBox="1">
            <a:spLocks noGrp="1"/>
          </p:cNvSpPr>
          <p:nvPr>
            <p:ph type="title"/>
          </p:nvPr>
        </p:nvSpPr>
        <p:spPr>
          <a:xfrm>
            <a:off x="2117600" y="2360475"/>
            <a:ext cx="11816699" cy="35687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b="0" i="0" u="none" strike="noStrike" cap="none" baseline="0">
                <a:solidFill>
                  <a:srgbClr val="FF00FF"/>
                </a:solidFill>
                <a:latin typeface="Cabin"/>
                <a:ea typeface="Cabin"/>
                <a:cs typeface="Cabin"/>
                <a:sym typeface="Cabin"/>
              </a:rPr>
              <a:t>Representing Relationships in a Database</a:t>
            </a:r>
          </a:p>
        </p:txBody>
      </p:sp>
    </p:spTree>
  </p:cSld>
  <p:clrMapOvr>
    <a:masterClrMapping/>
  </p:clrMapOvr>
  <p:transition spd="slow">
    <p:cut/>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pic>
        <p:nvPicPr>
          <p:cNvPr id="481" name="Shape 481"/>
          <p:cNvPicPr preferRelativeResize="0"/>
          <p:nvPr/>
        </p:nvPicPr>
        <p:blipFill rotWithShape="1">
          <a:blip r:embed="rId3">
            <a:alphaModFix/>
          </a:blip>
          <a:srcRect/>
          <a:stretch/>
        </p:blipFill>
        <p:spPr>
          <a:xfrm>
            <a:off x="228600" y="1257300"/>
            <a:ext cx="15493999" cy="2592387"/>
          </a:xfrm>
          <a:prstGeom prst="rect">
            <a:avLst/>
          </a:prstGeom>
          <a:noFill/>
          <a:ln>
            <a:noFill/>
          </a:ln>
        </p:spPr>
      </p:pic>
      <p:sp>
        <p:nvSpPr>
          <p:cNvPr id="482" name="Shape 482"/>
          <p:cNvSpPr txBox="1"/>
          <p:nvPr/>
        </p:nvSpPr>
        <p:spPr>
          <a:xfrm>
            <a:off x="263525" y="4654550"/>
            <a:ext cx="15709899" cy="21843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We want to keep track of which band is the </a:t>
            </a:r>
            <a:r>
              <a:rPr lang="en-US" sz="3600" b="0" i="0" u="none" strike="noStrike" cap="none" baseline="0">
                <a:solidFill>
                  <a:schemeClr val="lt1"/>
                </a:solidFill>
                <a:latin typeface="Arial"/>
                <a:ea typeface="Arial"/>
                <a:cs typeface="Arial"/>
                <a:sym typeface="Arial"/>
              </a:rPr>
              <a:t>“</a:t>
            </a:r>
            <a:r>
              <a:rPr lang="en-US" sz="3600" b="0" i="0" u="none" strike="noStrike" cap="none" baseline="0">
                <a:solidFill>
                  <a:srgbClr val="FF00FF"/>
                </a:solidFill>
                <a:latin typeface="Cabin"/>
                <a:ea typeface="Cabin"/>
                <a:cs typeface="Cabin"/>
                <a:sym typeface="Cabin"/>
              </a:rPr>
              <a:t>creator</a:t>
            </a:r>
            <a:r>
              <a:rPr lang="en-US" sz="3600" b="0" i="0" u="none" strike="noStrike" cap="none" baseline="0">
                <a:solidFill>
                  <a:schemeClr val="lt1"/>
                </a:solidFill>
                <a:latin typeface="Arial"/>
                <a:ea typeface="Arial"/>
                <a:cs typeface="Arial"/>
                <a:sym typeface="Arial"/>
              </a:rPr>
              <a:t>”</a:t>
            </a:r>
            <a:r>
              <a:rPr lang="en-US" sz="3600" b="0" i="0" u="none" strike="noStrike" cap="none" baseline="0">
                <a:solidFill>
                  <a:schemeClr val="lt1"/>
                </a:solidFill>
                <a:latin typeface="Cabin"/>
                <a:ea typeface="Cabin"/>
                <a:cs typeface="Cabin"/>
                <a:sym typeface="Cabin"/>
              </a:rPr>
              <a:t> of each music track...</a:t>
            </a:r>
          </a:p>
          <a:p>
            <a:pPr marL="0" marR="0" lvl="0" indent="0" algn="ctr" rtl="0">
              <a:lnSpc>
                <a:spcPct val="100000"/>
              </a:lnSpc>
              <a:spcBef>
                <a:spcPts val="0"/>
              </a:spcBef>
              <a:spcAft>
                <a:spcPts val="0"/>
              </a:spcAft>
              <a:buClr>
                <a:srgbClr val="FF00FF"/>
              </a:buClr>
              <a:buSzPct val="25000"/>
              <a:buFont typeface="Cabin"/>
              <a:buNone/>
            </a:pPr>
            <a:r>
              <a:rPr lang="en-US" sz="3600" b="0" i="0" u="none" strike="noStrike" cap="none" baseline="0">
                <a:solidFill>
                  <a:srgbClr val="FF00FF"/>
                </a:solidFill>
                <a:latin typeface="Cabin"/>
                <a:ea typeface="Cabin"/>
                <a:cs typeface="Cabin"/>
                <a:sym typeface="Cabin"/>
              </a:rPr>
              <a:t>What album</a:t>
            </a:r>
            <a:r>
              <a:rPr lang="en-US" sz="3600" b="0" i="0" u="none" strike="noStrike" cap="none" baseline="0">
                <a:solidFill>
                  <a:schemeClr val="lt1"/>
                </a:solidFill>
                <a:latin typeface="Cabin"/>
                <a:ea typeface="Cabin"/>
                <a:cs typeface="Cabin"/>
                <a:sym typeface="Cabin"/>
              </a:rPr>
              <a:t> does this song </a:t>
            </a:r>
            <a:r>
              <a:rPr lang="en-US" sz="3600" b="0" i="0" u="none" strike="noStrike" cap="none" baseline="0">
                <a:solidFill>
                  <a:schemeClr val="lt1"/>
                </a:solidFill>
                <a:latin typeface="Arial"/>
                <a:ea typeface="Arial"/>
                <a:cs typeface="Arial"/>
                <a:sym typeface="Arial"/>
              </a:rPr>
              <a:t>“</a:t>
            </a:r>
            <a:r>
              <a:rPr lang="en-US" sz="3600" b="0" i="0" u="none" strike="noStrike" cap="none" baseline="0">
                <a:solidFill>
                  <a:schemeClr val="lt1"/>
                </a:solidFill>
                <a:latin typeface="Cabin"/>
                <a:ea typeface="Cabin"/>
                <a:cs typeface="Cabin"/>
                <a:sym typeface="Cabin"/>
              </a:rPr>
              <a:t>belong to</a:t>
            </a:r>
            <a:r>
              <a:rPr lang="en-US" sz="3600" b="0" i="0" u="none" strike="noStrike" cap="none" baseline="0">
                <a:solidFill>
                  <a:schemeClr val="lt1"/>
                </a:solidFill>
                <a:latin typeface="Arial"/>
                <a:ea typeface="Arial"/>
                <a:cs typeface="Arial"/>
                <a:sym typeface="Arial"/>
              </a:rPr>
              <a:t>”</a:t>
            </a:r>
            <a:r>
              <a:rPr lang="en-US" sz="3600" b="0" i="0" u="none" strike="noStrike" cap="none" baseline="0">
                <a:solidFill>
                  <a:schemeClr val="lt1"/>
                </a:solidFill>
                <a:latin typeface="Cabin"/>
                <a:ea typeface="Cabin"/>
                <a:cs typeface="Cabin"/>
                <a:sym typeface="Cabin"/>
              </a:rPr>
              <a:t>??</a:t>
            </a:r>
          </a:p>
          <a:p>
            <a:pPr marL="0" marR="0" lvl="0" indent="0" algn="ctr" rtl="0">
              <a:lnSpc>
                <a:spcPct val="100000"/>
              </a:lnSpc>
              <a:spcBef>
                <a:spcPts val="0"/>
              </a:spcBef>
              <a:spcAft>
                <a:spcPts val="0"/>
              </a:spcAft>
              <a:buNone/>
            </a:pPr>
            <a:endParaRPr sz="3600" b="0" i="0" u="none" strike="noStrike" cap="none" baseline="0">
              <a:solidFill>
                <a:schemeClr val="lt1"/>
              </a:solidFill>
              <a:latin typeface="Cabin"/>
              <a:ea typeface="Cabin"/>
              <a:cs typeface="Cabin"/>
              <a:sym typeface="Cabin"/>
            </a:endParaRPr>
          </a:p>
          <a:p>
            <a:pPr marL="0" marR="0" lvl="0" indent="0" algn="ctr" rtl="0">
              <a:lnSpc>
                <a:spcPct val="100000"/>
              </a:lnSpc>
              <a:spcBef>
                <a:spcPts val="0"/>
              </a:spcBef>
              <a:spcAft>
                <a:spcPts val="0"/>
              </a:spcAft>
              <a:buClr>
                <a:srgbClr val="00FF00"/>
              </a:buClr>
              <a:buSzPct val="25000"/>
              <a:buFont typeface="Cabin"/>
              <a:buNone/>
            </a:pPr>
            <a:r>
              <a:rPr lang="en-US" sz="3600" b="0" i="0" u="none" strike="noStrike" cap="none" baseline="0">
                <a:solidFill>
                  <a:srgbClr val="00FF00"/>
                </a:solidFill>
                <a:latin typeface="Cabin"/>
                <a:ea typeface="Cabin"/>
                <a:cs typeface="Cabin"/>
                <a:sym typeface="Cabin"/>
              </a:rPr>
              <a:t>Which album is this song related to?</a:t>
            </a:r>
          </a:p>
        </p:txBody>
      </p:sp>
      <p:cxnSp>
        <p:nvCxnSpPr>
          <p:cNvPr id="483" name="Shape 483"/>
          <p:cNvCxnSpPr/>
          <p:nvPr/>
        </p:nvCxnSpPr>
        <p:spPr>
          <a:xfrm>
            <a:off x="10094911" y="1793875"/>
            <a:ext cx="2130424" cy="1493836"/>
          </a:xfrm>
          <a:prstGeom prst="straightConnector1">
            <a:avLst/>
          </a:prstGeom>
          <a:noFill/>
          <a:ln w="63500" cap="rnd" cmpd="sng">
            <a:solidFill>
              <a:srgbClr val="FF00FF"/>
            </a:solidFill>
            <a:prstDash val="solid"/>
            <a:miter/>
            <a:headEnd type="stealth" w="med" len="med"/>
            <a:tailEnd type="none" w="med" len="med"/>
          </a:ln>
        </p:spPr>
      </p:cxnSp>
      <p:cxnSp>
        <p:nvCxnSpPr>
          <p:cNvPr id="484" name="Shape 484"/>
          <p:cNvCxnSpPr/>
          <p:nvPr/>
        </p:nvCxnSpPr>
        <p:spPr>
          <a:xfrm>
            <a:off x="10164761" y="2508250"/>
            <a:ext cx="2481262" cy="1581150"/>
          </a:xfrm>
          <a:prstGeom prst="straightConnector1">
            <a:avLst/>
          </a:prstGeom>
          <a:noFill/>
          <a:ln w="63500" cap="rnd" cmpd="sng">
            <a:solidFill>
              <a:srgbClr val="FF00FF"/>
            </a:solidFill>
            <a:prstDash val="solid"/>
            <a:miter/>
            <a:headEnd type="stealth" w="med" len="med"/>
            <a:tailEnd type="none" w="med" len="med"/>
          </a:ln>
        </p:spPr>
      </p:cxnSp>
      <p:cxnSp>
        <p:nvCxnSpPr>
          <p:cNvPr id="485" name="Shape 485"/>
          <p:cNvCxnSpPr/>
          <p:nvPr/>
        </p:nvCxnSpPr>
        <p:spPr>
          <a:xfrm>
            <a:off x="4327525" y="2432050"/>
            <a:ext cx="1844674" cy="1384299"/>
          </a:xfrm>
          <a:prstGeom prst="straightConnector1">
            <a:avLst/>
          </a:prstGeom>
          <a:noFill/>
          <a:ln w="63500" cap="rnd" cmpd="sng">
            <a:solidFill>
              <a:srgbClr val="FF00FF"/>
            </a:solidFill>
            <a:prstDash val="solid"/>
            <a:miter/>
            <a:headEnd type="stealth" w="med" len="med"/>
            <a:tailEnd type="none" w="med" len="med"/>
          </a:ln>
        </p:spPr>
      </p:cxnSp>
    </p:spTree>
  </p:cSld>
  <p:clrMapOvr>
    <a:masterClrMapping/>
  </p:clrMapOvr>
  <p:transition spd="slow">
    <p:cut/>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0" name="Shape 490"/>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b="0" i="0" u="none" strike="noStrike" cap="none" baseline="0">
                <a:solidFill>
                  <a:srgbClr val="FF00FF"/>
                </a:solidFill>
                <a:latin typeface="Cabin"/>
                <a:ea typeface="Cabin"/>
                <a:cs typeface="Cabin"/>
                <a:sym typeface="Cabin"/>
              </a:rPr>
              <a:t>Database Normalization (3NF)</a:t>
            </a:r>
          </a:p>
        </p:txBody>
      </p:sp>
      <p:sp>
        <p:nvSpPr>
          <p:cNvPr id="491" name="Shape 491"/>
          <p:cNvSpPr txBox="1">
            <a:spLocks noGrp="1"/>
          </p:cNvSpPr>
          <p:nvPr>
            <p:ph type="body" idx="1"/>
          </p:nvPr>
        </p:nvSpPr>
        <p:spPr>
          <a:xfrm>
            <a:off x="1308100" y="2603500"/>
            <a:ext cx="13619999" cy="5702399"/>
          </a:xfrm>
          <a:prstGeom prst="rect">
            <a:avLst/>
          </a:prstGeom>
          <a:noFill/>
          <a:ln>
            <a:noFill/>
          </a:ln>
        </p:spPr>
        <p:txBody>
          <a:bodyPr lIns="38100" tIns="38100" rIns="38100" bIns="38100" anchor="ctr" anchorCtr="0">
            <a:noAutofit/>
          </a:bodyPr>
          <a:lstStyle/>
          <a:p>
            <a:pPr marL="457200" marR="0" lvl="0" indent="-228600" algn="l" rtl="0">
              <a:lnSpc>
                <a:spcPct val="100000"/>
              </a:lnSpc>
              <a:spcBef>
                <a:spcPts val="1000"/>
              </a:spcBef>
              <a:spcAft>
                <a:spcPts val="0"/>
              </a:spcAft>
              <a:buSzPct val="100000"/>
              <a:buFont typeface="Cabin"/>
            </a:pPr>
            <a:r>
              <a:rPr lang="en-US" sz="3600" b="0" i="0" u="none" strike="noStrike" cap="none" baseline="0">
                <a:solidFill>
                  <a:schemeClr val="lt1"/>
                </a:solidFill>
                <a:latin typeface="Cabin"/>
                <a:ea typeface="Cabin"/>
                <a:cs typeface="Cabin"/>
                <a:sym typeface="Cabin"/>
              </a:rPr>
              <a:t>There is *tons* of database theory - way too much to understand without excessive predicate calculus</a:t>
            </a:r>
          </a:p>
          <a:p>
            <a:pPr marL="914400" marR="0" lvl="1" indent="-228600" algn="l" rtl="0">
              <a:lnSpc>
                <a:spcPct val="100000"/>
              </a:lnSpc>
              <a:spcBef>
                <a:spcPts val="1000"/>
              </a:spcBef>
              <a:spcAft>
                <a:spcPts val="0"/>
              </a:spcAft>
              <a:buSzPct val="100000"/>
              <a:buFont typeface="Cabin"/>
            </a:pPr>
            <a:r>
              <a:rPr lang="en-US" sz="3600" b="0" i="0" u="none" strike="noStrike" cap="none" baseline="0">
                <a:solidFill>
                  <a:srgbClr val="00FF00"/>
                </a:solidFill>
                <a:latin typeface="Cabin"/>
                <a:ea typeface="Cabin"/>
                <a:cs typeface="Cabin"/>
                <a:sym typeface="Cabin"/>
              </a:rPr>
              <a:t>Do not replicate data</a:t>
            </a:r>
            <a:r>
              <a:rPr lang="en-US" sz="3600" b="0" i="0" u="none" strike="noStrike" cap="none" baseline="0">
                <a:solidFill>
                  <a:schemeClr val="lt1"/>
                </a:solidFill>
                <a:latin typeface="Cabin"/>
                <a:ea typeface="Cabin"/>
                <a:cs typeface="Cabin"/>
                <a:sym typeface="Cabin"/>
              </a:rPr>
              <a:t> - reference data - point at data</a:t>
            </a:r>
          </a:p>
          <a:p>
            <a:pPr marL="914400" marR="0" lvl="1" indent="-228600" algn="l" rtl="0">
              <a:lnSpc>
                <a:spcPct val="100000"/>
              </a:lnSpc>
              <a:spcBef>
                <a:spcPts val="1000"/>
              </a:spcBef>
              <a:spcAft>
                <a:spcPts val="0"/>
              </a:spcAft>
              <a:buSzPct val="100000"/>
              <a:buFont typeface="Cabin"/>
            </a:pPr>
            <a:r>
              <a:rPr lang="en-US" sz="3600" b="0" i="0" u="none" strike="noStrike" cap="none" baseline="0">
                <a:solidFill>
                  <a:schemeClr val="lt1"/>
                </a:solidFill>
                <a:latin typeface="Cabin"/>
                <a:ea typeface="Cabin"/>
                <a:cs typeface="Cabin"/>
                <a:sym typeface="Cabin"/>
              </a:rPr>
              <a:t>Use </a:t>
            </a:r>
            <a:r>
              <a:rPr lang="en-US" sz="3600" b="0" i="0" u="none" strike="noStrike" cap="none" baseline="0">
                <a:solidFill>
                  <a:srgbClr val="00FF00"/>
                </a:solidFill>
                <a:latin typeface="Cabin"/>
                <a:ea typeface="Cabin"/>
                <a:cs typeface="Cabin"/>
                <a:sym typeface="Cabin"/>
              </a:rPr>
              <a:t>integers for keys</a:t>
            </a:r>
            <a:r>
              <a:rPr lang="en-US" sz="3600" b="0" i="0" u="none" strike="noStrike" cap="none" baseline="0">
                <a:solidFill>
                  <a:schemeClr val="lt1"/>
                </a:solidFill>
                <a:latin typeface="Cabin"/>
                <a:ea typeface="Cabin"/>
                <a:cs typeface="Cabin"/>
                <a:sym typeface="Cabin"/>
              </a:rPr>
              <a:t> and for references</a:t>
            </a:r>
          </a:p>
          <a:p>
            <a:pPr marL="914400" marR="0" lvl="1" indent="-228600" algn="l" rtl="0">
              <a:lnSpc>
                <a:spcPct val="100000"/>
              </a:lnSpc>
              <a:spcBef>
                <a:spcPts val="1000"/>
              </a:spcBef>
              <a:spcAft>
                <a:spcPts val="0"/>
              </a:spcAft>
              <a:buSzPct val="100000"/>
            </a:pPr>
            <a:r>
              <a:rPr lang="en-US" sz="3600" b="0" i="0" u="none" strike="noStrike" cap="none" baseline="0">
                <a:solidFill>
                  <a:schemeClr val="lt1"/>
                </a:solidFill>
                <a:latin typeface="Cabin"/>
                <a:ea typeface="Cabin"/>
                <a:cs typeface="Cabin"/>
                <a:sym typeface="Cabin"/>
              </a:rPr>
              <a:t>Add a special </a:t>
            </a:r>
            <a:r>
              <a:rPr lang="en-US" sz="3600" b="0" i="0" u="none" strike="noStrike" cap="none" baseline="0">
                <a:solidFill>
                  <a:schemeClr val="lt1"/>
                </a:solidFill>
                <a:latin typeface="Arial"/>
                <a:ea typeface="Arial"/>
                <a:cs typeface="Arial"/>
                <a:sym typeface="Arial"/>
              </a:rPr>
              <a:t>“</a:t>
            </a:r>
            <a:r>
              <a:rPr lang="en-US" sz="3600" b="0" i="0" u="none" strike="noStrike" cap="none" baseline="0">
                <a:solidFill>
                  <a:srgbClr val="FF7F00"/>
                </a:solidFill>
                <a:latin typeface="Cabin"/>
                <a:ea typeface="Cabin"/>
                <a:cs typeface="Cabin"/>
                <a:sym typeface="Cabin"/>
              </a:rPr>
              <a:t>key</a:t>
            </a:r>
            <a:r>
              <a:rPr lang="en-US" sz="3600" b="0" i="0" u="none" strike="noStrike" cap="none" baseline="0">
                <a:solidFill>
                  <a:schemeClr val="lt1"/>
                </a:solidFill>
                <a:latin typeface="Arial"/>
                <a:ea typeface="Arial"/>
                <a:cs typeface="Arial"/>
                <a:sym typeface="Arial"/>
              </a:rPr>
              <a:t>”</a:t>
            </a:r>
            <a:r>
              <a:rPr lang="en-US" sz="3600" b="0" i="0" u="none" strike="noStrike" cap="none" baseline="0">
                <a:solidFill>
                  <a:schemeClr val="lt1"/>
                </a:solidFill>
                <a:latin typeface="Cabin"/>
                <a:ea typeface="Cabin"/>
                <a:cs typeface="Cabin"/>
                <a:sym typeface="Cabin"/>
              </a:rPr>
              <a:t> column to each table which we will make references to.   By convention, many programmers call this column </a:t>
            </a:r>
            <a:r>
              <a:rPr lang="en-US" sz="3600" b="0" i="0" u="none" strike="noStrike" cap="none" baseline="0">
                <a:solidFill>
                  <a:schemeClr val="lt1"/>
                </a:solidFill>
                <a:latin typeface="Arial"/>
                <a:ea typeface="Arial"/>
                <a:cs typeface="Arial"/>
                <a:sym typeface="Arial"/>
              </a:rPr>
              <a:t>“</a:t>
            </a:r>
            <a:r>
              <a:rPr lang="en-US" sz="3600" b="0" i="0" u="none" strike="noStrike" cap="none" baseline="0">
                <a:solidFill>
                  <a:srgbClr val="FF7F00"/>
                </a:solidFill>
                <a:latin typeface="Cabin"/>
                <a:ea typeface="Cabin"/>
                <a:cs typeface="Cabin"/>
                <a:sym typeface="Cabin"/>
              </a:rPr>
              <a:t>id</a:t>
            </a:r>
            <a:r>
              <a:rPr lang="en-US" sz="3600" b="0" i="0" u="none" strike="noStrike" cap="none" baseline="0">
                <a:solidFill>
                  <a:schemeClr val="lt1"/>
                </a:solidFill>
                <a:latin typeface="Arial"/>
                <a:ea typeface="Arial"/>
                <a:cs typeface="Arial"/>
                <a:sym typeface="Arial"/>
              </a:rPr>
              <a:t>”</a:t>
            </a:r>
          </a:p>
        </p:txBody>
      </p:sp>
      <p:sp>
        <p:nvSpPr>
          <p:cNvPr id="492" name="Shape 492"/>
          <p:cNvSpPr txBox="1"/>
          <p:nvPr/>
        </p:nvSpPr>
        <p:spPr>
          <a:xfrm>
            <a:off x="3033849" y="8162875"/>
            <a:ext cx="1058760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600" b="0" i="0" u="sng" strike="noStrike" cap="none" baseline="0">
                <a:solidFill>
                  <a:srgbClr val="FFFF00"/>
                </a:solidFill>
                <a:latin typeface="Cabin"/>
                <a:ea typeface="Cabin"/>
                <a:cs typeface="Cabin"/>
                <a:sym typeface="Cabin"/>
                <a:hlinkClick r:id="rId3"/>
              </a:rPr>
              <a:t>http://en.wikipedia.org/wiki/Database_normalization</a:t>
            </a:r>
          </a:p>
        </p:txBody>
      </p:sp>
    </p:spTree>
  </p:cSld>
  <p:clrMapOvr>
    <a:masterClrMapping/>
  </p:clrMapOvr>
  <p:transition spd="slow">
    <p:cut/>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pic>
        <p:nvPicPr>
          <p:cNvPr id="497" name="Shape 497"/>
          <p:cNvPicPr preferRelativeResize="0"/>
          <p:nvPr/>
        </p:nvPicPr>
        <p:blipFill rotWithShape="1">
          <a:blip r:embed="rId3">
            <a:alphaModFix/>
          </a:blip>
          <a:srcRect/>
          <a:stretch/>
        </p:blipFill>
        <p:spPr>
          <a:xfrm>
            <a:off x="7607300" y="2349500"/>
            <a:ext cx="7267574" cy="2006600"/>
          </a:xfrm>
          <a:prstGeom prst="rect">
            <a:avLst/>
          </a:prstGeom>
          <a:noFill/>
          <a:ln>
            <a:noFill/>
          </a:ln>
        </p:spPr>
      </p:pic>
      <p:pic>
        <p:nvPicPr>
          <p:cNvPr id="498" name="Shape 498"/>
          <p:cNvPicPr preferRelativeResize="0"/>
          <p:nvPr/>
        </p:nvPicPr>
        <p:blipFill rotWithShape="1">
          <a:blip r:embed="rId4">
            <a:alphaModFix/>
          </a:blip>
          <a:srcRect/>
          <a:stretch/>
        </p:blipFill>
        <p:spPr>
          <a:xfrm>
            <a:off x="1239837" y="6096000"/>
            <a:ext cx="10099674" cy="2032000"/>
          </a:xfrm>
          <a:prstGeom prst="rect">
            <a:avLst/>
          </a:prstGeom>
          <a:noFill/>
          <a:ln>
            <a:noFill/>
          </a:ln>
        </p:spPr>
      </p:pic>
      <p:sp>
        <p:nvSpPr>
          <p:cNvPr id="499" name="Shape 499"/>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b="0" i="0" u="none" strike="noStrike" cap="none" baseline="0">
                <a:solidFill>
                  <a:srgbClr val="00FF00"/>
                </a:solidFill>
                <a:latin typeface="Cabin"/>
                <a:ea typeface="Cabin"/>
                <a:cs typeface="Cabin"/>
                <a:sym typeface="Cabin"/>
              </a:rPr>
              <a:t>Integer Reference Pattern</a:t>
            </a:r>
          </a:p>
        </p:txBody>
      </p:sp>
      <p:sp>
        <p:nvSpPr>
          <p:cNvPr id="500" name="Shape 500"/>
          <p:cNvSpPr/>
          <p:nvPr/>
        </p:nvSpPr>
        <p:spPr>
          <a:xfrm>
            <a:off x="3302000" y="6731000"/>
            <a:ext cx="1841499" cy="444500"/>
          </a:xfrm>
          <a:prstGeom prst="roundRect">
            <a:avLst>
              <a:gd name="adj" fmla="val 9257"/>
            </a:avLst>
          </a:prstGeom>
          <a:noFill/>
          <a:ln w="50800" cap="rnd" cmpd="sng">
            <a:solidFill>
              <a:srgbClr val="FF7F00"/>
            </a:solidFill>
            <a:prstDash val="solid"/>
            <a:miter/>
            <a:headEnd type="none" w="med" len="med"/>
            <a:tailEnd type="none" w="med" len="med"/>
          </a:ln>
        </p:spPr>
        <p:txBody>
          <a:bodyPr lIns="0" tIns="0" rIns="0" bIns="0" anchor="t" anchorCtr="0">
            <a:noAutofit/>
          </a:bodyPr>
          <a:lstStyle/>
          <a:p>
            <a:pPr marL="0" marR="0" lvl="0" indent="0" algn="ctr" rtl="0">
              <a:lnSpc>
                <a:spcPct val="100000"/>
              </a:lnSpc>
              <a:spcBef>
                <a:spcPts val="0"/>
              </a:spcBef>
              <a:spcAft>
                <a:spcPts val="0"/>
              </a:spcAft>
              <a:buNone/>
            </a:pPr>
            <a:endParaRPr/>
          </a:p>
        </p:txBody>
      </p:sp>
      <p:cxnSp>
        <p:nvCxnSpPr>
          <p:cNvPr id="501" name="Shape 501"/>
          <p:cNvCxnSpPr/>
          <p:nvPr/>
        </p:nvCxnSpPr>
        <p:spPr>
          <a:xfrm flipH="1">
            <a:off x="4675187" y="3781425"/>
            <a:ext cx="3189287" cy="2944811"/>
          </a:xfrm>
          <a:prstGeom prst="straightConnector1">
            <a:avLst/>
          </a:prstGeom>
          <a:noFill/>
          <a:ln w="63500" cap="rnd" cmpd="sng">
            <a:solidFill>
              <a:srgbClr val="FF7F00"/>
            </a:solidFill>
            <a:prstDash val="solid"/>
            <a:miter/>
            <a:headEnd type="stealth" w="med" len="med"/>
            <a:tailEnd type="none" w="med" len="med"/>
          </a:ln>
        </p:spPr>
      </p:cxnSp>
      <p:sp>
        <p:nvSpPr>
          <p:cNvPr id="502" name="Shape 502"/>
          <p:cNvSpPr txBox="1"/>
          <p:nvPr/>
        </p:nvSpPr>
        <p:spPr>
          <a:xfrm>
            <a:off x="555625" y="3702050"/>
            <a:ext cx="6464299" cy="11430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3600" b="0" i="0" u="none" strike="noStrike" cap="none" baseline="0">
                <a:solidFill>
                  <a:srgbClr val="FF7F00"/>
                </a:solidFill>
                <a:latin typeface="Cabin"/>
                <a:ea typeface="Cabin"/>
                <a:cs typeface="Cabin"/>
                <a:sym typeface="Cabin"/>
              </a:rPr>
              <a:t>We use integers to reference rows in another table</a:t>
            </a:r>
          </a:p>
        </p:txBody>
      </p:sp>
      <p:sp>
        <p:nvSpPr>
          <p:cNvPr id="503" name="Shape 503"/>
          <p:cNvSpPr txBox="1"/>
          <p:nvPr/>
        </p:nvSpPr>
        <p:spPr>
          <a:xfrm>
            <a:off x="9205911" y="7289800"/>
            <a:ext cx="1328737"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3600" b="0" i="0" u="none" strike="noStrike" cap="none" baseline="0">
                <a:solidFill>
                  <a:srgbClr val="FF00FF"/>
                </a:solidFill>
                <a:latin typeface="Cabin"/>
                <a:ea typeface="Cabin"/>
                <a:cs typeface="Cabin"/>
                <a:sym typeface="Cabin"/>
              </a:rPr>
              <a:t>Album</a:t>
            </a:r>
          </a:p>
        </p:txBody>
      </p:sp>
      <p:sp>
        <p:nvSpPr>
          <p:cNvPr id="504" name="Shape 504"/>
          <p:cNvSpPr txBox="1"/>
          <p:nvPr/>
        </p:nvSpPr>
        <p:spPr>
          <a:xfrm>
            <a:off x="13136562" y="3517900"/>
            <a:ext cx="1190624"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3600" b="0" i="0" u="none" strike="noStrike" cap="none" baseline="0">
                <a:solidFill>
                  <a:srgbClr val="FF00FF"/>
                </a:solidFill>
                <a:latin typeface="Cabin"/>
                <a:ea typeface="Cabin"/>
                <a:cs typeface="Cabin"/>
                <a:sym typeface="Cabin"/>
              </a:rPr>
              <a:t>Artist</a:t>
            </a:r>
          </a:p>
        </p:txBody>
      </p:sp>
    </p:spTree>
  </p:cSld>
  <p:clrMapOvr>
    <a:masterClrMapping/>
  </p:clrMapOvr>
  <p:transition spd="slow">
    <p:cut/>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08"/>
        <p:cNvGrpSpPr/>
        <p:nvPr/>
      </p:nvGrpSpPr>
      <p:grpSpPr>
        <a:xfrm>
          <a:off x="0" y="0"/>
          <a:ext cx="0" cy="0"/>
          <a:chOff x="0" y="0"/>
          <a:chExt cx="0" cy="0"/>
        </a:xfrm>
      </p:grpSpPr>
      <p:sp>
        <p:nvSpPr>
          <p:cNvPr id="509" name="Shape 509"/>
          <p:cNvSpPr txBox="1">
            <a:spLocks noGrp="1"/>
          </p:cNvSpPr>
          <p:nvPr>
            <p:ph type="title"/>
          </p:nvPr>
        </p:nvSpPr>
        <p:spPr>
          <a:xfrm>
            <a:off x="1155700" y="1536700"/>
            <a:ext cx="13931900" cy="3086099"/>
          </a:xfrm>
          <a:prstGeom prst="rect">
            <a:avLst/>
          </a:prstGeom>
          <a:noFill/>
          <a:ln>
            <a:noFill/>
          </a:ln>
        </p:spPr>
        <p:txBody>
          <a:bodyPr lIns="38100" tIns="38100" rIns="38100" bIns="38100" anchor="b"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b="0" i="0" u="none" strike="noStrike" cap="none" baseline="0">
                <a:solidFill>
                  <a:srgbClr val="00FF00"/>
                </a:solidFill>
                <a:latin typeface="Cabin"/>
                <a:ea typeface="Cabin"/>
                <a:cs typeface="Cabin"/>
                <a:sym typeface="Cabin"/>
              </a:rPr>
              <a:t>Keys</a:t>
            </a:r>
          </a:p>
        </p:txBody>
      </p:sp>
      <p:sp>
        <p:nvSpPr>
          <p:cNvPr id="510" name="Shape 510"/>
          <p:cNvSpPr txBox="1">
            <a:spLocks noGrp="1"/>
          </p:cNvSpPr>
          <p:nvPr>
            <p:ph type="body" idx="1"/>
          </p:nvPr>
        </p:nvSpPr>
        <p:spPr>
          <a:xfrm>
            <a:off x="1155700" y="4711700"/>
            <a:ext cx="13931900" cy="1054100"/>
          </a:xfrm>
          <a:prstGeom prst="rect">
            <a:avLst/>
          </a:prstGeom>
          <a:noFill/>
          <a:ln>
            <a:noFill/>
          </a:ln>
        </p:spPr>
        <p:txBody>
          <a:bodyPr lIns="38100" tIns="38100" rIns="38100" bIns="38100" anchor="t"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Finding our way around....</a:t>
            </a:r>
          </a:p>
        </p:txBody>
      </p:sp>
    </p:spTree>
  </p:cSld>
  <p:clrMapOvr>
    <a:masterClrMapping/>
  </p:clrMapOvr>
  <p:transition spd="slow">
    <p:cut/>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sp>
        <p:nvSpPr>
          <p:cNvPr id="515" name="Shape 515"/>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b="0" i="0" u="none" strike="noStrike" cap="none" baseline="0">
                <a:solidFill>
                  <a:srgbClr val="00FF00"/>
                </a:solidFill>
                <a:latin typeface="Cabin"/>
                <a:ea typeface="Cabin"/>
                <a:cs typeface="Cabin"/>
                <a:sym typeface="Cabin"/>
              </a:rPr>
              <a:t>Three Kinds of Keys</a:t>
            </a:r>
          </a:p>
        </p:txBody>
      </p:sp>
      <p:sp>
        <p:nvSpPr>
          <p:cNvPr id="516" name="Shape 516"/>
          <p:cNvSpPr txBox="1">
            <a:spLocks noGrp="1"/>
          </p:cNvSpPr>
          <p:nvPr>
            <p:ph type="body" idx="1"/>
          </p:nvPr>
        </p:nvSpPr>
        <p:spPr>
          <a:xfrm>
            <a:off x="1155700" y="2603500"/>
            <a:ext cx="8394699" cy="5702299"/>
          </a:xfrm>
          <a:prstGeom prst="rect">
            <a:avLst/>
          </a:prstGeom>
          <a:noFill/>
          <a:ln>
            <a:noFill/>
          </a:ln>
        </p:spPr>
        <p:txBody>
          <a:bodyPr lIns="38100" tIns="38100" rIns="38100" bIns="38100" anchor="ctr" anchorCtr="0">
            <a:noAutofit/>
          </a:bodyPr>
          <a:lstStyle/>
          <a:p>
            <a:pPr marL="457200" marR="0" lvl="0" indent="-228600" algn="l" rtl="0">
              <a:lnSpc>
                <a:spcPct val="100000"/>
              </a:lnSpc>
              <a:spcBef>
                <a:spcPts val="0"/>
              </a:spcBef>
              <a:spcAft>
                <a:spcPts val="1000"/>
              </a:spcAft>
              <a:buSzPct val="100000"/>
              <a:buFont typeface="Cabin"/>
            </a:pPr>
            <a:r>
              <a:rPr lang="en-US" sz="3600" b="0" i="0" u="none" strike="noStrike" cap="none" baseline="0">
                <a:solidFill>
                  <a:srgbClr val="FF7F00"/>
                </a:solidFill>
                <a:latin typeface="Cabin"/>
                <a:ea typeface="Cabin"/>
                <a:cs typeface="Cabin"/>
                <a:sym typeface="Cabin"/>
              </a:rPr>
              <a:t>Primary key</a:t>
            </a:r>
            <a:r>
              <a:rPr lang="en-US" sz="3600" b="0" i="0" u="none" strike="noStrike" cap="none" baseline="0">
                <a:solidFill>
                  <a:schemeClr val="lt1"/>
                </a:solidFill>
                <a:latin typeface="Cabin"/>
                <a:ea typeface="Cabin"/>
                <a:cs typeface="Cabin"/>
                <a:sym typeface="Cabin"/>
              </a:rPr>
              <a:t> - generally an integer auto-in</a:t>
            </a:r>
            <a:r>
              <a:rPr lang="en-US" sz="3600">
                <a:solidFill>
                  <a:schemeClr val="lt1"/>
                </a:solidFill>
                <a:latin typeface="Cabin"/>
                <a:ea typeface="Cabin"/>
                <a:cs typeface="Cabin"/>
                <a:sym typeface="Cabin"/>
              </a:rPr>
              <a:t>cr</a:t>
            </a:r>
            <a:r>
              <a:rPr lang="en-US" sz="3600" b="0" i="0" u="none" strike="noStrike" cap="none" baseline="0">
                <a:solidFill>
                  <a:schemeClr val="lt1"/>
                </a:solidFill>
                <a:latin typeface="Cabin"/>
                <a:ea typeface="Cabin"/>
                <a:cs typeface="Cabin"/>
                <a:sym typeface="Cabin"/>
              </a:rPr>
              <a:t>ement field</a:t>
            </a:r>
          </a:p>
          <a:p>
            <a:pPr marL="457200" marR="0" lvl="0" indent="-228600" algn="l" rtl="0">
              <a:lnSpc>
                <a:spcPct val="100000"/>
              </a:lnSpc>
              <a:spcBef>
                <a:spcPts val="3500"/>
              </a:spcBef>
              <a:spcAft>
                <a:spcPts val="1000"/>
              </a:spcAft>
              <a:buSzPct val="100000"/>
              <a:buFont typeface="Cabin"/>
            </a:pPr>
            <a:r>
              <a:rPr lang="en-US" sz="3600" b="0" i="0" u="none" strike="noStrike" cap="none" baseline="0">
                <a:solidFill>
                  <a:srgbClr val="00FF00"/>
                </a:solidFill>
                <a:latin typeface="Cabin"/>
                <a:ea typeface="Cabin"/>
                <a:cs typeface="Cabin"/>
                <a:sym typeface="Cabin"/>
              </a:rPr>
              <a:t>Logical key</a:t>
            </a:r>
            <a:r>
              <a:rPr lang="en-US" sz="3600" b="0" i="0" u="none" strike="noStrike" cap="none" baseline="0">
                <a:solidFill>
                  <a:schemeClr val="lt1"/>
                </a:solidFill>
                <a:latin typeface="Cabin"/>
                <a:ea typeface="Cabin"/>
                <a:cs typeface="Cabin"/>
                <a:sym typeface="Cabin"/>
              </a:rPr>
              <a:t> - What the outside world uses for lookup</a:t>
            </a:r>
          </a:p>
          <a:p>
            <a:pPr marL="457200" marR="0" lvl="0" indent="-228600" algn="l" rtl="0">
              <a:lnSpc>
                <a:spcPct val="100000"/>
              </a:lnSpc>
              <a:spcBef>
                <a:spcPts val="3500"/>
              </a:spcBef>
              <a:spcAft>
                <a:spcPts val="1000"/>
              </a:spcAft>
              <a:buSzPct val="100000"/>
              <a:buFont typeface="Cabin"/>
            </a:pPr>
            <a:r>
              <a:rPr lang="en-US" sz="3600" b="0" i="0" u="none" strike="noStrike" cap="none" baseline="0">
                <a:solidFill>
                  <a:srgbClr val="FF00FF"/>
                </a:solidFill>
                <a:latin typeface="Cabin"/>
                <a:ea typeface="Cabin"/>
                <a:cs typeface="Cabin"/>
                <a:sym typeface="Cabin"/>
              </a:rPr>
              <a:t>Foreign key</a:t>
            </a:r>
            <a:r>
              <a:rPr lang="en-US" sz="3600" b="0" i="0" u="none" strike="noStrike" cap="none" baseline="0">
                <a:solidFill>
                  <a:schemeClr val="lt1"/>
                </a:solidFill>
                <a:latin typeface="Cabin"/>
                <a:ea typeface="Cabin"/>
                <a:cs typeface="Cabin"/>
                <a:sym typeface="Cabin"/>
              </a:rPr>
              <a:t> - generally an integer key pointing to a row in another table</a:t>
            </a:r>
          </a:p>
        </p:txBody>
      </p:sp>
      <p:sp>
        <p:nvSpPr>
          <p:cNvPr id="517" name="Shape 517"/>
          <p:cNvSpPr txBox="1"/>
          <p:nvPr/>
        </p:nvSpPr>
        <p:spPr>
          <a:xfrm>
            <a:off x="11637649" y="3651250"/>
            <a:ext cx="2016300" cy="3302100"/>
          </a:xfrm>
          <a:prstGeom prst="rect">
            <a:avLst/>
          </a:prstGeom>
          <a:noFill/>
          <a:ln w="12700" cap="rnd" cmpd="sng">
            <a:solidFill>
              <a:schemeClr val="lt1"/>
            </a:solidFill>
            <a:prstDash val="solid"/>
            <a:miter/>
            <a:headEnd type="none" w="med" len="med"/>
            <a:tailEnd type="none" w="med" len="med"/>
          </a:ln>
        </p:spPr>
        <p:txBody>
          <a:bodyPr lIns="0" tIns="0" rIns="0" bIns="0" anchor="ctr" anchorCtr="0">
            <a:noAutofit/>
          </a:bodyPr>
          <a:lstStyle/>
          <a:p>
            <a:pPr marL="0" marR="0" lvl="0" indent="0" algn="l" rtl="0">
              <a:lnSpc>
                <a:spcPct val="100000"/>
              </a:lnSpc>
              <a:spcBef>
                <a:spcPts val="0"/>
              </a:spcBef>
              <a:spcAft>
                <a:spcPts val="0"/>
              </a:spcAft>
              <a:buClr>
                <a:srgbClr val="FFFF00"/>
              </a:buClr>
              <a:buSzPct val="25000"/>
              <a:buFont typeface="Cabin"/>
              <a:buNone/>
            </a:pPr>
            <a:r>
              <a:rPr lang="en-US" sz="4400">
                <a:solidFill>
                  <a:srgbClr val="FFFF00"/>
                </a:solidFill>
                <a:latin typeface="Cabin"/>
                <a:ea typeface="Cabin"/>
                <a:cs typeface="Cabin"/>
                <a:sym typeface="Cabin"/>
              </a:rPr>
              <a:t> </a:t>
            </a:r>
            <a:r>
              <a:rPr lang="en-US" sz="4400" b="0" i="0" u="none" strike="noStrike" cap="none" baseline="0">
                <a:solidFill>
                  <a:srgbClr val="FFFF00"/>
                </a:solidFill>
                <a:latin typeface="Cabin"/>
                <a:ea typeface="Cabin"/>
                <a:cs typeface="Cabin"/>
                <a:sym typeface="Cabin"/>
              </a:rPr>
              <a:t>Site</a:t>
            </a:r>
          </a:p>
          <a:p>
            <a:pPr marL="0" marR="0" lvl="0" indent="0" algn="l" rtl="0">
              <a:lnSpc>
                <a:spcPct val="100000"/>
              </a:lnSpc>
              <a:spcBef>
                <a:spcPts val="0"/>
              </a:spcBef>
              <a:spcAft>
                <a:spcPts val="0"/>
              </a:spcAft>
              <a:buClr>
                <a:srgbClr val="FF7F00"/>
              </a:buClr>
              <a:buSzPct val="25000"/>
              <a:buFont typeface="Cabin"/>
              <a:buNone/>
            </a:pPr>
            <a:r>
              <a:rPr lang="en-US" sz="4400">
                <a:solidFill>
                  <a:srgbClr val="FF7F00"/>
                </a:solidFill>
                <a:latin typeface="Cabin"/>
                <a:ea typeface="Cabin"/>
                <a:cs typeface="Cabin"/>
                <a:sym typeface="Cabin"/>
              </a:rPr>
              <a:t> </a:t>
            </a:r>
            <a:r>
              <a:rPr lang="en-US" sz="4400" b="0" i="0" u="none" strike="noStrike" cap="none" baseline="0">
                <a:solidFill>
                  <a:srgbClr val="FF7F00"/>
                </a:solidFill>
                <a:latin typeface="Cabin"/>
                <a:ea typeface="Cabin"/>
                <a:cs typeface="Cabin"/>
                <a:sym typeface="Cabin"/>
              </a:rPr>
              <a:t>id</a:t>
            </a:r>
          </a:p>
          <a:p>
            <a:pPr marL="0" marR="0" lvl="0" indent="0" algn="l" rtl="0">
              <a:lnSpc>
                <a:spcPct val="100000"/>
              </a:lnSpc>
              <a:spcBef>
                <a:spcPts val="0"/>
              </a:spcBef>
              <a:spcAft>
                <a:spcPts val="0"/>
              </a:spcAft>
              <a:buClr>
                <a:srgbClr val="00FF00"/>
              </a:buClr>
              <a:buSzPct val="25000"/>
              <a:buFont typeface="Cabin"/>
              <a:buNone/>
            </a:pPr>
            <a:r>
              <a:rPr lang="en-US" sz="4400">
                <a:solidFill>
                  <a:srgbClr val="00FF00"/>
                </a:solidFill>
                <a:latin typeface="Cabin"/>
                <a:ea typeface="Cabin"/>
                <a:cs typeface="Cabin"/>
                <a:sym typeface="Cabin"/>
              </a:rPr>
              <a:t> </a:t>
            </a:r>
            <a:r>
              <a:rPr lang="en-US" sz="4400" b="0" i="0" u="none" strike="noStrike" cap="none" baseline="0">
                <a:solidFill>
                  <a:srgbClr val="00FF00"/>
                </a:solidFill>
                <a:latin typeface="Cabin"/>
                <a:ea typeface="Cabin"/>
                <a:cs typeface="Cabin"/>
                <a:sym typeface="Cabin"/>
              </a:rPr>
              <a:t>title</a:t>
            </a:r>
          </a:p>
          <a:p>
            <a:pPr marL="0" marR="0" lvl="0" indent="0" algn="l" rtl="0">
              <a:lnSpc>
                <a:spcPct val="100000"/>
              </a:lnSpc>
              <a:spcBef>
                <a:spcPts val="0"/>
              </a:spcBef>
              <a:spcAft>
                <a:spcPts val="0"/>
              </a:spcAft>
              <a:buClr>
                <a:srgbClr val="FF00FF"/>
              </a:buClr>
              <a:buSzPct val="25000"/>
              <a:buFont typeface="Cabin"/>
              <a:buNone/>
            </a:pPr>
            <a:r>
              <a:rPr lang="en-US" sz="4400">
                <a:solidFill>
                  <a:srgbClr val="FF00FF"/>
                </a:solidFill>
                <a:latin typeface="Cabin"/>
                <a:ea typeface="Cabin"/>
                <a:cs typeface="Cabin"/>
                <a:sym typeface="Cabin"/>
              </a:rPr>
              <a:t> </a:t>
            </a:r>
            <a:r>
              <a:rPr lang="en-US" sz="4400" b="0" i="0" u="none" strike="noStrike" cap="none" baseline="0">
                <a:solidFill>
                  <a:srgbClr val="FF00FF"/>
                </a:solidFill>
                <a:latin typeface="Cabin"/>
                <a:ea typeface="Cabin"/>
                <a:cs typeface="Cabin"/>
                <a:sym typeface="Cabin"/>
              </a:rPr>
              <a:t>user_id</a:t>
            </a:r>
          </a:p>
          <a:p>
            <a:pPr marL="0" marR="0" lvl="0" indent="0" algn="l" rtl="0">
              <a:lnSpc>
                <a:spcPct val="100000"/>
              </a:lnSpc>
              <a:spcBef>
                <a:spcPts val="0"/>
              </a:spcBef>
              <a:spcAft>
                <a:spcPts val="0"/>
              </a:spcAft>
              <a:buClr>
                <a:schemeClr val="lt1"/>
              </a:buClr>
              <a:buSzPct val="25000"/>
              <a:buFont typeface="Cabin"/>
              <a:buNone/>
            </a:pPr>
            <a:r>
              <a:rPr lang="en-US" sz="4400">
                <a:solidFill>
                  <a:schemeClr val="lt1"/>
                </a:solidFill>
                <a:latin typeface="Cabin"/>
                <a:ea typeface="Cabin"/>
                <a:cs typeface="Cabin"/>
                <a:sym typeface="Cabin"/>
              </a:rPr>
              <a:t> </a:t>
            </a:r>
            <a:r>
              <a:rPr lang="en-US" sz="4400" b="0" i="0" u="none" strike="noStrike" cap="none" baseline="0">
                <a:solidFill>
                  <a:schemeClr val="lt1"/>
                </a:solidFill>
                <a:latin typeface="Cabin"/>
                <a:ea typeface="Cabin"/>
                <a:cs typeface="Cabin"/>
                <a:sym typeface="Cabin"/>
              </a:rPr>
              <a:t>...</a:t>
            </a:r>
          </a:p>
        </p:txBody>
      </p:sp>
      <p:cxnSp>
        <p:nvCxnSpPr>
          <p:cNvPr id="518" name="Shape 518"/>
          <p:cNvCxnSpPr/>
          <p:nvPr/>
        </p:nvCxnSpPr>
        <p:spPr>
          <a:xfrm flipH="1">
            <a:off x="13684250" y="5183187"/>
            <a:ext cx="989012" cy="725486"/>
          </a:xfrm>
          <a:prstGeom prst="straightConnector1">
            <a:avLst/>
          </a:prstGeom>
          <a:noFill/>
          <a:ln w="63500" cap="rnd" cmpd="sng">
            <a:solidFill>
              <a:srgbClr val="FF00FF"/>
            </a:solidFill>
            <a:prstDash val="solid"/>
            <a:miter/>
            <a:headEnd type="stealth" w="med" len="med"/>
            <a:tailEnd type="none" w="med" len="med"/>
          </a:ln>
        </p:spPr>
      </p:cxnSp>
    </p:spTree>
  </p:cSld>
  <p:clrMapOvr>
    <a:masterClrMapping/>
  </p:clrMapOvr>
  <p:transition spd="slow">
    <p:cut/>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523" name="Shape 523"/>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7600" b="0" i="0" u="none" strike="noStrike" cap="none" baseline="0">
                <a:solidFill>
                  <a:srgbClr val="FF7F00"/>
                </a:solidFill>
                <a:latin typeface="Cabin"/>
                <a:ea typeface="Cabin"/>
                <a:cs typeface="Cabin"/>
                <a:sym typeface="Cabin"/>
              </a:rPr>
              <a:t>Primary Key Rules</a:t>
            </a:r>
          </a:p>
        </p:txBody>
      </p:sp>
      <p:sp>
        <p:nvSpPr>
          <p:cNvPr id="524" name="Shape 524"/>
          <p:cNvSpPr txBox="1">
            <a:spLocks noGrp="1"/>
          </p:cNvSpPr>
          <p:nvPr>
            <p:ph type="body" idx="1"/>
          </p:nvPr>
        </p:nvSpPr>
        <p:spPr>
          <a:xfrm>
            <a:off x="1155700" y="2603500"/>
            <a:ext cx="9232900" cy="5702299"/>
          </a:xfrm>
          <a:prstGeom prst="rect">
            <a:avLst/>
          </a:prstGeom>
          <a:noFill/>
          <a:ln>
            <a:noFill/>
          </a:ln>
        </p:spPr>
        <p:txBody>
          <a:bodyPr lIns="38100" tIns="38100" rIns="38100" bIns="38100" anchor="ctr" anchorCtr="0">
            <a:noAutofit/>
          </a:bodyPr>
          <a:lstStyle/>
          <a:p>
            <a:pPr marL="0" marR="0" lvl="0" indent="0" algn="l" rtl="0">
              <a:lnSpc>
                <a:spcPct val="100000"/>
              </a:lnSpc>
              <a:spcBef>
                <a:spcPts val="0"/>
              </a:spcBef>
              <a:spcAft>
                <a:spcPts val="0"/>
              </a:spcAft>
              <a:buNone/>
            </a:pPr>
            <a:r>
              <a:rPr lang="en-US" sz="3600" b="0" i="0" u="none" strike="noStrike" cap="none" baseline="0">
                <a:solidFill>
                  <a:schemeClr val="lt1"/>
                </a:solidFill>
                <a:latin typeface="Cabin"/>
                <a:ea typeface="Cabin"/>
                <a:cs typeface="Cabin"/>
                <a:sym typeface="Cabin"/>
              </a:rPr>
              <a:t>Best practices</a:t>
            </a:r>
          </a:p>
          <a:p>
            <a:pPr marL="457200" marR="0" lvl="0" indent="-228600" algn="l" rtl="0">
              <a:lnSpc>
                <a:spcPct val="100000"/>
              </a:lnSpc>
              <a:spcBef>
                <a:spcPts val="3500"/>
              </a:spcBef>
              <a:spcAft>
                <a:spcPts val="1000"/>
              </a:spcAft>
              <a:buSzPct val="100000"/>
              <a:buFont typeface="Cabin"/>
            </a:pPr>
            <a:r>
              <a:rPr lang="en-US" sz="3600" b="0" i="0" u="none" strike="noStrike" cap="none" baseline="0">
                <a:solidFill>
                  <a:schemeClr val="lt1"/>
                </a:solidFill>
                <a:latin typeface="Cabin"/>
                <a:ea typeface="Cabin"/>
                <a:cs typeface="Cabin"/>
                <a:sym typeface="Cabin"/>
              </a:rPr>
              <a:t>Never use your </a:t>
            </a:r>
            <a:r>
              <a:rPr lang="en-US" sz="3600" b="0" i="0" u="none" strike="noStrike" cap="none" baseline="0">
                <a:solidFill>
                  <a:srgbClr val="00FF00"/>
                </a:solidFill>
                <a:latin typeface="Cabin"/>
                <a:ea typeface="Cabin"/>
                <a:cs typeface="Cabin"/>
                <a:sym typeface="Cabin"/>
              </a:rPr>
              <a:t>logical key</a:t>
            </a:r>
            <a:r>
              <a:rPr lang="en-US" sz="3600" b="0" i="0" u="none" strike="noStrike" cap="none" baseline="0">
                <a:solidFill>
                  <a:schemeClr val="lt1"/>
                </a:solidFill>
                <a:latin typeface="Cabin"/>
                <a:ea typeface="Cabin"/>
                <a:cs typeface="Cabin"/>
                <a:sym typeface="Cabin"/>
              </a:rPr>
              <a:t> as the </a:t>
            </a:r>
            <a:r>
              <a:rPr lang="en-US" sz="3600" b="0" i="0" u="none" strike="noStrike" cap="none" baseline="0">
                <a:solidFill>
                  <a:srgbClr val="FF7F00"/>
                </a:solidFill>
                <a:latin typeface="Cabin"/>
                <a:ea typeface="Cabin"/>
                <a:cs typeface="Cabin"/>
                <a:sym typeface="Cabin"/>
              </a:rPr>
              <a:t>primary key</a:t>
            </a:r>
          </a:p>
          <a:p>
            <a:pPr marL="457200" marR="0" lvl="0" indent="-228600" algn="l" rtl="0">
              <a:lnSpc>
                <a:spcPct val="100000"/>
              </a:lnSpc>
              <a:spcBef>
                <a:spcPts val="3500"/>
              </a:spcBef>
              <a:spcAft>
                <a:spcPts val="1000"/>
              </a:spcAft>
              <a:buSzPct val="100000"/>
              <a:buFont typeface="Cabin"/>
            </a:pPr>
            <a:r>
              <a:rPr lang="en-US" sz="3600" b="0" i="0" u="none" strike="noStrike" cap="none" baseline="0">
                <a:solidFill>
                  <a:srgbClr val="00FF00"/>
                </a:solidFill>
                <a:latin typeface="Cabin"/>
                <a:ea typeface="Cabin"/>
                <a:cs typeface="Cabin"/>
                <a:sym typeface="Cabin"/>
              </a:rPr>
              <a:t>Logical keys</a:t>
            </a:r>
            <a:r>
              <a:rPr lang="en-US" sz="3600" b="0" i="0" u="none" strike="noStrike" cap="none" baseline="0">
                <a:solidFill>
                  <a:schemeClr val="lt1"/>
                </a:solidFill>
                <a:latin typeface="Cabin"/>
                <a:ea typeface="Cabin"/>
                <a:cs typeface="Cabin"/>
                <a:sym typeface="Cabin"/>
              </a:rPr>
              <a:t> can and do change, albeit slowly</a:t>
            </a:r>
          </a:p>
          <a:p>
            <a:pPr marL="457200" marR="0" lvl="0" indent="-228600" algn="l" rtl="0">
              <a:lnSpc>
                <a:spcPct val="100000"/>
              </a:lnSpc>
              <a:spcBef>
                <a:spcPts val="3500"/>
              </a:spcBef>
              <a:spcAft>
                <a:spcPts val="1000"/>
              </a:spcAft>
              <a:buSzPct val="100000"/>
              <a:buFont typeface="Cabin"/>
            </a:pPr>
            <a:r>
              <a:rPr lang="en-US" sz="3600" b="0" i="0" u="none" strike="noStrike" cap="none" baseline="0">
                <a:solidFill>
                  <a:srgbClr val="FF00FF"/>
                </a:solidFill>
                <a:latin typeface="Cabin"/>
                <a:ea typeface="Cabin"/>
                <a:cs typeface="Cabin"/>
                <a:sym typeface="Cabin"/>
              </a:rPr>
              <a:t>Relationships</a:t>
            </a:r>
            <a:r>
              <a:rPr lang="en-US" sz="3600" b="0" i="0" u="none" strike="noStrike" cap="none" baseline="0">
                <a:solidFill>
                  <a:schemeClr val="lt1"/>
                </a:solidFill>
                <a:latin typeface="Cabin"/>
                <a:ea typeface="Cabin"/>
                <a:cs typeface="Cabin"/>
                <a:sym typeface="Cabin"/>
              </a:rPr>
              <a:t> that are based on matching string fields are far less efficient than integers performance-wise</a:t>
            </a:r>
          </a:p>
        </p:txBody>
      </p:sp>
      <p:sp>
        <p:nvSpPr>
          <p:cNvPr id="525" name="Shape 525"/>
          <p:cNvSpPr txBox="1"/>
          <p:nvPr/>
        </p:nvSpPr>
        <p:spPr>
          <a:xfrm>
            <a:off x="12026700" y="2603500"/>
            <a:ext cx="2797199" cy="5030400"/>
          </a:xfrm>
          <a:prstGeom prst="rect">
            <a:avLst/>
          </a:prstGeom>
          <a:noFill/>
          <a:ln w="12700" cap="rnd" cmpd="sng">
            <a:solidFill>
              <a:schemeClr val="lt1"/>
            </a:solidFill>
            <a:prstDash val="solid"/>
            <a:miter/>
            <a:headEnd type="none" w="med" len="med"/>
            <a:tailEnd type="none" w="med" len="med"/>
          </a:ln>
        </p:spPr>
        <p:txBody>
          <a:bodyPr lIns="0" tIns="0" rIns="0" bIns="0" anchor="ctr" anchorCtr="0">
            <a:noAutofit/>
          </a:bodyPr>
          <a:lstStyle/>
          <a:p>
            <a:pPr marL="0" marR="0" lvl="0" indent="0" algn="l" rtl="0">
              <a:lnSpc>
                <a:spcPct val="100000"/>
              </a:lnSpc>
              <a:spcBef>
                <a:spcPts val="0"/>
              </a:spcBef>
              <a:spcAft>
                <a:spcPts val="0"/>
              </a:spcAft>
              <a:buClr>
                <a:srgbClr val="FFFF00"/>
              </a:buClr>
              <a:buSzPct val="25000"/>
              <a:buFont typeface="Cabin"/>
              <a:buNone/>
            </a:pPr>
            <a:r>
              <a:rPr lang="en-US" sz="3600">
                <a:solidFill>
                  <a:srgbClr val="FFFF00"/>
                </a:solidFill>
                <a:latin typeface="Cabin"/>
                <a:ea typeface="Cabin"/>
                <a:cs typeface="Cabin"/>
                <a:sym typeface="Cabin"/>
              </a:rPr>
              <a:t> </a:t>
            </a:r>
            <a:r>
              <a:rPr lang="en-US" sz="3600" b="0" i="0" u="none" strike="noStrike" cap="none" baseline="0">
                <a:solidFill>
                  <a:srgbClr val="FFFF00"/>
                </a:solidFill>
                <a:latin typeface="Cabin"/>
                <a:ea typeface="Cabin"/>
                <a:cs typeface="Cabin"/>
                <a:sym typeface="Cabin"/>
              </a:rPr>
              <a:t>User</a:t>
            </a:r>
          </a:p>
          <a:p>
            <a:pPr marL="0" marR="0" lvl="0" indent="0" algn="l" rtl="0">
              <a:lnSpc>
                <a:spcPct val="100000"/>
              </a:lnSpc>
              <a:spcBef>
                <a:spcPts val="0"/>
              </a:spcBef>
              <a:spcAft>
                <a:spcPts val="0"/>
              </a:spcAft>
              <a:buClr>
                <a:srgbClr val="FF7F00"/>
              </a:buClr>
              <a:buSzPct val="25000"/>
              <a:buFont typeface="Cabin"/>
              <a:buNone/>
            </a:pPr>
            <a:r>
              <a:rPr lang="en-US" sz="3600">
                <a:solidFill>
                  <a:srgbClr val="FF7F00"/>
                </a:solidFill>
                <a:latin typeface="Cabin"/>
                <a:ea typeface="Cabin"/>
                <a:cs typeface="Cabin"/>
                <a:sym typeface="Cabin"/>
              </a:rPr>
              <a:t> </a:t>
            </a:r>
            <a:r>
              <a:rPr lang="en-US" sz="3600" b="0" i="0" u="none" strike="noStrike" cap="none" baseline="0">
                <a:solidFill>
                  <a:srgbClr val="FF7F00"/>
                </a:solidFill>
                <a:latin typeface="Cabin"/>
                <a:ea typeface="Cabin"/>
                <a:cs typeface="Cabin"/>
                <a:sym typeface="Cabin"/>
              </a:rPr>
              <a:t>id</a:t>
            </a:r>
          </a:p>
          <a:p>
            <a:pPr marL="0" marR="0" lvl="0" indent="0" algn="l" rtl="0">
              <a:lnSpc>
                <a:spcPct val="100000"/>
              </a:lnSpc>
              <a:spcBef>
                <a:spcPts val="0"/>
              </a:spcBef>
              <a:spcAft>
                <a:spcPts val="0"/>
              </a:spcAft>
              <a:buClr>
                <a:srgbClr val="00FF00"/>
              </a:buClr>
              <a:buSzPct val="25000"/>
              <a:buFont typeface="Cabin"/>
              <a:buNone/>
            </a:pPr>
            <a:r>
              <a:rPr lang="en-US" sz="3600">
                <a:solidFill>
                  <a:srgbClr val="00FF00"/>
                </a:solidFill>
                <a:latin typeface="Cabin"/>
                <a:ea typeface="Cabin"/>
                <a:cs typeface="Cabin"/>
                <a:sym typeface="Cabin"/>
              </a:rPr>
              <a:t> </a:t>
            </a:r>
            <a:r>
              <a:rPr lang="en-US" sz="3600" b="0" i="0" u="none" strike="noStrike" cap="none" baseline="0">
                <a:solidFill>
                  <a:srgbClr val="00FF00"/>
                </a:solidFill>
                <a:latin typeface="Cabin"/>
                <a:ea typeface="Cabin"/>
                <a:cs typeface="Cabin"/>
                <a:sym typeface="Cabin"/>
              </a:rPr>
              <a:t>login</a:t>
            </a:r>
          </a:p>
          <a:p>
            <a:pPr marL="0" marR="0" lvl="0" indent="0" algn="l" rtl="0">
              <a:lnSpc>
                <a:spcPct val="100000"/>
              </a:lnSpc>
              <a:spcBef>
                <a:spcPts val="0"/>
              </a:spcBef>
              <a:spcAft>
                <a:spcPts val="0"/>
              </a:spcAft>
              <a:buClr>
                <a:schemeClr val="lt1"/>
              </a:buClr>
              <a:buSzPct val="25000"/>
              <a:buFont typeface="Cabin"/>
              <a:buNone/>
            </a:pPr>
            <a:r>
              <a:rPr lang="en-US" sz="3600">
                <a:solidFill>
                  <a:schemeClr val="lt1"/>
                </a:solidFill>
                <a:latin typeface="Cabin"/>
                <a:ea typeface="Cabin"/>
                <a:cs typeface="Cabin"/>
                <a:sym typeface="Cabin"/>
              </a:rPr>
              <a:t> </a:t>
            </a:r>
            <a:r>
              <a:rPr lang="en-US" sz="3600" b="0" i="0" u="none" strike="noStrike" cap="none" baseline="0">
                <a:solidFill>
                  <a:schemeClr val="lt1"/>
                </a:solidFill>
                <a:latin typeface="Cabin"/>
                <a:ea typeface="Cabin"/>
                <a:cs typeface="Cabin"/>
                <a:sym typeface="Cabin"/>
              </a:rPr>
              <a:t>password</a:t>
            </a:r>
          </a:p>
          <a:p>
            <a:pPr marL="0" marR="0" lvl="0" indent="0" algn="l" rtl="0">
              <a:lnSpc>
                <a:spcPct val="100000"/>
              </a:lnSpc>
              <a:spcBef>
                <a:spcPts val="0"/>
              </a:spcBef>
              <a:spcAft>
                <a:spcPts val="0"/>
              </a:spcAft>
              <a:buClr>
                <a:schemeClr val="lt1"/>
              </a:buClr>
              <a:buSzPct val="25000"/>
              <a:buFont typeface="Cabin"/>
              <a:buNone/>
            </a:pPr>
            <a:r>
              <a:rPr lang="en-US" sz="3600">
                <a:solidFill>
                  <a:schemeClr val="lt1"/>
                </a:solidFill>
                <a:latin typeface="Cabin"/>
                <a:ea typeface="Cabin"/>
                <a:cs typeface="Cabin"/>
                <a:sym typeface="Cabin"/>
              </a:rPr>
              <a:t> </a:t>
            </a:r>
            <a:r>
              <a:rPr lang="en-US" sz="3600" b="0" i="0" u="none" strike="noStrike" cap="none" baseline="0">
                <a:solidFill>
                  <a:schemeClr val="lt1"/>
                </a:solidFill>
                <a:latin typeface="Cabin"/>
                <a:ea typeface="Cabin"/>
                <a:cs typeface="Cabin"/>
                <a:sym typeface="Cabin"/>
              </a:rPr>
              <a:t>name</a:t>
            </a:r>
          </a:p>
          <a:p>
            <a:pPr marL="0" marR="0" lvl="0" indent="0" algn="l" rtl="0">
              <a:lnSpc>
                <a:spcPct val="100000"/>
              </a:lnSpc>
              <a:spcBef>
                <a:spcPts val="0"/>
              </a:spcBef>
              <a:spcAft>
                <a:spcPts val="0"/>
              </a:spcAft>
              <a:buClr>
                <a:schemeClr val="lt1"/>
              </a:buClr>
              <a:buSzPct val="25000"/>
              <a:buFont typeface="Cabin"/>
              <a:buNone/>
            </a:pPr>
            <a:r>
              <a:rPr lang="en-US" sz="3600">
                <a:solidFill>
                  <a:schemeClr val="lt1"/>
                </a:solidFill>
                <a:latin typeface="Cabin"/>
                <a:ea typeface="Cabin"/>
                <a:cs typeface="Cabin"/>
                <a:sym typeface="Cabin"/>
              </a:rPr>
              <a:t> </a:t>
            </a:r>
            <a:r>
              <a:rPr lang="en-US" sz="3600" b="0" i="0" u="none" strike="noStrike" cap="none" baseline="0">
                <a:solidFill>
                  <a:schemeClr val="lt1"/>
                </a:solidFill>
                <a:latin typeface="Cabin"/>
                <a:ea typeface="Cabin"/>
                <a:cs typeface="Cabin"/>
                <a:sym typeface="Cabin"/>
              </a:rPr>
              <a:t>email</a:t>
            </a:r>
          </a:p>
          <a:p>
            <a:pPr marL="0" marR="0" lvl="0" indent="0" algn="l" rtl="0">
              <a:lnSpc>
                <a:spcPct val="100000"/>
              </a:lnSpc>
              <a:spcBef>
                <a:spcPts val="0"/>
              </a:spcBef>
              <a:spcAft>
                <a:spcPts val="0"/>
              </a:spcAft>
              <a:buClr>
                <a:schemeClr val="lt1"/>
              </a:buClr>
              <a:buSzPct val="25000"/>
              <a:buFont typeface="Cabin"/>
              <a:buNone/>
            </a:pPr>
            <a:r>
              <a:rPr lang="en-US" sz="3600">
                <a:solidFill>
                  <a:schemeClr val="lt1"/>
                </a:solidFill>
                <a:latin typeface="Cabin"/>
                <a:ea typeface="Cabin"/>
                <a:cs typeface="Cabin"/>
                <a:sym typeface="Cabin"/>
              </a:rPr>
              <a:t> </a:t>
            </a:r>
            <a:r>
              <a:rPr lang="en-US" sz="3600" b="0" i="0" u="none" strike="noStrike" cap="none" baseline="0">
                <a:solidFill>
                  <a:schemeClr val="lt1"/>
                </a:solidFill>
                <a:latin typeface="Cabin"/>
                <a:ea typeface="Cabin"/>
                <a:cs typeface="Cabin"/>
                <a:sym typeface="Cabin"/>
              </a:rPr>
              <a:t>created_at</a:t>
            </a:r>
          </a:p>
          <a:p>
            <a:pPr marL="0" marR="0" lvl="0" indent="0" algn="l" rtl="0">
              <a:lnSpc>
                <a:spcPct val="100000"/>
              </a:lnSpc>
              <a:spcBef>
                <a:spcPts val="0"/>
              </a:spcBef>
              <a:spcAft>
                <a:spcPts val="0"/>
              </a:spcAft>
              <a:buClr>
                <a:schemeClr val="lt1"/>
              </a:buClr>
              <a:buSzPct val="25000"/>
              <a:buFont typeface="Cabin"/>
              <a:buNone/>
            </a:pPr>
            <a:r>
              <a:rPr lang="en-US" sz="3600">
                <a:solidFill>
                  <a:schemeClr val="lt1"/>
                </a:solidFill>
                <a:latin typeface="Cabin"/>
                <a:ea typeface="Cabin"/>
                <a:cs typeface="Cabin"/>
                <a:sym typeface="Cabin"/>
              </a:rPr>
              <a:t> </a:t>
            </a:r>
            <a:r>
              <a:rPr lang="en-US" sz="3600" b="0" i="0" u="none" strike="noStrike" cap="none" baseline="0">
                <a:solidFill>
                  <a:schemeClr val="lt1"/>
                </a:solidFill>
                <a:latin typeface="Cabin"/>
                <a:ea typeface="Cabin"/>
                <a:cs typeface="Cabin"/>
                <a:sym typeface="Cabin"/>
              </a:rPr>
              <a:t>modified_at</a:t>
            </a:r>
          </a:p>
          <a:p>
            <a:pPr marL="0" marR="0" lvl="0" indent="0" algn="l" rtl="0">
              <a:lnSpc>
                <a:spcPct val="100000"/>
              </a:lnSpc>
              <a:spcBef>
                <a:spcPts val="0"/>
              </a:spcBef>
              <a:spcAft>
                <a:spcPts val="0"/>
              </a:spcAft>
              <a:buClr>
                <a:schemeClr val="lt1"/>
              </a:buClr>
              <a:buSzPct val="25000"/>
              <a:buFont typeface="Cabin"/>
              <a:buNone/>
            </a:pPr>
            <a:r>
              <a:rPr lang="en-US" sz="3600">
                <a:solidFill>
                  <a:schemeClr val="lt1"/>
                </a:solidFill>
                <a:latin typeface="Cabin"/>
                <a:ea typeface="Cabin"/>
                <a:cs typeface="Cabin"/>
                <a:sym typeface="Cabin"/>
              </a:rPr>
              <a:t> </a:t>
            </a:r>
            <a:r>
              <a:rPr lang="en-US" sz="3600" b="0" i="0" u="none" strike="noStrike" cap="none" baseline="0">
                <a:solidFill>
                  <a:schemeClr val="lt1"/>
                </a:solidFill>
                <a:latin typeface="Cabin"/>
                <a:ea typeface="Cabin"/>
                <a:cs typeface="Cabin"/>
                <a:sym typeface="Cabin"/>
              </a:rPr>
              <a:t>login_at</a:t>
            </a:r>
          </a:p>
        </p:txBody>
      </p:sp>
    </p:spTree>
  </p:cSld>
  <p:clrMapOvr>
    <a:masterClrMapping/>
  </p:clrMapOvr>
  <p:transition spd="slow">
    <p:cut/>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Shape 530"/>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b="0" i="0" u="none" strike="noStrike" cap="none" baseline="0">
                <a:solidFill>
                  <a:srgbClr val="FF00FF"/>
                </a:solidFill>
                <a:latin typeface="Cabin"/>
                <a:ea typeface="Cabin"/>
                <a:cs typeface="Cabin"/>
                <a:sym typeface="Cabin"/>
              </a:rPr>
              <a:t>Foreign Keys</a:t>
            </a:r>
          </a:p>
        </p:txBody>
      </p:sp>
      <p:sp>
        <p:nvSpPr>
          <p:cNvPr id="531" name="Shape 531"/>
          <p:cNvSpPr txBox="1">
            <a:spLocks noGrp="1"/>
          </p:cNvSpPr>
          <p:nvPr>
            <p:ph type="body" idx="1"/>
          </p:nvPr>
        </p:nvSpPr>
        <p:spPr>
          <a:xfrm>
            <a:off x="1155700" y="2451100"/>
            <a:ext cx="7632699" cy="6311900"/>
          </a:xfrm>
          <a:prstGeom prst="rect">
            <a:avLst/>
          </a:prstGeom>
          <a:noFill/>
          <a:ln>
            <a:noFill/>
          </a:ln>
        </p:spPr>
        <p:txBody>
          <a:bodyPr lIns="38100" tIns="38100" rIns="38100" bIns="38100" anchor="ctr" anchorCtr="0">
            <a:noAutofit/>
          </a:bodyPr>
          <a:lstStyle/>
          <a:p>
            <a:pPr marL="457200" marR="0" lvl="0" indent="-228600" algn="l" rtl="0">
              <a:lnSpc>
                <a:spcPct val="100000"/>
              </a:lnSpc>
              <a:spcBef>
                <a:spcPts val="0"/>
              </a:spcBef>
              <a:spcAft>
                <a:spcPts val="1000"/>
              </a:spcAft>
              <a:buSzPct val="100000"/>
              <a:buFont typeface="Cabin"/>
            </a:pPr>
            <a:r>
              <a:rPr lang="en-US" sz="3600" b="0" i="0" u="none" strike="noStrike" cap="none" baseline="0">
                <a:solidFill>
                  <a:schemeClr val="lt1"/>
                </a:solidFill>
                <a:latin typeface="Cabin"/>
                <a:ea typeface="Cabin"/>
                <a:cs typeface="Cabin"/>
                <a:sym typeface="Cabin"/>
              </a:rPr>
              <a:t>A</a:t>
            </a:r>
            <a:r>
              <a:rPr lang="en-US" sz="3600" b="0" i="0" u="none" strike="noStrike" cap="none" baseline="0">
                <a:solidFill>
                  <a:srgbClr val="FF00FF"/>
                </a:solidFill>
                <a:latin typeface="Cabin"/>
                <a:ea typeface="Cabin"/>
                <a:cs typeface="Cabin"/>
                <a:sym typeface="Cabin"/>
              </a:rPr>
              <a:t> foreign key</a:t>
            </a:r>
            <a:r>
              <a:rPr lang="en-US" sz="3600" b="0" i="0" u="none" strike="noStrike" cap="none" baseline="0">
                <a:solidFill>
                  <a:schemeClr val="lt1"/>
                </a:solidFill>
                <a:latin typeface="Cabin"/>
                <a:ea typeface="Cabin"/>
                <a:cs typeface="Cabin"/>
                <a:sym typeface="Cabin"/>
              </a:rPr>
              <a:t> is when a table has a column that contains a key which points to the </a:t>
            </a:r>
            <a:r>
              <a:rPr lang="en-US" sz="3600" b="0" i="0" u="none" strike="noStrike" cap="none" baseline="0">
                <a:solidFill>
                  <a:srgbClr val="FF7F00"/>
                </a:solidFill>
                <a:latin typeface="Cabin"/>
                <a:ea typeface="Cabin"/>
                <a:cs typeface="Cabin"/>
                <a:sym typeface="Cabin"/>
              </a:rPr>
              <a:t>primary key</a:t>
            </a:r>
            <a:r>
              <a:rPr lang="en-US" sz="3600" b="0" i="0" u="none" strike="noStrike" cap="none" baseline="0">
                <a:solidFill>
                  <a:schemeClr val="lt1"/>
                </a:solidFill>
                <a:latin typeface="Cabin"/>
                <a:ea typeface="Cabin"/>
                <a:cs typeface="Cabin"/>
                <a:sym typeface="Cabin"/>
              </a:rPr>
              <a:t> of another table.</a:t>
            </a:r>
          </a:p>
          <a:p>
            <a:pPr marL="457200" marR="0" lvl="0" indent="-228600" algn="l" rtl="0">
              <a:lnSpc>
                <a:spcPct val="100000"/>
              </a:lnSpc>
              <a:spcBef>
                <a:spcPts val="3500"/>
              </a:spcBef>
              <a:spcAft>
                <a:spcPts val="1000"/>
              </a:spcAft>
              <a:buSzPct val="100000"/>
              <a:buFont typeface="Cabin"/>
            </a:pPr>
            <a:r>
              <a:rPr lang="en-US" sz="3600" b="0" i="0" u="none" strike="noStrike" cap="none" baseline="0">
                <a:solidFill>
                  <a:schemeClr val="lt1"/>
                </a:solidFill>
                <a:latin typeface="Cabin"/>
                <a:ea typeface="Cabin"/>
                <a:cs typeface="Cabin"/>
                <a:sym typeface="Cabin"/>
              </a:rPr>
              <a:t>When all primary keys are integers, then all foreign keys are integers - this is good - very good</a:t>
            </a:r>
          </a:p>
          <a:p>
            <a:pPr marL="457200" marR="0" lvl="0" indent="-228600" algn="l" rtl="0">
              <a:lnSpc>
                <a:spcPct val="100000"/>
              </a:lnSpc>
              <a:spcBef>
                <a:spcPts val="3500"/>
              </a:spcBef>
              <a:spcAft>
                <a:spcPts val="1000"/>
              </a:spcAft>
              <a:buSzPct val="100000"/>
              <a:buFont typeface="Cabin"/>
            </a:pPr>
            <a:r>
              <a:rPr lang="en-US" sz="3600" b="0" i="0" u="none" strike="noStrike" cap="none" baseline="0">
                <a:solidFill>
                  <a:schemeClr val="lt1"/>
                </a:solidFill>
                <a:latin typeface="Cabin"/>
                <a:ea typeface="Cabin"/>
                <a:cs typeface="Cabin"/>
                <a:sym typeface="Cabin"/>
              </a:rPr>
              <a:t>If you use strings as foreign keys - you show yourself to be an uncultured swine</a:t>
            </a:r>
          </a:p>
        </p:txBody>
      </p:sp>
      <p:sp>
        <p:nvSpPr>
          <p:cNvPr id="532" name="Shape 532"/>
          <p:cNvSpPr txBox="1"/>
          <p:nvPr/>
        </p:nvSpPr>
        <p:spPr>
          <a:xfrm>
            <a:off x="9986646" y="3460750"/>
            <a:ext cx="1317900" cy="2209799"/>
          </a:xfrm>
          <a:prstGeom prst="rect">
            <a:avLst/>
          </a:prstGeom>
          <a:noFill/>
          <a:ln w="12700" cap="rnd" cmpd="sng">
            <a:solidFill>
              <a:schemeClr val="lt1"/>
            </a:solidFill>
            <a:prstDash val="solid"/>
            <a:miter/>
            <a:headEnd type="none" w="med" len="med"/>
            <a:tailEnd type="none" w="med" len="med"/>
          </a:ln>
        </p:spPr>
        <p:txBody>
          <a:bodyPr lIns="0" tIns="0" rIns="0" bIns="0" anchor="ctr" anchorCtr="0">
            <a:noAutofit/>
          </a:bodyPr>
          <a:lstStyle/>
          <a:p>
            <a:pPr marL="0" marR="0" lvl="0" indent="0" algn="l" rtl="0">
              <a:lnSpc>
                <a:spcPct val="100000"/>
              </a:lnSpc>
              <a:spcBef>
                <a:spcPts val="0"/>
              </a:spcBef>
              <a:spcAft>
                <a:spcPts val="0"/>
              </a:spcAft>
              <a:buClr>
                <a:srgbClr val="FFFF00"/>
              </a:buClr>
              <a:buSzPct val="25000"/>
              <a:buFont typeface="Cabin"/>
              <a:buNone/>
            </a:pPr>
            <a:r>
              <a:rPr lang="en-US" sz="3600">
                <a:solidFill>
                  <a:srgbClr val="FFFF00"/>
                </a:solidFill>
                <a:latin typeface="Cabin"/>
                <a:ea typeface="Cabin"/>
                <a:cs typeface="Cabin"/>
                <a:sym typeface="Cabin"/>
              </a:rPr>
              <a:t> </a:t>
            </a:r>
            <a:r>
              <a:rPr lang="en-US" sz="3600" b="0" i="0" u="none" strike="noStrike" cap="none" baseline="0">
                <a:solidFill>
                  <a:srgbClr val="FFFF00"/>
                </a:solidFill>
                <a:latin typeface="Cabin"/>
                <a:ea typeface="Cabin"/>
                <a:cs typeface="Cabin"/>
                <a:sym typeface="Cabin"/>
              </a:rPr>
              <a:t>User</a:t>
            </a:r>
          </a:p>
          <a:p>
            <a:pPr marL="0" marR="0" lvl="0" indent="0" algn="l" rtl="0">
              <a:lnSpc>
                <a:spcPct val="100000"/>
              </a:lnSpc>
              <a:spcBef>
                <a:spcPts val="0"/>
              </a:spcBef>
              <a:spcAft>
                <a:spcPts val="0"/>
              </a:spcAft>
              <a:buClr>
                <a:srgbClr val="FF7F00"/>
              </a:buClr>
              <a:buSzPct val="25000"/>
              <a:buFont typeface="Cabin"/>
              <a:buNone/>
            </a:pPr>
            <a:r>
              <a:rPr lang="en-US" sz="3600">
                <a:solidFill>
                  <a:srgbClr val="FF7F00"/>
                </a:solidFill>
                <a:latin typeface="Cabin"/>
                <a:ea typeface="Cabin"/>
                <a:cs typeface="Cabin"/>
                <a:sym typeface="Cabin"/>
              </a:rPr>
              <a:t> </a:t>
            </a:r>
            <a:r>
              <a:rPr lang="en-US" sz="3600" b="0" i="0" u="none" strike="noStrike" cap="none" baseline="0">
                <a:solidFill>
                  <a:srgbClr val="FF7F00"/>
                </a:solidFill>
                <a:latin typeface="Cabin"/>
                <a:ea typeface="Cabin"/>
                <a:cs typeface="Cabin"/>
                <a:sym typeface="Cabin"/>
              </a:rPr>
              <a:t>id</a:t>
            </a:r>
          </a:p>
          <a:p>
            <a:pPr marL="0" marR="0" lvl="0" indent="0" algn="l" rtl="0">
              <a:lnSpc>
                <a:spcPct val="100000"/>
              </a:lnSpc>
              <a:spcBef>
                <a:spcPts val="0"/>
              </a:spcBef>
              <a:spcAft>
                <a:spcPts val="0"/>
              </a:spcAft>
              <a:buClr>
                <a:schemeClr val="lt1"/>
              </a:buClr>
              <a:buSzPct val="25000"/>
              <a:buFont typeface="Cabin"/>
              <a:buNone/>
            </a:pPr>
            <a:r>
              <a:rPr lang="en-US" sz="3600">
                <a:solidFill>
                  <a:schemeClr val="lt1"/>
                </a:solidFill>
                <a:latin typeface="Cabin"/>
                <a:ea typeface="Cabin"/>
                <a:cs typeface="Cabin"/>
                <a:sym typeface="Cabin"/>
              </a:rPr>
              <a:t> </a:t>
            </a:r>
            <a:r>
              <a:rPr lang="en-US" sz="3600" b="0" i="0" u="none" strike="noStrike" cap="none" baseline="0">
                <a:solidFill>
                  <a:schemeClr val="lt1"/>
                </a:solidFill>
                <a:latin typeface="Cabin"/>
                <a:ea typeface="Cabin"/>
                <a:cs typeface="Cabin"/>
                <a:sym typeface="Cabin"/>
              </a:rPr>
              <a:t>login</a:t>
            </a:r>
          </a:p>
          <a:p>
            <a:pPr marL="0" marR="0" lvl="0" indent="0" algn="l" rtl="0">
              <a:lnSpc>
                <a:spcPct val="100000"/>
              </a:lnSpc>
              <a:spcBef>
                <a:spcPts val="0"/>
              </a:spcBef>
              <a:spcAft>
                <a:spcPts val="0"/>
              </a:spcAft>
              <a:buClr>
                <a:schemeClr val="lt1"/>
              </a:buClr>
              <a:buSzPct val="25000"/>
              <a:buFont typeface="Cabin"/>
              <a:buNone/>
            </a:pPr>
            <a:r>
              <a:rPr lang="en-US" sz="3600">
                <a:solidFill>
                  <a:schemeClr val="lt1"/>
                </a:solidFill>
                <a:latin typeface="Cabin"/>
                <a:ea typeface="Cabin"/>
                <a:cs typeface="Cabin"/>
                <a:sym typeface="Cabin"/>
              </a:rPr>
              <a:t> </a:t>
            </a:r>
            <a:r>
              <a:rPr lang="en-US" sz="3600" b="0" i="0" u="none" strike="noStrike" cap="none" baseline="0">
                <a:solidFill>
                  <a:schemeClr val="lt1"/>
                </a:solidFill>
                <a:latin typeface="Cabin"/>
                <a:ea typeface="Cabin"/>
                <a:cs typeface="Cabin"/>
                <a:sym typeface="Cabin"/>
              </a:rPr>
              <a:t>...</a:t>
            </a:r>
          </a:p>
        </p:txBody>
      </p:sp>
      <p:sp>
        <p:nvSpPr>
          <p:cNvPr id="533" name="Shape 533"/>
          <p:cNvSpPr txBox="1"/>
          <p:nvPr/>
        </p:nvSpPr>
        <p:spPr>
          <a:xfrm>
            <a:off x="13470450" y="3200400"/>
            <a:ext cx="1530300" cy="2730599"/>
          </a:xfrm>
          <a:prstGeom prst="rect">
            <a:avLst/>
          </a:prstGeom>
          <a:noFill/>
          <a:ln w="12700" cap="rnd" cmpd="sng">
            <a:solidFill>
              <a:schemeClr val="lt1"/>
            </a:solidFill>
            <a:prstDash val="solid"/>
            <a:miter/>
            <a:headEnd type="none" w="med" len="med"/>
            <a:tailEnd type="none" w="med" len="med"/>
          </a:ln>
        </p:spPr>
        <p:txBody>
          <a:bodyPr lIns="0" tIns="0" rIns="0" bIns="0" anchor="ctr" anchorCtr="0">
            <a:noAutofit/>
          </a:bodyPr>
          <a:lstStyle/>
          <a:p>
            <a:pPr marL="0" marR="0" lvl="0" indent="0" algn="l" rtl="0">
              <a:lnSpc>
                <a:spcPct val="100000"/>
              </a:lnSpc>
              <a:spcBef>
                <a:spcPts val="0"/>
              </a:spcBef>
              <a:spcAft>
                <a:spcPts val="0"/>
              </a:spcAft>
              <a:buClr>
                <a:srgbClr val="FFFF00"/>
              </a:buClr>
              <a:buSzPct val="25000"/>
              <a:buFont typeface="Cabin"/>
              <a:buNone/>
            </a:pPr>
            <a:r>
              <a:rPr lang="en-US" sz="3600">
                <a:solidFill>
                  <a:srgbClr val="FFFF00"/>
                </a:solidFill>
                <a:latin typeface="Cabin"/>
                <a:ea typeface="Cabin"/>
                <a:cs typeface="Cabin"/>
                <a:sym typeface="Cabin"/>
              </a:rPr>
              <a:t> </a:t>
            </a:r>
            <a:r>
              <a:rPr lang="en-US" sz="3600" b="0" i="0" u="none" strike="noStrike" cap="none" baseline="0">
                <a:solidFill>
                  <a:srgbClr val="FFFF00"/>
                </a:solidFill>
                <a:latin typeface="Cabin"/>
                <a:ea typeface="Cabin"/>
                <a:cs typeface="Cabin"/>
                <a:sym typeface="Cabin"/>
              </a:rPr>
              <a:t>Site</a:t>
            </a:r>
          </a:p>
          <a:p>
            <a:pPr marL="0" marR="0" lvl="0" indent="0" algn="l" rtl="0">
              <a:lnSpc>
                <a:spcPct val="100000"/>
              </a:lnSpc>
              <a:spcBef>
                <a:spcPts val="0"/>
              </a:spcBef>
              <a:spcAft>
                <a:spcPts val="0"/>
              </a:spcAft>
              <a:buClr>
                <a:srgbClr val="FF7F00"/>
              </a:buClr>
              <a:buSzPct val="25000"/>
              <a:buFont typeface="Cabin"/>
              <a:buNone/>
            </a:pPr>
            <a:r>
              <a:rPr lang="en-US" sz="3600">
                <a:solidFill>
                  <a:srgbClr val="FF7F00"/>
                </a:solidFill>
                <a:latin typeface="Cabin"/>
                <a:ea typeface="Cabin"/>
                <a:cs typeface="Cabin"/>
                <a:sym typeface="Cabin"/>
              </a:rPr>
              <a:t> </a:t>
            </a:r>
            <a:r>
              <a:rPr lang="en-US" sz="3600" b="0" i="0" u="none" strike="noStrike" cap="none" baseline="0">
                <a:solidFill>
                  <a:srgbClr val="FF7F00"/>
                </a:solidFill>
                <a:latin typeface="Cabin"/>
                <a:ea typeface="Cabin"/>
                <a:cs typeface="Cabin"/>
                <a:sym typeface="Cabin"/>
              </a:rPr>
              <a:t>id</a:t>
            </a:r>
          </a:p>
          <a:p>
            <a:pPr marL="0" marR="0" lvl="0" indent="0" algn="l" rtl="0">
              <a:lnSpc>
                <a:spcPct val="100000"/>
              </a:lnSpc>
              <a:spcBef>
                <a:spcPts val="0"/>
              </a:spcBef>
              <a:spcAft>
                <a:spcPts val="0"/>
              </a:spcAft>
              <a:buClr>
                <a:schemeClr val="lt1"/>
              </a:buClr>
              <a:buSzPct val="25000"/>
              <a:buFont typeface="Cabin"/>
              <a:buNone/>
            </a:pPr>
            <a:r>
              <a:rPr lang="en-US" sz="3600">
                <a:solidFill>
                  <a:schemeClr val="lt1"/>
                </a:solidFill>
                <a:latin typeface="Cabin"/>
                <a:ea typeface="Cabin"/>
                <a:cs typeface="Cabin"/>
                <a:sym typeface="Cabin"/>
              </a:rPr>
              <a:t> </a:t>
            </a:r>
            <a:r>
              <a:rPr lang="en-US" sz="3600" b="0" i="0" u="none" strike="noStrike" cap="none" baseline="0">
                <a:solidFill>
                  <a:schemeClr val="lt1"/>
                </a:solidFill>
                <a:latin typeface="Cabin"/>
                <a:ea typeface="Cabin"/>
                <a:cs typeface="Cabin"/>
                <a:sym typeface="Cabin"/>
              </a:rPr>
              <a:t>title</a:t>
            </a:r>
          </a:p>
          <a:p>
            <a:pPr marL="0" marR="0" lvl="0" indent="0" algn="l" rtl="0">
              <a:lnSpc>
                <a:spcPct val="100000"/>
              </a:lnSpc>
              <a:spcBef>
                <a:spcPts val="0"/>
              </a:spcBef>
              <a:spcAft>
                <a:spcPts val="0"/>
              </a:spcAft>
              <a:buClr>
                <a:srgbClr val="FF00FF"/>
              </a:buClr>
              <a:buSzPct val="25000"/>
              <a:buFont typeface="Cabin"/>
              <a:buNone/>
            </a:pPr>
            <a:r>
              <a:rPr lang="en-US" sz="3600">
                <a:solidFill>
                  <a:srgbClr val="FF00FF"/>
                </a:solidFill>
                <a:latin typeface="Cabin"/>
                <a:ea typeface="Cabin"/>
                <a:cs typeface="Cabin"/>
                <a:sym typeface="Cabin"/>
              </a:rPr>
              <a:t> </a:t>
            </a:r>
            <a:r>
              <a:rPr lang="en-US" sz="3600" b="0" i="0" u="none" strike="noStrike" cap="none" baseline="0">
                <a:solidFill>
                  <a:srgbClr val="FF00FF"/>
                </a:solidFill>
                <a:latin typeface="Cabin"/>
                <a:ea typeface="Cabin"/>
                <a:cs typeface="Cabin"/>
                <a:sym typeface="Cabin"/>
              </a:rPr>
              <a:t>user_id</a:t>
            </a:r>
          </a:p>
          <a:p>
            <a:pPr marL="0" marR="0" lvl="0" indent="0" algn="l" rtl="0">
              <a:lnSpc>
                <a:spcPct val="100000"/>
              </a:lnSpc>
              <a:spcBef>
                <a:spcPts val="0"/>
              </a:spcBef>
              <a:spcAft>
                <a:spcPts val="0"/>
              </a:spcAft>
              <a:buClr>
                <a:schemeClr val="lt1"/>
              </a:buClr>
              <a:buSzPct val="25000"/>
              <a:buFont typeface="Cabin"/>
              <a:buNone/>
            </a:pPr>
            <a:r>
              <a:rPr lang="en-US" sz="3600">
                <a:solidFill>
                  <a:schemeClr val="lt1"/>
                </a:solidFill>
                <a:latin typeface="Cabin"/>
                <a:ea typeface="Cabin"/>
                <a:cs typeface="Cabin"/>
                <a:sym typeface="Cabin"/>
              </a:rPr>
              <a:t> </a:t>
            </a:r>
            <a:r>
              <a:rPr lang="en-US" sz="3600" b="0" i="0" u="none" strike="noStrike" cap="none" baseline="0">
                <a:solidFill>
                  <a:schemeClr val="lt1"/>
                </a:solidFill>
                <a:latin typeface="Cabin"/>
                <a:ea typeface="Cabin"/>
                <a:cs typeface="Cabin"/>
                <a:sym typeface="Cabin"/>
              </a:rPr>
              <a:t>...</a:t>
            </a:r>
          </a:p>
        </p:txBody>
      </p:sp>
      <p:cxnSp>
        <p:nvCxnSpPr>
          <p:cNvPr id="534" name="Shape 534"/>
          <p:cNvCxnSpPr/>
          <p:nvPr/>
        </p:nvCxnSpPr>
        <p:spPr>
          <a:xfrm>
            <a:off x="11313025" y="4495675"/>
            <a:ext cx="2157600" cy="653100"/>
          </a:xfrm>
          <a:prstGeom prst="straightConnector1">
            <a:avLst/>
          </a:prstGeom>
          <a:noFill/>
          <a:ln w="63500" cap="rnd" cmpd="sng">
            <a:solidFill>
              <a:srgbClr val="FF00FF"/>
            </a:solidFill>
            <a:prstDash val="solid"/>
            <a:miter/>
            <a:headEnd type="stealth" w="med" len="med"/>
            <a:tailEnd type="none" w="med" len="med"/>
          </a:ln>
        </p:spPr>
      </p:cxnSp>
    </p:spTree>
  </p:cSld>
  <p:clrMapOvr>
    <a:masterClrMapping/>
  </p:clrMapOvr>
  <p:transition spd="slow">
    <p:cut/>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sp>
        <p:nvSpPr>
          <p:cNvPr id="539" name="Shape 539"/>
          <p:cNvSpPr txBox="1">
            <a:spLocks noGrp="1"/>
          </p:cNvSpPr>
          <p:nvPr>
            <p:ph type="title"/>
          </p:nvPr>
        </p:nvSpPr>
        <p:spPr>
          <a:xfrm>
            <a:off x="1155700" y="1536700"/>
            <a:ext cx="13931900" cy="3086099"/>
          </a:xfrm>
          <a:prstGeom prst="rect">
            <a:avLst/>
          </a:prstGeom>
          <a:noFill/>
          <a:ln>
            <a:noFill/>
          </a:ln>
        </p:spPr>
        <p:txBody>
          <a:bodyPr lIns="38100" tIns="38100" rIns="38100" bIns="38100" anchor="b"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b="0" i="0" u="none" strike="noStrike" cap="none" baseline="0">
                <a:solidFill>
                  <a:srgbClr val="00FF00"/>
                </a:solidFill>
                <a:latin typeface="Cabin"/>
                <a:ea typeface="Cabin"/>
                <a:cs typeface="Cabin"/>
                <a:sym typeface="Cabin"/>
              </a:rPr>
              <a:t>Relationship Building (in tables)</a:t>
            </a:r>
          </a:p>
        </p:txBody>
      </p:sp>
      <p:sp>
        <p:nvSpPr>
          <p:cNvPr id="540" name="Shape 540"/>
          <p:cNvSpPr txBox="1">
            <a:spLocks noGrp="1"/>
          </p:cNvSpPr>
          <p:nvPr>
            <p:ph type="body" idx="1"/>
          </p:nvPr>
        </p:nvSpPr>
        <p:spPr>
          <a:xfrm>
            <a:off x="1155700" y="4711700"/>
            <a:ext cx="13931900" cy="1054100"/>
          </a:xfrm>
          <a:prstGeom prst="rect">
            <a:avLst/>
          </a:prstGeom>
          <a:noFill/>
          <a:ln>
            <a:noFill/>
          </a:ln>
        </p:spPr>
        <p:txBody>
          <a:bodyPr lIns="38100" tIns="38100" rIns="38100" bIns="38100" anchor="t" anchorCtr="0">
            <a:noAutofit/>
          </a:bodyPr>
          <a:lstStyle/>
          <a:p>
            <a:pPr marL="342900" marR="0" lvl="0" indent="-342900" algn="ctr" rtl="0">
              <a:spcBef>
                <a:spcPts val="0"/>
              </a:spcBef>
              <a:spcAft>
                <a:spcPts val="0"/>
              </a:spcAft>
              <a:buNone/>
            </a:pPr>
            <a:endParaRPr/>
          </a:p>
        </p:txBody>
      </p:sp>
    </p:spTree>
  </p:cSld>
  <p:clrMapOvr>
    <a:masterClrMapping/>
  </p:clrMapOvr>
  <p:transition spd="slow">
    <p:cut/>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pic>
        <p:nvPicPr>
          <p:cNvPr id="545" name="Shape 545"/>
          <p:cNvPicPr preferRelativeResize="0"/>
          <p:nvPr/>
        </p:nvPicPr>
        <p:blipFill rotWithShape="1">
          <a:blip r:embed="rId3">
            <a:alphaModFix/>
          </a:blip>
          <a:srcRect/>
          <a:stretch/>
        </p:blipFill>
        <p:spPr>
          <a:xfrm>
            <a:off x="381000" y="6488112"/>
            <a:ext cx="15493999" cy="2593975"/>
          </a:xfrm>
          <a:prstGeom prst="rect">
            <a:avLst/>
          </a:prstGeom>
          <a:noFill/>
          <a:ln>
            <a:noFill/>
          </a:ln>
        </p:spPr>
      </p:pic>
      <p:sp>
        <p:nvSpPr>
          <p:cNvPr id="546" name="Shape 546"/>
          <p:cNvSpPr txBox="1"/>
          <p:nvPr/>
        </p:nvSpPr>
        <p:spPr>
          <a:xfrm>
            <a:off x="13268325" y="723900"/>
            <a:ext cx="1382712"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Track  </a:t>
            </a:r>
          </a:p>
        </p:txBody>
      </p:sp>
      <p:sp>
        <p:nvSpPr>
          <p:cNvPr id="547" name="Shape 547"/>
          <p:cNvSpPr txBox="1"/>
          <p:nvPr/>
        </p:nvSpPr>
        <p:spPr>
          <a:xfrm>
            <a:off x="13452475" y="2120900"/>
            <a:ext cx="1039811"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Len  </a:t>
            </a:r>
          </a:p>
        </p:txBody>
      </p:sp>
      <p:sp>
        <p:nvSpPr>
          <p:cNvPr id="548" name="Shape 548"/>
          <p:cNvSpPr txBox="1"/>
          <p:nvPr/>
        </p:nvSpPr>
        <p:spPr>
          <a:xfrm>
            <a:off x="3789362" y="1358900"/>
            <a:ext cx="1444624"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Artist  </a:t>
            </a:r>
          </a:p>
        </p:txBody>
      </p:sp>
      <p:sp>
        <p:nvSpPr>
          <p:cNvPr id="549" name="Shape 549"/>
          <p:cNvSpPr txBox="1"/>
          <p:nvPr/>
        </p:nvSpPr>
        <p:spPr>
          <a:xfrm>
            <a:off x="7580311" y="3162300"/>
            <a:ext cx="1582737"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Album  </a:t>
            </a:r>
          </a:p>
        </p:txBody>
      </p:sp>
      <p:sp>
        <p:nvSpPr>
          <p:cNvPr id="550" name="Shape 550"/>
          <p:cNvSpPr txBox="1"/>
          <p:nvPr/>
        </p:nvSpPr>
        <p:spPr>
          <a:xfrm>
            <a:off x="10317161" y="5143500"/>
            <a:ext cx="129210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Genre</a:t>
            </a:r>
          </a:p>
        </p:txBody>
      </p:sp>
      <p:sp>
        <p:nvSpPr>
          <p:cNvPr id="551" name="Shape 551"/>
          <p:cNvSpPr txBox="1"/>
          <p:nvPr/>
        </p:nvSpPr>
        <p:spPr>
          <a:xfrm>
            <a:off x="13328650" y="1358900"/>
            <a:ext cx="1262062"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Rating</a:t>
            </a:r>
          </a:p>
        </p:txBody>
      </p:sp>
      <p:sp>
        <p:nvSpPr>
          <p:cNvPr id="552" name="Shape 552"/>
          <p:cNvSpPr txBox="1"/>
          <p:nvPr/>
        </p:nvSpPr>
        <p:spPr>
          <a:xfrm>
            <a:off x="13322300" y="2832100"/>
            <a:ext cx="1300162"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Count</a:t>
            </a:r>
          </a:p>
        </p:txBody>
      </p:sp>
      <p:sp>
        <p:nvSpPr>
          <p:cNvPr id="553" name="Shape 553"/>
          <p:cNvSpPr txBox="1"/>
          <p:nvPr/>
        </p:nvSpPr>
        <p:spPr>
          <a:xfrm>
            <a:off x="12788900" y="508000"/>
            <a:ext cx="2349499" cy="3136899"/>
          </a:xfrm>
          <a:prstGeom prst="rect">
            <a:avLst/>
          </a:prstGeom>
          <a:noFill/>
          <a:ln w="25400" cap="rnd" cmpd="sng">
            <a:solidFill>
              <a:srgbClr val="FFFF00"/>
            </a:solidFill>
            <a:prstDash val="solid"/>
            <a:miter/>
            <a:headEnd type="none" w="med" len="med"/>
            <a:tailEnd type="none" w="med" len="med"/>
          </a:ln>
        </p:spPr>
        <p:txBody>
          <a:bodyPr lIns="0" tIns="0" rIns="0" bIns="0" anchor="t" anchorCtr="0">
            <a:noAutofit/>
          </a:bodyPr>
          <a:lstStyle/>
          <a:p>
            <a:pPr marL="0" marR="0" lvl="0" indent="0" algn="ctr" rtl="0">
              <a:lnSpc>
                <a:spcPct val="100000"/>
              </a:lnSpc>
              <a:spcBef>
                <a:spcPts val="0"/>
              </a:spcBef>
              <a:spcAft>
                <a:spcPts val="0"/>
              </a:spcAft>
              <a:buNone/>
            </a:pPr>
            <a:endParaRPr/>
          </a:p>
        </p:txBody>
      </p:sp>
      <p:sp>
        <p:nvSpPr>
          <p:cNvPr id="554" name="Shape 554"/>
          <p:cNvSpPr txBox="1"/>
          <p:nvPr/>
        </p:nvSpPr>
        <p:spPr>
          <a:xfrm>
            <a:off x="7200900" y="2768600"/>
            <a:ext cx="2349499" cy="1409700"/>
          </a:xfrm>
          <a:prstGeom prst="rect">
            <a:avLst/>
          </a:prstGeom>
          <a:noFill/>
          <a:ln w="25400" cap="rnd" cmpd="sng">
            <a:solidFill>
              <a:srgbClr val="FFFF00"/>
            </a:solidFill>
            <a:prstDash val="solid"/>
            <a:miter/>
            <a:headEnd type="none" w="med" len="med"/>
            <a:tailEnd type="none" w="med" len="med"/>
          </a:ln>
        </p:spPr>
        <p:txBody>
          <a:bodyPr lIns="0" tIns="0" rIns="0" bIns="0" anchor="t" anchorCtr="0">
            <a:noAutofit/>
          </a:bodyPr>
          <a:lstStyle/>
          <a:p>
            <a:pPr marL="0" marR="0" lvl="0" indent="0" algn="ctr" rtl="0">
              <a:lnSpc>
                <a:spcPct val="100000"/>
              </a:lnSpc>
              <a:spcBef>
                <a:spcPts val="0"/>
              </a:spcBef>
              <a:spcAft>
                <a:spcPts val="0"/>
              </a:spcAft>
              <a:buNone/>
            </a:pPr>
            <a:endParaRPr/>
          </a:p>
        </p:txBody>
      </p:sp>
      <p:cxnSp>
        <p:nvCxnSpPr>
          <p:cNvPr id="555" name="Shape 555"/>
          <p:cNvCxnSpPr/>
          <p:nvPr/>
        </p:nvCxnSpPr>
        <p:spPr>
          <a:xfrm rot="10800000" flipH="1">
            <a:off x="9796461" y="2195511"/>
            <a:ext cx="2701925" cy="1141411"/>
          </a:xfrm>
          <a:prstGeom prst="straightConnector1">
            <a:avLst/>
          </a:prstGeom>
          <a:noFill/>
          <a:ln w="88900" cap="rnd" cmpd="sng">
            <a:solidFill>
              <a:srgbClr val="FFFF00"/>
            </a:solidFill>
            <a:prstDash val="solid"/>
            <a:miter/>
            <a:headEnd type="stealth" w="med" len="med"/>
            <a:tailEnd type="none" w="med" len="med"/>
          </a:ln>
        </p:spPr>
      </p:cxnSp>
      <p:sp>
        <p:nvSpPr>
          <p:cNvPr id="556" name="Shape 556"/>
          <p:cNvSpPr txBox="1"/>
          <p:nvPr/>
        </p:nvSpPr>
        <p:spPr>
          <a:xfrm>
            <a:off x="3327400" y="965200"/>
            <a:ext cx="2349499" cy="1409700"/>
          </a:xfrm>
          <a:prstGeom prst="rect">
            <a:avLst/>
          </a:prstGeom>
          <a:noFill/>
          <a:ln w="25400" cap="rnd" cmpd="sng">
            <a:solidFill>
              <a:srgbClr val="FFFF00"/>
            </a:solidFill>
            <a:prstDash val="solid"/>
            <a:miter/>
            <a:headEnd type="none" w="med" len="med"/>
            <a:tailEnd type="none" w="med" len="med"/>
          </a:ln>
        </p:spPr>
        <p:txBody>
          <a:bodyPr lIns="0" tIns="0" rIns="0" bIns="0" anchor="t" anchorCtr="0">
            <a:noAutofit/>
          </a:bodyPr>
          <a:lstStyle/>
          <a:p>
            <a:pPr marL="0" marR="0" lvl="0" indent="0" algn="ctr" rtl="0">
              <a:lnSpc>
                <a:spcPct val="100000"/>
              </a:lnSpc>
              <a:spcBef>
                <a:spcPts val="0"/>
              </a:spcBef>
              <a:spcAft>
                <a:spcPts val="0"/>
              </a:spcAft>
              <a:buNone/>
            </a:pPr>
            <a:endParaRPr/>
          </a:p>
        </p:txBody>
      </p:sp>
      <p:cxnSp>
        <p:nvCxnSpPr>
          <p:cNvPr id="557" name="Shape 557"/>
          <p:cNvCxnSpPr/>
          <p:nvPr/>
        </p:nvCxnSpPr>
        <p:spPr>
          <a:xfrm>
            <a:off x="5140325" y="2570161"/>
            <a:ext cx="1866900" cy="877887"/>
          </a:xfrm>
          <a:prstGeom prst="straightConnector1">
            <a:avLst/>
          </a:prstGeom>
          <a:noFill/>
          <a:ln w="88900" cap="rnd" cmpd="sng">
            <a:solidFill>
              <a:srgbClr val="FFFF00"/>
            </a:solidFill>
            <a:prstDash val="solid"/>
            <a:miter/>
            <a:headEnd type="stealth" w="med" len="med"/>
            <a:tailEnd type="none" w="med" len="med"/>
          </a:ln>
        </p:spPr>
      </p:cxnSp>
      <p:sp>
        <p:nvSpPr>
          <p:cNvPr id="558" name="Shape 558"/>
          <p:cNvSpPr txBox="1"/>
          <p:nvPr/>
        </p:nvSpPr>
        <p:spPr>
          <a:xfrm>
            <a:off x="9779000" y="4749800"/>
            <a:ext cx="2349600" cy="1409700"/>
          </a:xfrm>
          <a:prstGeom prst="rect">
            <a:avLst/>
          </a:prstGeom>
          <a:noFill/>
          <a:ln w="25400" cap="rnd" cmpd="sng">
            <a:solidFill>
              <a:srgbClr val="FFFF00"/>
            </a:solidFill>
            <a:prstDash val="solid"/>
            <a:miter/>
            <a:headEnd type="none" w="med" len="med"/>
            <a:tailEnd type="none" w="med" len="med"/>
          </a:ln>
        </p:spPr>
        <p:txBody>
          <a:bodyPr lIns="0" tIns="0" rIns="0" bIns="0" anchor="t" anchorCtr="0">
            <a:noAutofit/>
          </a:bodyPr>
          <a:lstStyle/>
          <a:p>
            <a:pPr marL="0" marR="0" lvl="0" indent="0" algn="ctr" rtl="0">
              <a:lnSpc>
                <a:spcPct val="100000"/>
              </a:lnSpc>
              <a:spcBef>
                <a:spcPts val="0"/>
              </a:spcBef>
              <a:spcAft>
                <a:spcPts val="0"/>
              </a:spcAft>
              <a:buNone/>
            </a:pPr>
            <a:endParaRPr/>
          </a:p>
        </p:txBody>
      </p:sp>
      <p:cxnSp>
        <p:nvCxnSpPr>
          <p:cNvPr id="559" name="Shape 559"/>
          <p:cNvCxnSpPr/>
          <p:nvPr/>
        </p:nvCxnSpPr>
        <p:spPr>
          <a:xfrm rot="10800000" flipH="1">
            <a:off x="12285661" y="3933825"/>
            <a:ext cx="1228724" cy="1493836"/>
          </a:xfrm>
          <a:prstGeom prst="straightConnector1">
            <a:avLst/>
          </a:prstGeom>
          <a:noFill/>
          <a:ln w="88900" cap="rnd" cmpd="sng">
            <a:solidFill>
              <a:srgbClr val="FFFF00"/>
            </a:solidFill>
            <a:prstDash val="solid"/>
            <a:miter/>
            <a:headEnd type="stealth" w="med" len="med"/>
            <a:tailEnd type="none" w="med" len="med"/>
          </a:ln>
        </p:spPr>
      </p:cxnSp>
      <p:sp>
        <p:nvSpPr>
          <p:cNvPr id="560" name="Shape 560"/>
          <p:cNvSpPr txBox="1"/>
          <p:nvPr/>
        </p:nvSpPr>
        <p:spPr>
          <a:xfrm>
            <a:off x="10317174" y="3255250"/>
            <a:ext cx="224940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belongs-to</a:t>
            </a:r>
          </a:p>
        </p:txBody>
      </p:sp>
      <p:sp>
        <p:nvSpPr>
          <p:cNvPr id="561" name="Shape 561"/>
          <p:cNvSpPr txBox="1"/>
          <p:nvPr/>
        </p:nvSpPr>
        <p:spPr>
          <a:xfrm>
            <a:off x="6172935" y="1765350"/>
            <a:ext cx="234960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belongs-to</a:t>
            </a:r>
          </a:p>
        </p:txBody>
      </p:sp>
      <p:sp>
        <p:nvSpPr>
          <p:cNvPr id="562" name="Shape 562"/>
          <p:cNvSpPr txBox="1"/>
          <p:nvPr/>
        </p:nvSpPr>
        <p:spPr>
          <a:xfrm>
            <a:off x="13143448" y="4755350"/>
            <a:ext cx="224940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belongs-to</a:t>
            </a:r>
          </a:p>
        </p:txBody>
      </p:sp>
    </p:spTree>
  </p:cSld>
  <p:clrMapOvr>
    <a:masterClrMapping/>
  </p:clrMapOvr>
  <p:transition spd="slow">
    <p:cut/>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66"/>
        <p:cNvGrpSpPr/>
        <p:nvPr/>
      </p:nvGrpSpPr>
      <p:grpSpPr>
        <a:xfrm>
          <a:off x="0" y="0"/>
          <a:ext cx="0" cy="0"/>
          <a:chOff x="0" y="0"/>
          <a:chExt cx="0" cy="0"/>
        </a:xfrm>
      </p:grpSpPr>
      <p:sp>
        <p:nvSpPr>
          <p:cNvPr id="567" name="Shape 567"/>
          <p:cNvSpPr txBox="1"/>
          <p:nvPr/>
        </p:nvSpPr>
        <p:spPr>
          <a:xfrm>
            <a:off x="1484312" y="1651000"/>
            <a:ext cx="1582737"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Album  </a:t>
            </a:r>
          </a:p>
        </p:txBody>
      </p:sp>
      <p:sp>
        <p:nvSpPr>
          <p:cNvPr id="568" name="Shape 568"/>
          <p:cNvSpPr txBox="1"/>
          <p:nvPr/>
        </p:nvSpPr>
        <p:spPr>
          <a:xfrm>
            <a:off x="1104900" y="1257300"/>
            <a:ext cx="2349499" cy="1409700"/>
          </a:xfrm>
          <a:prstGeom prst="rect">
            <a:avLst/>
          </a:prstGeom>
          <a:noFill/>
          <a:ln w="25400" cap="rnd" cmpd="sng">
            <a:solidFill>
              <a:srgbClr val="FFFF00"/>
            </a:solidFill>
            <a:prstDash val="solid"/>
            <a:miter/>
            <a:headEnd type="none" w="med" len="med"/>
            <a:tailEnd type="none" w="med" len="med"/>
          </a:ln>
        </p:spPr>
        <p:txBody>
          <a:bodyPr lIns="0" tIns="0" rIns="0" bIns="0" anchor="t" anchorCtr="0">
            <a:noAutofit/>
          </a:bodyPr>
          <a:lstStyle/>
          <a:p>
            <a:pPr marL="0" marR="0" lvl="0" indent="0" algn="ctr" rtl="0">
              <a:lnSpc>
                <a:spcPct val="100000"/>
              </a:lnSpc>
              <a:spcBef>
                <a:spcPts val="0"/>
              </a:spcBef>
              <a:spcAft>
                <a:spcPts val="0"/>
              </a:spcAft>
              <a:buNone/>
            </a:pPr>
            <a:endParaRPr/>
          </a:p>
        </p:txBody>
      </p:sp>
      <p:cxnSp>
        <p:nvCxnSpPr>
          <p:cNvPr id="569" name="Shape 569"/>
          <p:cNvCxnSpPr/>
          <p:nvPr/>
        </p:nvCxnSpPr>
        <p:spPr>
          <a:xfrm rot="10800000" flipH="1">
            <a:off x="3598862" y="1910461"/>
            <a:ext cx="5598000" cy="12000"/>
          </a:xfrm>
          <a:prstGeom prst="straightConnector1">
            <a:avLst/>
          </a:prstGeom>
          <a:noFill/>
          <a:ln w="88900" cap="rnd" cmpd="sng">
            <a:solidFill>
              <a:srgbClr val="FFFF00"/>
            </a:solidFill>
            <a:prstDash val="solid"/>
            <a:miter/>
            <a:headEnd type="stealth" w="med" len="med"/>
            <a:tailEnd type="none" w="med" len="med"/>
          </a:ln>
        </p:spPr>
      </p:cxnSp>
      <p:sp>
        <p:nvSpPr>
          <p:cNvPr id="570" name="Shape 570"/>
          <p:cNvSpPr txBox="1"/>
          <p:nvPr/>
        </p:nvSpPr>
        <p:spPr>
          <a:xfrm>
            <a:off x="5383197" y="901700"/>
            <a:ext cx="254040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belongs-to</a:t>
            </a:r>
          </a:p>
        </p:txBody>
      </p:sp>
      <p:sp>
        <p:nvSpPr>
          <p:cNvPr id="571" name="Shape 571"/>
          <p:cNvSpPr txBox="1"/>
          <p:nvPr/>
        </p:nvSpPr>
        <p:spPr>
          <a:xfrm>
            <a:off x="6413500" y="4610100"/>
            <a:ext cx="2412999" cy="762000"/>
          </a:xfrm>
          <a:prstGeom prst="rect">
            <a:avLst/>
          </a:prstGeom>
          <a:solidFill>
            <a:schemeClr val="accent1"/>
          </a:solidFill>
          <a:ln w="889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rgbClr val="000000"/>
              </a:buClr>
              <a:buSzPct val="25000"/>
              <a:buFont typeface="Cabin"/>
              <a:buNone/>
            </a:pPr>
            <a:r>
              <a:rPr lang="en-US" sz="4000" b="0" i="0" u="none" strike="noStrike" cap="none" baseline="0">
                <a:solidFill>
                  <a:srgbClr val="000000"/>
                </a:solidFill>
                <a:latin typeface="Cabin"/>
                <a:ea typeface="Cabin"/>
                <a:cs typeface="Cabin"/>
                <a:sym typeface="Cabin"/>
              </a:rPr>
              <a:t>Album</a:t>
            </a:r>
          </a:p>
        </p:txBody>
      </p:sp>
      <p:sp>
        <p:nvSpPr>
          <p:cNvPr id="572" name="Shape 572"/>
          <p:cNvSpPr txBox="1"/>
          <p:nvPr/>
        </p:nvSpPr>
        <p:spPr>
          <a:xfrm>
            <a:off x="6413500" y="5410200"/>
            <a:ext cx="2412999" cy="762000"/>
          </a:xfrm>
          <a:prstGeom prst="rect">
            <a:avLst/>
          </a:prstGeom>
          <a:noFill/>
          <a:ln w="889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4000" b="0" i="0" u="none" strike="noStrike" cap="none" baseline="0">
                <a:solidFill>
                  <a:srgbClr val="FF7F00"/>
                </a:solidFill>
                <a:latin typeface="Cabin"/>
                <a:ea typeface="Cabin"/>
                <a:cs typeface="Cabin"/>
                <a:sym typeface="Cabin"/>
              </a:rPr>
              <a:t>id</a:t>
            </a:r>
          </a:p>
        </p:txBody>
      </p:sp>
      <p:sp>
        <p:nvSpPr>
          <p:cNvPr id="573" name="Shape 573"/>
          <p:cNvSpPr txBox="1"/>
          <p:nvPr/>
        </p:nvSpPr>
        <p:spPr>
          <a:xfrm>
            <a:off x="6413500" y="6172200"/>
            <a:ext cx="2412999" cy="762000"/>
          </a:xfrm>
          <a:prstGeom prst="rect">
            <a:avLst/>
          </a:prstGeom>
          <a:noFill/>
          <a:ln w="889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4000" b="0" i="0" u="none" strike="noStrike" cap="none" baseline="0">
                <a:solidFill>
                  <a:srgbClr val="00FF00"/>
                </a:solidFill>
                <a:latin typeface="Cabin"/>
                <a:ea typeface="Cabin"/>
                <a:cs typeface="Cabin"/>
                <a:sym typeface="Cabin"/>
              </a:rPr>
              <a:t>title</a:t>
            </a:r>
          </a:p>
        </p:txBody>
      </p:sp>
      <p:sp>
        <p:nvSpPr>
          <p:cNvPr id="574" name="Shape 574"/>
          <p:cNvSpPr txBox="1"/>
          <p:nvPr/>
        </p:nvSpPr>
        <p:spPr>
          <a:xfrm>
            <a:off x="12865100" y="3314700"/>
            <a:ext cx="2412999" cy="762000"/>
          </a:xfrm>
          <a:prstGeom prst="rect">
            <a:avLst/>
          </a:prstGeom>
          <a:solidFill>
            <a:schemeClr val="accent1"/>
          </a:solidFill>
          <a:ln w="889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rgbClr val="000000"/>
              </a:buClr>
              <a:buSzPct val="25000"/>
              <a:buFont typeface="Cabin"/>
              <a:buNone/>
            </a:pPr>
            <a:r>
              <a:rPr lang="en-US" sz="4000" b="0" i="0" u="none" strike="noStrike" cap="none" baseline="0">
                <a:solidFill>
                  <a:srgbClr val="000000"/>
                </a:solidFill>
                <a:latin typeface="Cabin"/>
                <a:ea typeface="Cabin"/>
                <a:cs typeface="Cabin"/>
                <a:sym typeface="Cabin"/>
              </a:rPr>
              <a:t>Track</a:t>
            </a:r>
          </a:p>
        </p:txBody>
      </p:sp>
      <p:sp>
        <p:nvSpPr>
          <p:cNvPr id="575" name="Shape 575"/>
          <p:cNvSpPr txBox="1"/>
          <p:nvPr/>
        </p:nvSpPr>
        <p:spPr>
          <a:xfrm>
            <a:off x="12865100" y="4114800"/>
            <a:ext cx="2412999" cy="762000"/>
          </a:xfrm>
          <a:prstGeom prst="rect">
            <a:avLst/>
          </a:prstGeom>
          <a:noFill/>
          <a:ln w="889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4000" b="0" i="0" u="none" strike="noStrike" cap="none" baseline="0">
                <a:solidFill>
                  <a:srgbClr val="FF7F00"/>
                </a:solidFill>
                <a:latin typeface="Cabin"/>
                <a:ea typeface="Cabin"/>
                <a:cs typeface="Cabin"/>
                <a:sym typeface="Cabin"/>
              </a:rPr>
              <a:t>id</a:t>
            </a:r>
          </a:p>
        </p:txBody>
      </p:sp>
      <p:sp>
        <p:nvSpPr>
          <p:cNvPr id="576" name="Shape 576"/>
          <p:cNvSpPr txBox="1"/>
          <p:nvPr/>
        </p:nvSpPr>
        <p:spPr>
          <a:xfrm>
            <a:off x="12865100" y="4876800"/>
            <a:ext cx="2412999" cy="762000"/>
          </a:xfrm>
          <a:prstGeom prst="rect">
            <a:avLst/>
          </a:prstGeom>
          <a:noFill/>
          <a:ln w="889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4000" b="0" i="0" u="none" strike="noStrike" cap="none" baseline="0">
                <a:solidFill>
                  <a:srgbClr val="00FF00"/>
                </a:solidFill>
                <a:latin typeface="Cabin"/>
                <a:ea typeface="Cabin"/>
                <a:cs typeface="Cabin"/>
                <a:sym typeface="Cabin"/>
              </a:rPr>
              <a:t>title</a:t>
            </a:r>
          </a:p>
        </p:txBody>
      </p:sp>
      <p:sp>
        <p:nvSpPr>
          <p:cNvPr id="577" name="Shape 577"/>
          <p:cNvSpPr txBox="1"/>
          <p:nvPr/>
        </p:nvSpPr>
        <p:spPr>
          <a:xfrm>
            <a:off x="12865100" y="5664200"/>
            <a:ext cx="2412999" cy="762000"/>
          </a:xfrm>
          <a:prstGeom prst="rect">
            <a:avLst/>
          </a:prstGeom>
          <a:noFill/>
          <a:ln w="889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000" b="0" i="0" u="none" strike="noStrike" cap="none" baseline="0">
                <a:solidFill>
                  <a:schemeClr val="lt1"/>
                </a:solidFill>
                <a:latin typeface="Cabin"/>
                <a:ea typeface="Cabin"/>
                <a:cs typeface="Cabin"/>
                <a:sym typeface="Cabin"/>
              </a:rPr>
              <a:t>rating</a:t>
            </a:r>
          </a:p>
        </p:txBody>
      </p:sp>
      <p:sp>
        <p:nvSpPr>
          <p:cNvPr id="578" name="Shape 578"/>
          <p:cNvSpPr txBox="1"/>
          <p:nvPr/>
        </p:nvSpPr>
        <p:spPr>
          <a:xfrm>
            <a:off x="12865100" y="6400800"/>
            <a:ext cx="2412999" cy="762000"/>
          </a:xfrm>
          <a:prstGeom prst="rect">
            <a:avLst/>
          </a:prstGeom>
          <a:noFill/>
          <a:ln w="889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000" b="0" i="0" u="none" strike="noStrike" cap="none" baseline="0">
                <a:solidFill>
                  <a:schemeClr val="lt1"/>
                </a:solidFill>
                <a:latin typeface="Cabin"/>
                <a:ea typeface="Cabin"/>
                <a:cs typeface="Cabin"/>
                <a:sym typeface="Cabin"/>
              </a:rPr>
              <a:t>len</a:t>
            </a:r>
          </a:p>
        </p:txBody>
      </p:sp>
      <p:sp>
        <p:nvSpPr>
          <p:cNvPr id="579" name="Shape 579"/>
          <p:cNvSpPr txBox="1"/>
          <p:nvPr/>
        </p:nvSpPr>
        <p:spPr>
          <a:xfrm>
            <a:off x="12865100" y="7188200"/>
            <a:ext cx="2412999" cy="762000"/>
          </a:xfrm>
          <a:prstGeom prst="rect">
            <a:avLst/>
          </a:prstGeom>
          <a:noFill/>
          <a:ln w="889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000" b="0" i="0" u="none" strike="noStrike" cap="none" baseline="0">
                <a:solidFill>
                  <a:schemeClr val="lt1"/>
                </a:solidFill>
                <a:latin typeface="Cabin"/>
                <a:ea typeface="Cabin"/>
                <a:cs typeface="Cabin"/>
                <a:sym typeface="Cabin"/>
              </a:rPr>
              <a:t>count</a:t>
            </a:r>
          </a:p>
        </p:txBody>
      </p:sp>
      <p:sp>
        <p:nvSpPr>
          <p:cNvPr id="580" name="Shape 580"/>
          <p:cNvSpPr txBox="1"/>
          <p:nvPr/>
        </p:nvSpPr>
        <p:spPr>
          <a:xfrm>
            <a:off x="12865100" y="7950200"/>
            <a:ext cx="2412999" cy="762000"/>
          </a:xfrm>
          <a:prstGeom prst="rect">
            <a:avLst/>
          </a:prstGeom>
          <a:noFill/>
          <a:ln w="889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4000" b="0" i="0" u="none" strike="noStrike" cap="none" baseline="0">
                <a:solidFill>
                  <a:srgbClr val="FF00FF"/>
                </a:solidFill>
                <a:latin typeface="Cabin"/>
                <a:ea typeface="Cabin"/>
                <a:cs typeface="Cabin"/>
                <a:sym typeface="Cabin"/>
              </a:rPr>
              <a:t>album_id</a:t>
            </a:r>
          </a:p>
        </p:txBody>
      </p:sp>
      <p:cxnSp>
        <p:nvCxnSpPr>
          <p:cNvPr id="581" name="Shape 581"/>
          <p:cNvCxnSpPr/>
          <p:nvPr/>
        </p:nvCxnSpPr>
        <p:spPr>
          <a:xfrm>
            <a:off x="8985250" y="5826125"/>
            <a:ext cx="3579812" cy="2411411"/>
          </a:xfrm>
          <a:prstGeom prst="straightConnector1">
            <a:avLst/>
          </a:prstGeom>
          <a:noFill/>
          <a:ln w="88900" cap="rnd" cmpd="sng">
            <a:solidFill>
              <a:srgbClr val="FF00FF"/>
            </a:solidFill>
            <a:prstDash val="solid"/>
            <a:miter/>
            <a:headEnd type="stealth" w="med" len="med"/>
            <a:tailEnd type="none" w="med" len="med"/>
          </a:ln>
        </p:spPr>
      </p:cxnSp>
      <p:sp>
        <p:nvSpPr>
          <p:cNvPr id="582" name="Shape 582"/>
          <p:cNvSpPr txBox="1"/>
          <p:nvPr/>
        </p:nvSpPr>
        <p:spPr>
          <a:xfrm>
            <a:off x="1816100" y="5365750"/>
            <a:ext cx="2316162" cy="21843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600" b="0" i="0" u="none" strike="noStrike" cap="none" baseline="0">
                <a:solidFill>
                  <a:srgbClr val="FFFF00"/>
                </a:solidFill>
                <a:latin typeface="Cabin"/>
                <a:ea typeface="Cabin"/>
                <a:cs typeface="Cabin"/>
                <a:sym typeface="Cabin"/>
              </a:rPr>
              <a:t>Table</a:t>
            </a:r>
          </a:p>
          <a:p>
            <a:pPr marL="0" marR="0" lvl="0" indent="0" algn="ctr" rtl="0">
              <a:lnSpc>
                <a:spcPct val="100000"/>
              </a:lnSpc>
              <a:spcBef>
                <a:spcPts val="0"/>
              </a:spcBef>
              <a:spcAft>
                <a:spcPts val="0"/>
              </a:spcAft>
              <a:buClr>
                <a:srgbClr val="FF7F00"/>
              </a:buClr>
              <a:buSzPct val="25000"/>
              <a:buFont typeface="Cabin"/>
              <a:buNone/>
            </a:pPr>
            <a:r>
              <a:rPr lang="en-US" sz="3600" b="0" i="0" u="none" strike="noStrike" cap="none" baseline="0">
                <a:solidFill>
                  <a:srgbClr val="FF7F00"/>
                </a:solidFill>
                <a:latin typeface="Cabin"/>
                <a:ea typeface="Cabin"/>
                <a:cs typeface="Cabin"/>
                <a:sym typeface="Cabin"/>
              </a:rPr>
              <a:t>Primary key</a:t>
            </a:r>
          </a:p>
          <a:p>
            <a:pPr marL="0" marR="0" lvl="0" indent="0" algn="ctr" rtl="0">
              <a:lnSpc>
                <a:spcPct val="100000"/>
              </a:lnSpc>
              <a:spcBef>
                <a:spcPts val="0"/>
              </a:spcBef>
              <a:spcAft>
                <a:spcPts val="0"/>
              </a:spcAft>
              <a:buClr>
                <a:srgbClr val="00FF00"/>
              </a:buClr>
              <a:buSzPct val="25000"/>
              <a:buFont typeface="Cabin"/>
              <a:buNone/>
            </a:pPr>
            <a:r>
              <a:rPr lang="en-US" sz="3600" b="0" i="0" u="none" strike="noStrike" cap="none" baseline="0">
                <a:solidFill>
                  <a:srgbClr val="00FF00"/>
                </a:solidFill>
                <a:latin typeface="Cabin"/>
                <a:ea typeface="Cabin"/>
                <a:cs typeface="Cabin"/>
                <a:sym typeface="Cabin"/>
              </a:rPr>
              <a:t>Logical key</a:t>
            </a:r>
          </a:p>
          <a:p>
            <a:pPr marL="0" marR="0" lvl="0" indent="0" algn="ctr" rtl="0">
              <a:lnSpc>
                <a:spcPct val="100000"/>
              </a:lnSpc>
              <a:spcBef>
                <a:spcPts val="0"/>
              </a:spcBef>
              <a:spcAft>
                <a:spcPts val="0"/>
              </a:spcAft>
              <a:buClr>
                <a:srgbClr val="FF00FF"/>
              </a:buClr>
              <a:buSzPct val="25000"/>
              <a:buFont typeface="Cabin"/>
              <a:buNone/>
            </a:pPr>
            <a:r>
              <a:rPr lang="en-US" sz="3600" b="0" i="0" u="none" strike="noStrike" cap="none" baseline="0">
                <a:solidFill>
                  <a:srgbClr val="FF00FF"/>
                </a:solidFill>
                <a:latin typeface="Cabin"/>
                <a:ea typeface="Cabin"/>
                <a:cs typeface="Cabin"/>
                <a:sym typeface="Cabin"/>
              </a:rPr>
              <a:t>Foreign key</a:t>
            </a:r>
          </a:p>
        </p:txBody>
      </p:sp>
      <p:sp>
        <p:nvSpPr>
          <p:cNvPr id="583" name="Shape 583"/>
          <p:cNvSpPr txBox="1"/>
          <p:nvPr/>
        </p:nvSpPr>
        <p:spPr>
          <a:xfrm>
            <a:off x="9877425" y="1016000"/>
            <a:ext cx="1382712"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Track  </a:t>
            </a:r>
          </a:p>
        </p:txBody>
      </p:sp>
      <p:sp>
        <p:nvSpPr>
          <p:cNvPr id="584" name="Shape 584"/>
          <p:cNvSpPr txBox="1"/>
          <p:nvPr/>
        </p:nvSpPr>
        <p:spPr>
          <a:xfrm>
            <a:off x="10061575" y="2692400"/>
            <a:ext cx="1039811"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Len  </a:t>
            </a:r>
          </a:p>
        </p:txBody>
      </p:sp>
      <p:sp>
        <p:nvSpPr>
          <p:cNvPr id="585" name="Shape 585"/>
          <p:cNvSpPr txBox="1"/>
          <p:nvPr/>
        </p:nvSpPr>
        <p:spPr>
          <a:xfrm>
            <a:off x="9937750" y="2159000"/>
            <a:ext cx="1262062"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Rating</a:t>
            </a:r>
          </a:p>
        </p:txBody>
      </p:sp>
      <p:sp>
        <p:nvSpPr>
          <p:cNvPr id="586" name="Shape 586"/>
          <p:cNvSpPr txBox="1"/>
          <p:nvPr/>
        </p:nvSpPr>
        <p:spPr>
          <a:xfrm>
            <a:off x="9931400" y="3162300"/>
            <a:ext cx="1300162"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Count</a:t>
            </a:r>
          </a:p>
        </p:txBody>
      </p:sp>
      <p:sp>
        <p:nvSpPr>
          <p:cNvPr id="587" name="Shape 587"/>
          <p:cNvSpPr txBox="1"/>
          <p:nvPr/>
        </p:nvSpPr>
        <p:spPr>
          <a:xfrm>
            <a:off x="9398000" y="800100"/>
            <a:ext cx="2349499" cy="3136899"/>
          </a:xfrm>
          <a:prstGeom prst="rect">
            <a:avLst/>
          </a:prstGeom>
          <a:noFill/>
          <a:ln w="25400" cap="rnd" cmpd="sng">
            <a:solidFill>
              <a:srgbClr val="FFFF00"/>
            </a:solidFill>
            <a:prstDash val="solid"/>
            <a:miter/>
            <a:headEnd type="none" w="med" len="med"/>
            <a:tailEnd type="none" w="med" len="med"/>
          </a:ln>
        </p:spPr>
        <p:txBody>
          <a:bodyPr lIns="0" tIns="0" rIns="0" bIns="0" anchor="t" anchorCtr="0">
            <a:noAutofit/>
          </a:bodyPr>
          <a:lstStyle/>
          <a:p>
            <a:pPr marL="0" marR="0" lvl="0" indent="0" algn="ctr" rtl="0">
              <a:lnSpc>
                <a:spcPct val="100000"/>
              </a:lnSpc>
              <a:spcBef>
                <a:spcPts val="0"/>
              </a:spcBef>
              <a:spcAft>
                <a:spcPts val="0"/>
              </a:spcAft>
              <a:buNone/>
            </a:pPr>
            <a:endParaRPr/>
          </a:p>
        </p:txBody>
      </p:sp>
      <p:sp>
        <p:nvSpPr>
          <p:cNvPr id="588" name="Shape 588"/>
          <p:cNvSpPr txBox="1"/>
          <p:nvPr/>
        </p:nvSpPr>
        <p:spPr>
          <a:xfrm>
            <a:off x="9963150" y="1549400"/>
            <a:ext cx="1216024"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Title  </a:t>
            </a:r>
          </a:p>
        </p:txBody>
      </p:sp>
    </p:spTree>
  </p:cSld>
  <p:clrMapOvr>
    <a:masterClrMapping/>
  </p:clrMapOvr>
  <p:transition spd="slow">
    <p:cut/>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92"/>
        <p:cNvGrpSpPr/>
        <p:nvPr/>
      </p:nvGrpSpPr>
      <p:grpSpPr>
        <a:xfrm>
          <a:off x="0" y="0"/>
          <a:ext cx="0" cy="0"/>
          <a:chOff x="0" y="0"/>
          <a:chExt cx="0" cy="0"/>
        </a:xfrm>
      </p:grpSpPr>
      <p:sp>
        <p:nvSpPr>
          <p:cNvPr id="593" name="Shape 593"/>
          <p:cNvSpPr txBox="1"/>
          <p:nvPr/>
        </p:nvSpPr>
        <p:spPr>
          <a:xfrm>
            <a:off x="7797800" y="1727200"/>
            <a:ext cx="2412999" cy="762000"/>
          </a:xfrm>
          <a:prstGeom prst="rect">
            <a:avLst/>
          </a:prstGeom>
          <a:solidFill>
            <a:schemeClr val="accent1"/>
          </a:solidFill>
          <a:ln w="889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rgbClr val="000000"/>
              </a:buClr>
              <a:buSzPct val="25000"/>
              <a:buFont typeface="Cabin"/>
              <a:buNone/>
            </a:pPr>
            <a:r>
              <a:rPr lang="en-US" sz="4000" b="0" i="0" u="none" strike="noStrike" cap="none" baseline="0">
                <a:solidFill>
                  <a:srgbClr val="000000"/>
                </a:solidFill>
                <a:latin typeface="Cabin"/>
                <a:ea typeface="Cabin"/>
                <a:cs typeface="Cabin"/>
                <a:sym typeface="Cabin"/>
              </a:rPr>
              <a:t>Album</a:t>
            </a:r>
          </a:p>
        </p:txBody>
      </p:sp>
      <p:sp>
        <p:nvSpPr>
          <p:cNvPr id="594" name="Shape 594"/>
          <p:cNvSpPr txBox="1"/>
          <p:nvPr/>
        </p:nvSpPr>
        <p:spPr>
          <a:xfrm>
            <a:off x="7797800" y="2527300"/>
            <a:ext cx="2412999" cy="762000"/>
          </a:xfrm>
          <a:prstGeom prst="rect">
            <a:avLst/>
          </a:prstGeom>
          <a:noFill/>
          <a:ln w="889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4000" b="0" i="0" u="none" strike="noStrike" cap="none" baseline="0">
                <a:solidFill>
                  <a:srgbClr val="FF7F00"/>
                </a:solidFill>
                <a:latin typeface="Cabin"/>
                <a:ea typeface="Cabin"/>
                <a:cs typeface="Cabin"/>
                <a:sym typeface="Cabin"/>
              </a:rPr>
              <a:t>id</a:t>
            </a:r>
          </a:p>
        </p:txBody>
      </p:sp>
      <p:sp>
        <p:nvSpPr>
          <p:cNvPr id="595" name="Shape 595"/>
          <p:cNvSpPr txBox="1"/>
          <p:nvPr/>
        </p:nvSpPr>
        <p:spPr>
          <a:xfrm>
            <a:off x="7797800" y="3289300"/>
            <a:ext cx="2412999" cy="762000"/>
          </a:xfrm>
          <a:prstGeom prst="rect">
            <a:avLst/>
          </a:prstGeom>
          <a:noFill/>
          <a:ln w="889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4000" b="0" i="0" u="none" strike="noStrike" cap="none" baseline="0">
                <a:solidFill>
                  <a:srgbClr val="00FF00"/>
                </a:solidFill>
                <a:latin typeface="Cabin"/>
                <a:ea typeface="Cabin"/>
                <a:cs typeface="Cabin"/>
                <a:sym typeface="Cabin"/>
              </a:rPr>
              <a:t>title</a:t>
            </a:r>
          </a:p>
        </p:txBody>
      </p:sp>
      <p:sp>
        <p:nvSpPr>
          <p:cNvPr id="596" name="Shape 596"/>
          <p:cNvSpPr txBox="1"/>
          <p:nvPr/>
        </p:nvSpPr>
        <p:spPr>
          <a:xfrm>
            <a:off x="13081000" y="698500"/>
            <a:ext cx="2412999" cy="762000"/>
          </a:xfrm>
          <a:prstGeom prst="rect">
            <a:avLst/>
          </a:prstGeom>
          <a:solidFill>
            <a:schemeClr val="accent1"/>
          </a:solidFill>
          <a:ln w="889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rgbClr val="000000"/>
              </a:buClr>
              <a:buSzPct val="25000"/>
              <a:buFont typeface="Cabin"/>
              <a:buNone/>
            </a:pPr>
            <a:r>
              <a:rPr lang="en-US" sz="4000" b="0" i="0" u="none" strike="noStrike" cap="none" baseline="0">
                <a:solidFill>
                  <a:srgbClr val="000000"/>
                </a:solidFill>
                <a:latin typeface="Cabin"/>
                <a:ea typeface="Cabin"/>
                <a:cs typeface="Cabin"/>
                <a:sym typeface="Cabin"/>
              </a:rPr>
              <a:t>Track</a:t>
            </a:r>
          </a:p>
        </p:txBody>
      </p:sp>
      <p:sp>
        <p:nvSpPr>
          <p:cNvPr id="597" name="Shape 597"/>
          <p:cNvSpPr txBox="1"/>
          <p:nvPr/>
        </p:nvSpPr>
        <p:spPr>
          <a:xfrm>
            <a:off x="13081000" y="1498600"/>
            <a:ext cx="2412999" cy="762000"/>
          </a:xfrm>
          <a:prstGeom prst="rect">
            <a:avLst/>
          </a:prstGeom>
          <a:noFill/>
          <a:ln w="889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4000" b="0" i="0" u="none" strike="noStrike" cap="none" baseline="0">
                <a:solidFill>
                  <a:srgbClr val="FF7F00"/>
                </a:solidFill>
                <a:latin typeface="Cabin"/>
                <a:ea typeface="Cabin"/>
                <a:cs typeface="Cabin"/>
                <a:sym typeface="Cabin"/>
              </a:rPr>
              <a:t>id</a:t>
            </a:r>
          </a:p>
        </p:txBody>
      </p:sp>
      <p:sp>
        <p:nvSpPr>
          <p:cNvPr id="598" name="Shape 598"/>
          <p:cNvSpPr txBox="1"/>
          <p:nvPr/>
        </p:nvSpPr>
        <p:spPr>
          <a:xfrm>
            <a:off x="13081000" y="2260600"/>
            <a:ext cx="2412999" cy="762000"/>
          </a:xfrm>
          <a:prstGeom prst="rect">
            <a:avLst/>
          </a:prstGeom>
          <a:noFill/>
          <a:ln w="889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4000" b="0" i="0" u="none" strike="noStrike" cap="none" baseline="0">
                <a:solidFill>
                  <a:srgbClr val="00FF00"/>
                </a:solidFill>
                <a:latin typeface="Cabin"/>
                <a:ea typeface="Cabin"/>
                <a:cs typeface="Cabin"/>
                <a:sym typeface="Cabin"/>
              </a:rPr>
              <a:t>title</a:t>
            </a:r>
          </a:p>
        </p:txBody>
      </p:sp>
      <p:sp>
        <p:nvSpPr>
          <p:cNvPr id="599" name="Shape 599"/>
          <p:cNvSpPr txBox="1"/>
          <p:nvPr/>
        </p:nvSpPr>
        <p:spPr>
          <a:xfrm>
            <a:off x="13081000" y="3048000"/>
            <a:ext cx="2412999" cy="762000"/>
          </a:xfrm>
          <a:prstGeom prst="rect">
            <a:avLst/>
          </a:prstGeom>
          <a:noFill/>
          <a:ln w="889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000" b="0" i="0" u="none" strike="noStrike" cap="none" baseline="0">
                <a:solidFill>
                  <a:schemeClr val="lt1"/>
                </a:solidFill>
                <a:latin typeface="Cabin"/>
                <a:ea typeface="Cabin"/>
                <a:cs typeface="Cabin"/>
                <a:sym typeface="Cabin"/>
              </a:rPr>
              <a:t>rating</a:t>
            </a:r>
          </a:p>
        </p:txBody>
      </p:sp>
      <p:sp>
        <p:nvSpPr>
          <p:cNvPr id="600" name="Shape 600"/>
          <p:cNvSpPr txBox="1"/>
          <p:nvPr/>
        </p:nvSpPr>
        <p:spPr>
          <a:xfrm>
            <a:off x="13081000" y="3784600"/>
            <a:ext cx="2412999" cy="762000"/>
          </a:xfrm>
          <a:prstGeom prst="rect">
            <a:avLst/>
          </a:prstGeom>
          <a:noFill/>
          <a:ln w="889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000" b="0" i="0" u="none" strike="noStrike" cap="none" baseline="0">
                <a:solidFill>
                  <a:schemeClr val="lt1"/>
                </a:solidFill>
                <a:latin typeface="Cabin"/>
                <a:ea typeface="Cabin"/>
                <a:cs typeface="Cabin"/>
                <a:sym typeface="Cabin"/>
              </a:rPr>
              <a:t>len</a:t>
            </a:r>
          </a:p>
        </p:txBody>
      </p:sp>
      <p:sp>
        <p:nvSpPr>
          <p:cNvPr id="601" name="Shape 601"/>
          <p:cNvSpPr txBox="1"/>
          <p:nvPr/>
        </p:nvSpPr>
        <p:spPr>
          <a:xfrm>
            <a:off x="13081000" y="4572000"/>
            <a:ext cx="2412999" cy="762000"/>
          </a:xfrm>
          <a:prstGeom prst="rect">
            <a:avLst/>
          </a:prstGeom>
          <a:noFill/>
          <a:ln w="889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000" b="0" i="0" u="none" strike="noStrike" cap="none" baseline="0">
                <a:solidFill>
                  <a:schemeClr val="lt1"/>
                </a:solidFill>
                <a:latin typeface="Cabin"/>
                <a:ea typeface="Cabin"/>
                <a:cs typeface="Cabin"/>
                <a:sym typeface="Cabin"/>
              </a:rPr>
              <a:t>count</a:t>
            </a:r>
          </a:p>
        </p:txBody>
      </p:sp>
      <p:sp>
        <p:nvSpPr>
          <p:cNvPr id="602" name="Shape 602"/>
          <p:cNvSpPr txBox="1"/>
          <p:nvPr/>
        </p:nvSpPr>
        <p:spPr>
          <a:xfrm>
            <a:off x="13081000" y="5334000"/>
            <a:ext cx="2412999" cy="762000"/>
          </a:xfrm>
          <a:prstGeom prst="rect">
            <a:avLst/>
          </a:prstGeom>
          <a:noFill/>
          <a:ln w="889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4000" b="0" i="0" u="none" strike="noStrike" cap="none" baseline="0">
                <a:solidFill>
                  <a:srgbClr val="FF00FF"/>
                </a:solidFill>
                <a:latin typeface="Cabin"/>
                <a:ea typeface="Cabin"/>
                <a:cs typeface="Cabin"/>
                <a:sym typeface="Cabin"/>
              </a:rPr>
              <a:t>album_id</a:t>
            </a:r>
          </a:p>
        </p:txBody>
      </p:sp>
      <p:cxnSp>
        <p:nvCxnSpPr>
          <p:cNvPr id="603" name="Shape 603"/>
          <p:cNvCxnSpPr/>
          <p:nvPr/>
        </p:nvCxnSpPr>
        <p:spPr>
          <a:xfrm>
            <a:off x="10369550" y="2943225"/>
            <a:ext cx="2546349" cy="2767012"/>
          </a:xfrm>
          <a:prstGeom prst="straightConnector1">
            <a:avLst/>
          </a:prstGeom>
          <a:noFill/>
          <a:ln w="88900" cap="rnd" cmpd="sng">
            <a:solidFill>
              <a:srgbClr val="FF00FF"/>
            </a:solidFill>
            <a:prstDash val="solid"/>
            <a:miter/>
            <a:headEnd type="stealth" w="med" len="med"/>
            <a:tailEnd type="none" w="med" len="med"/>
          </a:ln>
        </p:spPr>
      </p:cxnSp>
      <p:sp>
        <p:nvSpPr>
          <p:cNvPr id="604" name="Shape 604"/>
          <p:cNvSpPr txBox="1"/>
          <p:nvPr/>
        </p:nvSpPr>
        <p:spPr>
          <a:xfrm>
            <a:off x="1752600" y="4362450"/>
            <a:ext cx="2316162" cy="21843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600" b="0" i="0" u="none" strike="noStrike" cap="none" baseline="0">
                <a:solidFill>
                  <a:srgbClr val="FFFF00"/>
                </a:solidFill>
                <a:latin typeface="Cabin"/>
                <a:ea typeface="Cabin"/>
                <a:cs typeface="Cabin"/>
                <a:sym typeface="Cabin"/>
              </a:rPr>
              <a:t>Table</a:t>
            </a:r>
          </a:p>
          <a:p>
            <a:pPr marL="0" marR="0" lvl="0" indent="0" algn="ctr" rtl="0">
              <a:lnSpc>
                <a:spcPct val="100000"/>
              </a:lnSpc>
              <a:spcBef>
                <a:spcPts val="0"/>
              </a:spcBef>
              <a:spcAft>
                <a:spcPts val="0"/>
              </a:spcAft>
              <a:buClr>
                <a:srgbClr val="FF7F00"/>
              </a:buClr>
              <a:buSzPct val="25000"/>
              <a:buFont typeface="Cabin"/>
              <a:buNone/>
            </a:pPr>
            <a:r>
              <a:rPr lang="en-US" sz="3600" b="0" i="0" u="none" strike="noStrike" cap="none" baseline="0">
                <a:solidFill>
                  <a:srgbClr val="FF7F00"/>
                </a:solidFill>
                <a:latin typeface="Cabin"/>
                <a:ea typeface="Cabin"/>
                <a:cs typeface="Cabin"/>
                <a:sym typeface="Cabin"/>
              </a:rPr>
              <a:t>Primary key</a:t>
            </a:r>
          </a:p>
          <a:p>
            <a:pPr marL="0" marR="0" lvl="0" indent="0" algn="ctr" rtl="0">
              <a:lnSpc>
                <a:spcPct val="100000"/>
              </a:lnSpc>
              <a:spcBef>
                <a:spcPts val="0"/>
              </a:spcBef>
              <a:spcAft>
                <a:spcPts val="0"/>
              </a:spcAft>
              <a:buClr>
                <a:srgbClr val="00FF00"/>
              </a:buClr>
              <a:buSzPct val="25000"/>
              <a:buFont typeface="Cabin"/>
              <a:buNone/>
            </a:pPr>
            <a:r>
              <a:rPr lang="en-US" sz="3600" b="0" i="0" u="none" strike="noStrike" cap="none" baseline="0">
                <a:solidFill>
                  <a:srgbClr val="00FF00"/>
                </a:solidFill>
                <a:latin typeface="Cabin"/>
                <a:ea typeface="Cabin"/>
                <a:cs typeface="Cabin"/>
                <a:sym typeface="Cabin"/>
              </a:rPr>
              <a:t>Logical key</a:t>
            </a:r>
          </a:p>
          <a:p>
            <a:pPr marL="0" marR="0" lvl="0" indent="0" algn="ctr" rtl="0">
              <a:lnSpc>
                <a:spcPct val="100000"/>
              </a:lnSpc>
              <a:spcBef>
                <a:spcPts val="0"/>
              </a:spcBef>
              <a:spcAft>
                <a:spcPts val="0"/>
              </a:spcAft>
              <a:buClr>
                <a:srgbClr val="FF00FF"/>
              </a:buClr>
              <a:buSzPct val="25000"/>
              <a:buFont typeface="Cabin"/>
              <a:buNone/>
            </a:pPr>
            <a:r>
              <a:rPr lang="en-US" sz="3600" b="0" i="0" u="none" strike="noStrike" cap="none" baseline="0">
                <a:solidFill>
                  <a:srgbClr val="FF00FF"/>
                </a:solidFill>
                <a:latin typeface="Cabin"/>
                <a:ea typeface="Cabin"/>
                <a:cs typeface="Cabin"/>
                <a:sym typeface="Cabin"/>
              </a:rPr>
              <a:t>Foreign key</a:t>
            </a:r>
          </a:p>
        </p:txBody>
      </p:sp>
      <p:sp>
        <p:nvSpPr>
          <p:cNvPr id="605" name="Shape 605"/>
          <p:cNvSpPr txBox="1"/>
          <p:nvPr/>
        </p:nvSpPr>
        <p:spPr>
          <a:xfrm>
            <a:off x="3289300" y="914400"/>
            <a:ext cx="2412999" cy="762000"/>
          </a:xfrm>
          <a:prstGeom prst="rect">
            <a:avLst/>
          </a:prstGeom>
          <a:solidFill>
            <a:schemeClr val="accent1"/>
          </a:solidFill>
          <a:ln w="889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rgbClr val="000000"/>
              </a:buClr>
              <a:buSzPct val="25000"/>
              <a:buFont typeface="Cabin"/>
              <a:buNone/>
            </a:pPr>
            <a:r>
              <a:rPr lang="en-US" sz="4000" b="0" i="0" u="none" strike="noStrike" cap="none" baseline="0">
                <a:solidFill>
                  <a:srgbClr val="000000"/>
                </a:solidFill>
                <a:latin typeface="Cabin"/>
                <a:ea typeface="Cabin"/>
                <a:cs typeface="Cabin"/>
                <a:sym typeface="Cabin"/>
              </a:rPr>
              <a:t>Artist</a:t>
            </a:r>
          </a:p>
        </p:txBody>
      </p:sp>
      <p:sp>
        <p:nvSpPr>
          <p:cNvPr id="606" name="Shape 606"/>
          <p:cNvSpPr txBox="1"/>
          <p:nvPr/>
        </p:nvSpPr>
        <p:spPr>
          <a:xfrm>
            <a:off x="3289300" y="1714500"/>
            <a:ext cx="2412999" cy="762000"/>
          </a:xfrm>
          <a:prstGeom prst="rect">
            <a:avLst/>
          </a:prstGeom>
          <a:noFill/>
          <a:ln w="889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4000" b="0" i="0" u="none" strike="noStrike" cap="none" baseline="0">
                <a:solidFill>
                  <a:srgbClr val="FF7F00"/>
                </a:solidFill>
                <a:latin typeface="Cabin"/>
                <a:ea typeface="Cabin"/>
                <a:cs typeface="Cabin"/>
                <a:sym typeface="Cabin"/>
              </a:rPr>
              <a:t>id</a:t>
            </a:r>
          </a:p>
        </p:txBody>
      </p:sp>
      <p:sp>
        <p:nvSpPr>
          <p:cNvPr id="607" name="Shape 607"/>
          <p:cNvSpPr txBox="1"/>
          <p:nvPr/>
        </p:nvSpPr>
        <p:spPr>
          <a:xfrm>
            <a:off x="3289300" y="2476500"/>
            <a:ext cx="2412999" cy="762000"/>
          </a:xfrm>
          <a:prstGeom prst="rect">
            <a:avLst/>
          </a:prstGeom>
          <a:noFill/>
          <a:ln w="889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4000" b="0" i="0" u="none" strike="noStrike" cap="none" baseline="0">
                <a:solidFill>
                  <a:srgbClr val="00FF00"/>
                </a:solidFill>
                <a:latin typeface="Cabin"/>
                <a:ea typeface="Cabin"/>
                <a:cs typeface="Cabin"/>
                <a:sym typeface="Cabin"/>
              </a:rPr>
              <a:t>name</a:t>
            </a:r>
          </a:p>
        </p:txBody>
      </p:sp>
      <p:sp>
        <p:nvSpPr>
          <p:cNvPr id="608" name="Shape 608"/>
          <p:cNvSpPr txBox="1"/>
          <p:nvPr/>
        </p:nvSpPr>
        <p:spPr>
          <a:xfrm>
            <a:off x="7797800" y="4038600"/>
            <a:ext cx="2412999" cy="762000"/>
          </a:xfrm>
          <a:prstGeom prst="rect">
            <a:avLst/>
          </a:prstGeom>
          <a:noFill/>
          <a:ln w="889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4000" b="0" i="0" u="none" strike="noStrike" cap="none" baseline="0">
                <a:solidFill>
                  <a:srgbClr val="FF00FF"/>
                </a:solidFill>
                <a:latin typeface="Cabin"/>
                <a:ea typeface="Cabin"/>
                <a:cs typeface="Cabin"/>
                <a:sym typeface="Cabin"/>
              </a:rPr>
              <a:t>artist_id</a:t>
            </a:r>
          </a:p>
        </p:txBody>
      </p:sp>
      <p:sp>
        <p:nvSpPr>
          <p:cNvPr id="609" name="Shape 609"/>
          <p:cNvSpPr txBox="1"/>
          <p:nvPr/>
        </p:nvSpPr>
        <p:spPr>
          <a:xfrm>
            <a:off x="8420100" y="6489700"/>
            <a:ext cx="2412999" cy="762000"/>
          </a:xfrm>
          <a:prstGeom prst="rect">
            <a:avLst/>
          </a:prstGeom>
          <a:solidFill>
            <a:schemeClr val="accent1"/>
          </a:solidFill>
          <a:ln w="889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rgbClr val="000000"/>
              </a:buClr>
              <a:buSzPct val="25000"/>
              <a:buFont typeface="Cabin"/>
              <a:buNone/>
            </a:pPr>
            <a:r>
              <a:rPr lang="en-US" sz="4000" b="0" i="0" u="none" strike="noStrike" cap="none" baseline="0">
                <a:solidFill>
                  <a:srgbClr val="000000"/>
                </a:solidFill>
                <a:latin typeface="Cabin"/>
                <a:ea typeface="Cabin"/>
                <a:cs typeface="Cabin"/>
                <a:sym typeface="Cabin"/>
              </a:rPr>
              <a:t>Genre</a:t>
            </a:r>
          </a:p>
        </p:txBody>
      </p:sp>
      <p:sp>
        <p:nvSpPr>
          <p:cNvPr id="610" name="Shape 610"/>
          <p:cNvSpPr txBox="1"/>
          <p:nvPr/>
        </p:nvSpPr>
        <p:spPr>
          <a:xfrm>
            <a:off x="8420100" y="7289800"/>
            <a:ext cx="2412999" cy="762000"/>
          </a:xfrm>
          <a:prstGeom prst="rect">
            <a:avLst/>
          </a:prstGeom>
          <a:noFill/>
          <a:ln w="889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4000" b="0" i="0" u="none" strike="noStrike" cap="none" baseline="0">
                <a:solidFill>
                  <a:srgbClr val="FF7F00"/>
                </a:solidFill>
                <a:latin typeface="Cabin"/>
                <a:ea typeface="Cabin"/>
                <a:cs typeface="Cabin"/>
                <a:sym typeface="Cabin"/>
              </a:rPr>
              <a:t>id</a:t>
            </a:r>
          </a:p>
        </p:txBody>
      </p:sp>
      <p:sp>
        <p:nvSpPr>
          <p:cNvPr id="611" name="Shape 611"/>
          <p:cNvSpPr txBox="1"/>
          <p:nvPr/>
        </p:nvSpPr>
        <p:spPr>
          <a:xfrm>
            <a:off x="8420100" y="8051800"/>
            <a:ext cx="2412999" cy="762000"/>
          </a:xfrm>
          <a:prstGeom prst="rect">
            <a:avLst/>
          </a:prstGeom>
          <a:noFill/>
          <a:ln w="889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4000" b="0" i="0" u="none" strike="noStrike" cap="none" baseline="0">
                <a:solidFill>
                  <a:srgbClr val="00FF00"/>
                </a:solidFill>
                <a:latin typeface="Cabin"/>
                <a:ea typeface="Cabin"/>
                <a:cs typeface="Cabin"/>
                <a:sym typeface="Cabin"/>
              </a:rPr>
              <a:t>name</a:t>
            </a:r>
          </a:p>
        </p:txBody>
      </p:sp>
      <p:sp>
        <p:nvSpPr>
          <p:cNvPr id="612" name="Shape 612"/>
          <p:cNvSpPr txBox="1"/>
          <p:nvPr/>
        </p:nvSpPr>
        <p:spPr>
          <a:xfrm>
            <a:off x="13081000" y="6070600"/>
            <a:ext cx="2412999" cy="762000"/>
          </a:xfrm>
          <a:prstGeom prst="rect">
            <a:avLst/>
          </a:prstGeom>
          <a:noFill/>
          <a:ln w="889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4000" b="0" i="0" u="none" strike="noStrike" cap="none" baseline="0">
                <a:solidFill>
                  <a:srgbClr val="FF00FF"/>
                </a:solidFill>
                <a:latin typeface="Cabin"/>
                <a:ea typeface="Cabin"/>
                <a:cs typeface="Cabin"/>
                <a:sym typeface="Cabin"/>
              </a:rPr>
              <a:t>genre_id</a:t>
            </a:r>
          </a:p>
        </p:txBody>
      </p:sp>
      <p:cxnSp>
        <p:nvCxnSpPr>
          <p:cNvPr id="613" name="Shape 613"/>
          <p:cNvCxnSpPr/>
          <p:nvPr/>
        </p:nvCxnSpPr>
        <p:spPr>
          <a:xfrm rot="10800000" flipH="1">
            <a:off x="10982325" y="6457949"/>
            <a:ext cx="1824036" cy="1295400"/>
          </a:xfrm>
          <a:prstGeom prst="straightConnector1">
            <a:avLst/>
          </a:prstGeom>
          <a:noFill/>
          <a:ln w="88900" cap="rnd" cmpd="sng">
            <a:solidFill>
              <a:srgbClr val="FF00FF"/>
            </a:solidFill>
            <a:prstDash val="solid"/>
            <a:miter/>
            <a:headEnd type="stealth" w="med" len="med"/>
            <a:tailEnd type="none" w="med" len="med"/>
          </a:ln>
        </p:spPr>
      </p:cxnSp>
      <p:cxnSp>
        <p:nvCxnSpPr>
          <p:cNvPr id="614" name="Shape 614"/>
          <p:cNvCxnSpPr/>
          <p:nvPr/>
        </p:nvCxnSpPr>
        <p:spPr>
          <a:xfrm>
            <a:off x="5908675" y="2108200"/>
            <a:ext cx="1647824" cy="2284412"/>
          </a:xfrm>
          <a:prstGeom prst="straightConnector1">
            <a:avLst/>
          </a:prstGeom>
          <a:noFill/>
          <a:ln w="88900" cap="rnd" cmpd="sng">
            <a:solidFill>
              <a:srgbClr val="FF00FF"/>
            </a:solidFill>
            <a:prstDash val="solid"/>
            <a:miter/>
            <a:headEnd type="stealth" w="med" len="med"/>
            <a:tailEnd type="none" w="med" len="med"/>
          </a:ln>
        </p:spPr>
      </p:cxnSp>
      <p:sp>
        <p:nvSpPr>
          <p:cNvPr id="615" name="Shape 615"/>
          <p:cNvSpPr txBox="1"/>
          <p:nvPr/>
        </p:nvSpPr>
        <p:spPr>
          <a:xfrm>
            <a:off x="2689225" y="7829550"/>
            <a:ext cx="4457700" cy="9144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2800" b="0" i="0" u="none" strike="noStrike" cap="none" baseline="0">
                <a:solidFill>
                  <a:srgbClr val="FF00FF"/>
                </a:solidFill>
                <a:latin typeface="Cabin"/>
                <a:ea typeface="Cabin"/>
                <a:cs typeface="Cabin"/>
                <a:sym typeface="Cabin"/>
              </a:rPr>
              <a:t>Naming FK artist_id is a convention</a:t>
            </a:r>
          </a:p>
        </p:txBody>
      </p:sp>
    </p:spTree>
  </p:cSld>
  <p:clrMapOvr>
    <a:masterClrMapping/>
  </p:clrMapOvr>
  <p:transition spd="slow">
    <p:cut/>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619"/>
        <p:cNvGrpSpPr/>
        <p:nvPr/>
      </p:nvGrpSpPr>
      <p:grpSpPr>
        <a:xfrm>
          <a:off x="0" y="0"/>
          <a:ext cx="0" cy="0"/>
          <a:chOff x="0" y="0"/>
          <a:chExt cx="0" cy="0"/>
        </a:xfrm>
      </p:grpSpPr>
      <p:pic>
        <p:nvPicPr>
          <p:cNvPr id="620" name="Shape 620"/>
          <p:cNvPicPr preferRelativeResize="0"/>
          <p:nvPr/>
        </p:nvPicPr>
        <p:blipFill rotWithShape="1">
          <a:blip r:embed="rId3">
            <a:alphaModFix/>
          </a:blip>
          <a:srcRect/>
          <a:stretch/>
        </p:blipFill>
        <p:spPr>
          <a:xfrm>
            <a:off x="1155700" y="101600"/>
            <a:ext cx="13944600" cy="8929686"/>
          </a:xfrm>
          <a:prstGeom prst="rect">
            <a:avLst/>
          </a:prstGeom>
          <a:noFill/>
          <a:ln>
            <a:noFill/>
          </a:ln>
        </p:spPr>
      </p:pic>
    </p:spTree>
  </p:cSld>
  <p:clrMapOvr>
    <a:masterClrMapping/>
  </p:clrMapOvr>
  <p:transition spd="slow">
    <p:cut/>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pic>
        <p:nvPicPr>
          <p:cNvPr id="625" name="Shape 625"/>
          <p:cNvPicPr preferRelativeResize="0"/>
          <p:nvPr/>
        </p:nvPicPr>
        <p:blipFill rotWithShape="1">
          <a:blip r:embed="rId3">
            <a:alphaModFix/>
          </a:blip>
          <a:srcRect/>
          <a:stretch/>
        </p:blipFill>
        <p:spPr>
          <a:xfrm>
            <a:off x="2894050" y="76200"/>
            <a:ext cx="10467900" cy="8991600"/>
          </a:xfrm>
          <a:prstGeom prst="rect">
            <a:avLst/>
          </a:prstGeom>
          <a:noFill/>
          <a:ln>
            <a:noFill/>
          </a:ln>
        </p:spPr>
      </p:pic>
    </p:spTree>
  </p:cSld>
  <p:clrMapOvr>
    <a:masterClrMapping/>
  </p:clrMapOvr>
  <p:transition spd="slow">
    <p:cut/>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629"/>
        <p:cNvGrpSpPr/>
        <p:nvPr/>
      </p:nvGrpSpPr>
      <p:grpSpPr>
        <a:xfrm>
          <a:off x="0" y="0"/>
          <a:ext cx="0" cy="0"/>
          <a:chOff x="0" y="0"/>
          <a:chExt cx="0" cy="0"/>
        </a:xfrm>
      </p:grpSpPr>
      <p:pic>
        <p:nvPicPr>
          <p:cNvPr id="630" name="Shape 630"/>
          <p:cNvPicPr preferRelativeResize="0"/>
          <p:nvPr/>
        </p:nvPicPr>
        <p:blipFill rotWithShape="1">
          <a:blip r:embed="rId3">
            <a:alphaModFix/>
          </a:blip>
          <a:srcRect/>
          <a:stretch/>
        </p:blipFill>
        <p:spPr>
          <a:xfrm>
            <a:off x="2781300" y="76200"/>
            <a:ext cx="10567199" cy="9076799"/>
          </a:xfrm>
          <a:prstGeom prst="rect">
            <a:avLst/>
          </a:prstGeom>
          <a:noFill/>
          <a:ln>
            <a:noFill/>
          </a:ln>
        </p:spPr>
      </p:pic>
    </p:spTree>
  </p:cSld>
  <p:clrMapOvr>
    <a:masterClrMapping/>
  </p:clrMapOvr>
  <p:transition spd="slow">
    <p:cut/>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634"/>
        <p:cNvGrpSpPr/>
        <p:nvPr/>
      </p:nvGrpSpPr>
      <p:grpSpPr>
        <a:xfrm>
          <a:off x="0" y="0"/>
          <a:ext cx="0" cy="0"/>
          <a:chOff x="0" y="0"/>
          <a:chExt cx="0" cy="0"/>
        </a:xfrm>
      </p:grpSpPr>
      <p:pic>
        <p:nvPicPr>
          <p:cNvPr id="635" name="Shape 635"/>
          <p:cNvPicPr preferRelativeResize="0"/>
          <p:nvPr/>
        </p:nvPicPr>
        <p:blipFill rotWithShape="1">
          <a:blip r:embed="rId3">
            <a:alphaModFix/>
          </a:blip>
          <a:srcRect/>
          <a:stretch/>
        </p:blipFill>
        <p:spPr>
          <a:xfrm>
            <a:off x="2745375" y="92575"/>
            <a:ext cx="10537500" cy="9051300"/>
          </a:xfrm>
          <a:prstGeom prst="rect">
            <a:avLst/>
          </a:prstGeom>
          <a:noFill/>
          <a:ln>
            <a:noFill/>
          </a:ln>
        </p:spPr>
      </p:pic>
    </p:spTree>
  </p:cSld>
  <p:clrMapOvr>
    <a:masterClrMapping/>
  </p:clrMapOvr>
  <p:transition spd="slow">
    <p:cut/>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639"/>
        <p:cNvGrpSpPr/>
        <p:nvPr/>
      </p:nvGrpSpPr>
      <p:grpSpPr>
        <a:xfrm>
          <a:off x="0" y="0"/>
          <a:ext cx="0" cy="0"/>
          <a:chOff x="0" y="0"/>
          <a:chExt cx="0" cy="0"/>
        </a:xfrm>
      </p:grpSpPr>
      <p:sp>
        <p:nvSpPr>
          <p:cNvPr id="640" name="Shape 640"/>
          <p:cNvSpPr txBox="1"/>
          <p:nvPr/>
        </p:nvSpPr>
        <p:spPr>
          <a:xfrm>
            <a:off x="3797300" y="7747000"/>
            <a:ext cx="8659800" cy="11430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FF00"/>
              </a:buClr>
              <a:buSzPct val="25000"/>
              <a:buFont typeface="Cabin"/>
              <a:buNone/>
            </a:pPr>
            <a:r>
              <a:rPr lang="en-US" sz="3600" b="0" i="0" u="none" strike="noStrike" cap="none" baseline="0">
                <a:solidFill>
                  <a:srgbClr val="FFFF00"/>
                </a:solidFill>
                <a:latin typeface="Cabin"/>
                <a:ea typeface="Cabin"/>
                <a:cs typeface="Cabin"/>
                <a:sym typeface="Cabin"/>
              </a:rPr>
              <a:t>insert into Artist (name) values ('Led Zepplin')</a:t>
            </a:r>
          </a:p>
          <a:p>
            <a:pPr marL="0" marR="0" lvl="0" indent="0" algn="l" rtl="0">
              <a:lnSpc>
                <a:spcPct val="100000"/>
              </a:lnSpc>
              <a:spcBef>
                <a:spcPts val="0"/>
              </a:spcBef>
              <a:spcAft>
                <a:spcPts val="0"/>
              </a:spcAft>
              <a:buClr>
                <a:srgbClr val="FFFF00"/>
              </a:buClr>
              <a:buSzPct val="25000"/>
              <a:buFont typeface="Cabin"/>
              <a:buNone/>
            </a:pPr>
            <a:r>
              <a:rPr lang="en-US" sz="3600" b="0" i="0" u="none" strike="noStrike" cap="none" baseline="0">
                <a:solidFill>
                  <a:srgbClr val="FFFF00"/>
                </a:solidFill>
                <a:latin typeface="Cabin"/>
                <a:ea typeface="Cabin"/>
                <a:cs typeface="Cabin"/>
                <a:sym typeface="Cabin"/>
              </a:rPr>
              <a:t>insert into Artist (name) values ('AC/DC')</a:t>
            </a:r>
          </a:p>
        </p:txBody>
      </p:sp>
      <p:pic>
        <p:nvPicPr>
          <p:cNvPr id="641" name="Shape 641"/>
          <p:cNvPicPr preferRelativeResize="0"/>
          <p:nvPr/>
        </p:nvPicPr>
        <p:blipFill rotWithShape="1">
          <a:blip r:embed="rId3">
            <a:alphaModFix/>
          </a:blip>
          <a:srcRect/>
          <a:stretch/>
        </p:blipFill>
        <p:spPr>
          <a:xfrm>
            <a:off x="215900" y="241300"/>
            <a:ext cx="10985499" cy="6057899"/>
          </a:xfrm>
          <a:prstGeom prst="rect">
            <a:avLst/>
          </a:prstGeom>
          <a:noFill/>
          <a:ln>
            <a:noFill/>
          </a:ln>
        </p:spPr>
      </p:pic>
      <p:pic>
        <p:nvPicPr>
          <p:cNvPr id="642" name="Shape 642"/>
          <p:cNvPicPr preferRelativeResize="0"/>
          <p:nvPr/>
        </p:nvPicPr>
        <p:blipFill rotWithShape="1">
          <a:blip r:embed="rId4">
            <a:alphaModFix/>
          </a:blip>
          <a:srcRect/>
          <a:stretch/>
        </p:blipFill>
        <p:spPr>
          <a:xfrm>
            <a:off x="4787900" y="1752600"/>
            <a:ext cx="10985499" cy="6057899"/>
          </a:xfrm>
          <a:prstGeom prst="rect">
            <a:avLst/>
          </a:prstGeom>
          <a:noFill/>
          <a:ln>
            <a:noFill/>
          </a:ln>
        </p:spPr>
      </p:pic>
    </p:spTree>
  </p:cSld>
  <p:clrMapOvr>
    <a:masterClrMapping/>
  </p:clrMapOvr>
  <p:transition spd="slow">
    <p:cut/>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646"/>
        <p:cNvGrpSpPr/>
        <p:nvPr/>
      </p:nvGrpSpPr>
      <p:grpSpPr>
        <a:xfrm>
          <a:off x="0" y="0"/>
          <a:ext cx="0" cy="0"/>
          <a:chOff x="0" y="0"/>
          <a:chExt cx="0" cy="0"/>
        </a:xfrm>
      </p:grpSpPr>
      <p:sp>
        <p:nvSpPr>
          <p:cNvPr id="647" name="Shape 647"/>
          <p:cNvSpPr txBox="1"/>
          <p:nvPr/>
        </p:nvSpPr>
        <p:spPr>
          <a:xfrm>
            <a:off x="4027487" y="7581900"/>
            <a:ext cx="7626299" cy="11430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FF00"/>
              </a:buClr>
              <a:buSzPct val="25000"/>
              <a:buFont typeface="Cabin"/>
              <a:buNone/>
            </a:pPr>
            <a:r>
              <a:rPr lang="en-US" sz="3600" b="0" i="0" u="none" strike="noStrike" cap="none" baseline="0">
                <a:solidFill>
                  <a:srgbClr val="FFFF00"/>
                </a:solidFill>
                <a:latin typeface="Cabin"/>
                <a:ea typeface="Cabin"/>
                <a:cs typeface="Cabin"/>
                <a:sym typeface="Cabin"/>
              </a:rPr>
              <a:t>insert into Genre (name) values ('Rock')</a:t>
            </a:r>
          </a:p>
          <a:p>
            <a:pPr marL="0" marR="0" lvl="0" indent="0" algn="l" rtl="0">
              <a:lnSpc>
                <a:spcPct val="100000"/>
              </a:lnSpc>
              <a:spcBef>
                <a:spcPts val="0"/>
              </a:spcBef>
              <a:spcAft>
                <a:spcPts val="0"/>
              </a:spcAft>
              <a:buClr>
                <a:srgbClr val="FFFF00"/>
              </a:buClr>
              <a:buSzPct val="25000"/>
              <a:buFont typeface="Cabin"/>
              <a:buNone/>
            </a:pPr>
            <a:r>
              <a:rPr lang="en-US" sz="3600" b="0" i="0" u="none" strike="noStrike" cap="none" baseline="0">
                <a:solidFill>
                  <a:srgbClr val="FFFF00"/>
                </a:solidFill>
                <a:latin typeface="Cabin"/>
                <a:ea typeface="Cabin"/>
                <a:cs typeface="Cabin"/>
                <a:sym typeface="Cabin"/>
              </a:rPr>
              <a:t>insert into Genre (name) values ('Metal')</a:t>
            </a:r>
          </a:p>
        </p:txBody>
      </p:sp>
      <p:pic>
        <p:nvPicPr>
          <p:cNvPr id="648" name="Shape 648"/>
          <p:cNvPicPr preferRelativeResize="0"/>
          <p:nvPr/>
        </p:nvPicPr>
        <p:blipFill rotWithShape="1">
          <a:blip r:embed="rId3">
            <a:alphaModFix/>
          </a:blip>
          <a:srcRect/>
          <a:stretch/>
        </p:blipFill>
        <p:spPr>
          <a:xfrm>
            <a:off x="2349500" y="1422400"/>
            <a:ext cx="10985499" cy="6057899"/>
          </a:xfrm>
          <a:prstGeom prst="rect">
            <a:avLst/>
          </a:prstGeom>
          <a:noFill/>
          <a:ln>
            <a:noFill/>
          </a:ln>
        </p:spPr>
      </p:pic>
    </p:spTree>
  </p:cSld>
  <p:clrMapOvr>
    <a:masterClrMapping/>
  </p:clrMapOvr>
  <p:transition spd="slow">
    <p:cut/>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sp>
        <p:nvSpPr>
          <p:cNvPr id="653" name="Shape 653"/>
          <p:cNvSpPr txBox="1"/>
          <p:nvPr/>
        </p:nvSpPr>
        <p:spPr>
          <a:xfrm>
            <a:off x="1890525" y="7442200"/>
            <a:ext cx="12817199" cy="11430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FF00"/>
              </a:buClr>
              <a:buSzPct val="25000"/>
              <a:buFont typeface="Cabin"/>
              <a:buNone/>
            </a:pPr>
            <a:r>
              <a:rPr lang="en-US" sz="3600" b="0" i="0" u="none" strike="noStrike" cap="none" baseline="0">
                <a:solidFill>
                  <a:srgbClr val="FFFF00"/>
                </a:solidFill>
                <a:latin typeface="Cabin"/>
                <a:ea typeface="Cabin"/>
                <a:cs typeface="Cabin"/>
                <a:sym typeface="Cabin"/>
              </a:rPr>
              <a:t>insert into Album (title, artist_id) values ('Who Made Who', 2)</a:t>
            </a:r>
          </a:p>
          <a:p>
            <a:pPr marL="0" marR="0" lvl="0" indent="0" algn="l" rtl="0">
              <a:lnSpc>
                <a:spcPct val="100000"/>
              </a:lnSpc>
              <a:spcBef>
                <a:spcPts val="0"/>
              </a:spcBef>
              <a:spcAft>
                <a:spcPts val="0"/>
              </a:spcAft>
              <a:buClr>
                <a:srgbClr val="FFFF00"/>
              </a:buClr>
              <a:buSzPct val="25000"/>
              <a:buFont typeface="Cabin"/>
              <a:buNone/>
            </a:pPr>
            <a:r>
              <a:rPr lang="en-US" sz="3600" b="0" i="0" u="none" strike="noStrike" cap="none" baseline="0">
                <a:solidFill>
                  <a:srgbClr val="FFFF00"/>
                </a:solidFill>
                <a:latin typeface="Cabin"/>
                <a:ea typeface="Cabin"/>
                <a:cs typeface="Cabin"/>
                <a:sym typeface="Cabin"/>
              </a:rPr>
              <a:t>insert into Album (title, artist_id) values ('IV', 1)</a:t>
            </a:r>
          </a:p>
        </p:txBody>
      </p:sp>
      <p:pic>
        <p:nvPicPr>
          <p:cNvPr id="654" name="Shape 654"/>
          <p:cNvPicPr preferRelativeResize="0"/>
          <p:nvPr/>
        </p:nvPicPr>
        <p:blipFill rotWithShape="1">
          <a:blip r:embed="rId3">
            <a:alphaModFix/>
          </a:blip>
          <a:srcRect/>
          <a:stretch/>
        </p:blipFill>
        <p:spPr>
          <a:xfrm>
            <a:off x="1447800" y="0"/>
            <a:ext cx="13360400" cy="7365999"/>
          </a:xfrm>
          <a:prstGeom prst="rect">
            <a:avLst/>
          </a:prstGeom>
          <a:noFill/>
          <a:ln>
            <a:noFill/>
          </a:ln>
        </p:spPr>
      </p:pic>
    </p:spTree>
  </p:cSld>
  <p:clrMapOvr>
    <a:masterClrMapping/>
  </p:clrMapOvr>
  <p:transition spd="slow">
    <p:cut/>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658"/>
        <p:cNvGrpSpPr/>
        <p:nvPr/>
      </p:nvGrpSpPr>
      <p:grpSpPr>
        <a:xfrm>
          <a:off x="0" y="0"/>
          <a:ext cx="0" cy="0"/>
          <a:chOff x="0" y="0"/>
          <a:chExt cx="0" cy="0"/>
        </a:xfrm>
      </p:grpSpPr>
      <p:sp>
        <p:nvSpPr>
          <p:cNvPr id="659" name="Shape 659"/>
          <p:cNvSpPr txBox="1"/>
          <p:nvPr/>
        </p:nvSpPr>
        <p:spPr>
          <a:xfrm>
            <a:off x="2120900" y="736600"/>
            <a:ext cx="12830999" cy="42671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FF00"/>
              </a:buClr>
              <a:buSzPct val="25000"/>
              <a:buFont typeface="Cabin"/>
              <a:buNone/>
            </a:pPr>
            <a:r>
              <a:rPr lang="en-US" sz="3600" b="0" i="0" u="none" strike="noStrike" cap="none" baseline="0">
                <a:solidFill>
                  <a:srgbClr val="FFFF00"/>
                </a:solidFill>
                <a:latin typeface="Cabin"/>
                <a:ea typeface="Cabin"/>
                <a:cs typeface="Cabin"/>
                <a:sym typeface="Cabin"/>
              </a:rPr>
              <a:t>insert into Track (title, rating, len, count, album_id, genre_id) </a:t>
            </a:r>
          </a:p>
          <a:p>
            <a:pPr marL="0" marR="0" lvl="0" indent="0" algn="l" rtl="0">
              <a:lnSpc>
                <a:spcPct val="100000"/>
              </a:lnSpc>
              <a:spcBef>
                <a:spcPts val="0"/>
              </a:spcBef>
              <a:spcAft>
                <a:spcPts val="0"/>
              </a:spcAft>
              <a:buClr>
                <a:srgbClr val="FFFF00"/>
              </a:buClr>
              <a:buSzPct val="25000"/>
              <a:buFont typeface="Cabin"/>
              <a:buNone/>
            </a:pPr>
            <a:r>
              <a:rPr lang="en-US" sz="3600" b="0" i="0" u="none" strike="noStrike" cap="none" baseline="0">
                <a:solidFill>
                  <a:srgbClr val="FFFF00"/>
                </a:solidFill>
                <a:latin typeface="Cabin"/>
                <a:ea typeface="Cabin"/>
                <a:cs typeface="Cabin"/>
                <a:sym typeface="Cabin"/>
              </a:rPr>
              <a:t>     values ('Black Dog', 5, 297, 0, 2, 1)</a:t>
            </a:r>
          </a:p>
          <a:p>
            <a:pPr marL="0" marR="0" lvl="0" indent="0" algn="l" rtl="0">
              <a:lnSpc>
                <a:spcPct val="100000"/>
              </a:lnSpc>
              <a:spcBef>
                <a:spcPts val="0"/>
              </a:spcBef>
              <a:spcAft>
                <a:spcPts val="0"/>
              </a:spcAft>
              <a:buClr>
                <a:srgbClr val="FFFF00"/>
              </a:buClr>
              <a:buSzPct val="25000"/>
              <a:buFont typeface="Cabin"/>
              <a:buNone/>
            </a:pPr>
            <a:r>
              <a:rPr lang="en-US" sz="3600" b="0" i="0" u="none" strike="noStrike" cap="none" baseline="0">
                <a:solidFill>
                  <a:srgbClr val="FFFF00"/>
                </a:solidFill>
                <a:latin typeface="Cabin"/>
                <a:ea typeface="Cabin"/>
                <a:cs typeface="Cabin"/>
                <a:sym typeface="Cabin"/>
              </a:rPr>
              <a:t>insert into Track (title, rating, len, count, album_id, genre_id)                    </a:t>
            </a:r>
          </a:p>
          <a:p>
            <a:pPr marL="0" marR="0" lvl="0" indent="0" algn="l" rtl="0">
              <a:lnSpc>
                <a:spcPct val="100000"/>
              </a:lnSpc>
              <a:spcBef>
                <a:spcPts val="0"/>
              </a:spcBef>
              <a:spcAft>
                <a:spcPts val="0"/>
              </a:spcAft>
              <a:buClr>
                <a:srgbClr val="FFFF00"/>
              </a:buClr>
              <a:buSzPct val="25000"/>
              <a:buFont typeface="Cabin"/>
              <a:buNone/>
            </a:pPr>
            <a:r>
              <a:rPr lang="en-US" sz="3600" b="0" i="0" u="none" strike="noStrike" cap="none" baseline="0">
                <a:solidFill>
                  <a:srgbClr val="FFFF00"/>
                </a:solidFill>
                <a:latin typeface="Cabin"/>
                <a:ea typeface="Cabin"/>
                <a:cs typeface="Cabin"/>
                <a:sym typeface="Cabin"/>
              </a:rPr>
              <a:t>     values ('Stairway', 5, 482, 0, 2, 1)</a:t>
            </a:r>
          </a:p>
          <a:p>
            <a:pPr marL="0" marR="0" lvl="0" indent="0" algn="l" rtl="0">
              <a:lnSpc>
                <a:spcPct val="100000"/>
              </a:lnSpc>
              <a:spcBef>
                <a:spcPts val="0"/>
              </a:spcBef>
              <a:spcAft>
                <a:spcPts val="0"/>
              </a:spcAft>
              <a:buClr>
                <a:srgbClr val="FFFF00"/>
              </a:buClr>
              <a:buSzPct val="25000"/>
              <a:buFont typeface="Cabin"/>
              <a:buNone/>
            </a:pPr>
            <a:r>
              <a:rPr lang="en-US" sz="3600" b="0" i="0" u="none" strike="noStrike" cap="none" baseline="0">
                <a:solidFill>
                  <a:srgbClr val="FFFF00"/>
                </a:solidFill>
                <a:latin typeface="Cabin"/>
                <a:ea typeface="Cabin"/>
                <a:cs typeface="Cabin"/>
                <a:sym typeface="Cabin"/>
              </a:rPr>
              <a:t>insert into Track (title, rating, len, count, album_id, genre_id) </a:t>
            </a:r>
          </a:p>
          <a:p>
            <a:pPr marL="0" marR="0" lvl="0" indent="0" algn="l" rtl="0">
              <a:lnSpc>
                <a:spcPct val="100000"/>
              </a:lnSpc>
              <a:spcBef>
                <a:spcPts val="0"/>
              </a:spcBef>
              <a:spcAft>
                <a:spcPts val="0"/>
              </a:spcAft>
              <a:buClr>
                <a:srgbClr val="FFFF00"/>
              </a:buClr>
              <a:buSzPct val="25000"/>
              <a:buFont typeface="Cabin"/>
              <a:buNone/>
            </a:pPr>
            <a:r>
              <a:rPr lang="en-US" sz="3600" b="0" i="0" u="none" strike="noStrike" cap="none" baseline="0">
                <a:solidFill>
                  <a:srgbClr val="FFFF00"/>
                </a:solidFill>
                <a:latin typeface="Cabin"/>
                <a:ea typeface="Cabin"/>
                <a:cs typeface="Cabin"/>
                <a:sym typeface="Cabin"/>
              </a:rPr>
              <a:t>     values ('About to Rock', 5, 313, 0, 1, 2)</a:t>
            </a:r>
          </a:p>
          <a:p>
            <a:pPr marL="0" marR="0" lvl="0" indent="0" algn="l" rtl="0">
              <a:lnSpc>
                <a:spcPct val="100000"/>
              </a:lnSpc>
              <a:spcBef>
                <a:spcPts val="0"/>
              </a:spcBef>
              <a:spcAft>
                <a:spcPts val="0"/>
              </a:spcAft>
              <a:buClr>
                <a:srgbClr val="FFFF00"/>
              </a:buClr>
              <a:buSzPct val="25000"/>
              <a:buFont typeface="Cabin"/>
              <a:buNone/>
            </a:pPr>
            <a:r>
              <a:rPr lang="en-US" sz="3600" b="0" i="0" u="none" strike="noStrike" cap="none" baseline="0">
                <a:solidFill>
                  <a:srgbClr val="FFFF00"/>
                </a:solidFill>
                <a:latin typeface="Cabin"/>
                <a:ea typeface="Cabin"/>
                <a:cs typeface="Cabin"/>
                <a:sym typeface="Cabin"/>
              </a:rPr>
              <a:t>insert into Track (title, rating, len, count, album_id, genre_id) </a:t>
            </a:r>
          </a:p>
          <a:p>
            <a:pPr marL="0" marR="0" lvl="0" indent="0" algn="l" rtl="0">
              <a:lnSpc>
                <a:spcPct val="100000"/>
              </a:lnSpc>
              <a:spcBef>
                <a:spcPts val="0"/>
              </a:spcBef>
              <a:spcAft>
                <a:spcPts val="0"/>
              </a:spcAft>
              <a:buClr>
                <a:srgbClr val="FFFF00"/>
              </a:buClr>
              <a:buSzPct val="25000"/>
              <a:buFont typeface="Cabin"/>
              <a:buNone/>
            </a:pPr>
            <a:r>
              <a:rPr lang="en-US" sz="3600" b="0" i="0" u="none" strike="noStrike" cap="none" baseline="0">
                <a:solidFill>
                  <a:srgbClr val="FFFF00"/>
                </a:solidFill>
                <a:latin typeface="Cabin"/>
                <a:ea typeface="Cabin"/>
                <a:cs typeface="Cabin"/>
                <a:sym typeface="Cabin"/>
              </a:rPr>
              <a:t>     values ('Who Made Who', 5, 207, 0, 1, 2)</a:t>
            </a:r>
          </a:p>
        </p:txBody>
      </p:sp>
      <p:pic>
        <p:nvPicPr>
          <p:cNvPr id="660" name="Shape 660"/>
          <p:cNvPicPr preferRelativeResize="0"/>
          <p:nvPr/>
        </p:nvPicPr>
        <p:blipFill rotWithShape="1">
          <a:blip r:embed="rId3">
            <a:alphaModFix/>
          </a:blip>
          <a:srcRect/>
          <a:stretch/>
        </p:blipFill>
        <p:spPr>
          <a:xfrm>
            <a:off x="1219200" y="5664200"/>
            <a:ext cx="13817599" cy="2959100"/>
          </a:xfrm>
          <a:prstGeom prst="rect">
            <a:avLst/>
          </a:prstGeom>
          <a:noFill/>
          <a:ln>
            <a:noFill/>
          </a:ln>
        </p:spPr>
      </p:pic>
    </p:spTree>
  </p:cSld>
  <p:clrMapOvr>
    <a:masterClrMapping/>
  </p:clrMapOvr>
  <p:transition spd="slow">
    <p:cut/>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664"/>
        <p:cNvGrpSpPr/>
        <p:nvPr/>
      </p:nvGrpSpPr>
      <p:grpSpPr>
        <a:xfrm>
          <a:off x="0" y="0"/>
          <a:ext cx="0" cy="0"/>
          <a:chOff x="0" y="0"/>
          <a:chExt cx="0" cy="0"/>
        </a:xfrm>
      </p:grpSpPr>
      <p:pic>
        <p:nvPicPr>
          <p:cNvPr id="665" name="Shape 665"/>
          <p:cNvPicPr preferRelativeResize="0"/>
          <p:nvPr/>
        </p:nvPicPr>
        <p:blipFill rotWithShape="1">
          <a:blip r:embed="rId3">
            <a:alphaModFix/>
          </a:blip>
          <a:srcRect/>
          <a:stretch/>
        </p:blipFill>
        <p:spPr>
          <a:xfrm>
            <a:off x="3810000" y="7112000"/>
            <a:ext cx="5257799" cy="1450975"/>
          </a:xfrm>
          <a:prstGeom prst="rect">
            <a:avLst/>
          </a:prstGeom>
          <a:noFill/>
          <a:ln>
            <a:noFill/>
          </a:ln>
        </p:spPr>
      </p:pic>
      <p:pic>
        <p:nvPicPr>
          <p:cNvPr id="666" name="Shape 666"/>
          <p:cNvPicPr preferRelativeResize="0"/>
          <p:nvPr/>
        </p:nvPicPr>
        <p:blipFill rotWithShape="1">
          <a:blip r:embed="rId4">
            <a:alphaModFix/>
          </a:blip>
          <a:srcRect/>
          <a:stretch/>
        </p:blipFill>
        <p:spPr>
          <a:xfrm>
            <a:off x="901700" y="5080000"/>
            <a:ext cx="6718299" cy="1350961"/>
          </a:xfrm>
          <a:prstGeom prst="rect">
            <a:avLst/>
          </a:prstGeom>
          <a:noFill/>
          <a:ln>
            <a:noFill/>
          </a:ln>
        </p:spPr>
      </p:pic>
      <p:pic>
        <p:nvPicPr>
          <p:cNvPr id="667" name="Shape 667"/>
          <p:cNvPicPr preferRelativeResize="0"/>
          <p:nvPr/>
        </p:nvPicPr>
        <p:blipFill rotWithShape="1">
          <a:blip r:embed="rId5">
            <a:alphaModFix/>
          </a:blip>
          <a:srcRect/>
          <a:stretch/>
        </p:blipFill>
        <p:spPr>
          <a:xfrm>
            <a:off x="10325100" y="5969000"/>
            <a:ext cx="5232400" cy="1485899"/>
          </a:xfrm>
          <a:prstGeom prst="rect">
            <a:avLst/>
          </a:prstGeom>
          <a:noFill/>
          <a:ln>
            <a:noFill/>
          </a:ln>
        </p:spPr>
      </p:pic>
      <p:pic>
        <p:nvPicPr>
          <p:cNvPr id="668" name="Shape 668"/>
          <p:cNvPicPr preferRelativeResize="0"/>
          <p:nvPr/>
        </p:nvPicPr>
        <p:blipFill rotWithShape="1">
          <a:blip r:embed="rId6">
            <a:alphaModFix/>
          </a:blip>
          <a:srcRect/>
          <a:stretch/>
        </p:blipFill>
        <p:spPr>
          <a:xfrm>
            <a:off x="3276600" y="2181225"/>
            <a:ext cx="10388600" cy="2225675"/>
          </a:xfrm>
          <a:prstGeom prst="rect">
            <a:avLst/>
          </a:prstGeom>
          <a:noFill/>
          <a:ln>
            <a:noFill/>
          </a:ln>
        </p:spPr>
      </p:pic>
      <p:sp>
        <p:nvSpPr>
          <p:cNvPr id="669" name="Shape 669"/>
          <p:cNvSpPr txBox="1">
            <a:spLocks noGrp="1"/>
          </p:cNvSpPr>
          <p:nvPr>
            <p:ph type="title"/>
          </p:nvPr>
        </p:nvSpPr>
        <p:spPr>
          <a:xfrm>
            <a:off x="1155700" y="241300"/>
            <a:ext cx="13931900" cy="1790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b="0" i="0" u="none" strike="noStrike" cap="none" baseline="0">
                <a:solidFill>
                  <a:srgbClr val="00FF00"/>
                </a:solidFill>
                <a:latin typeface="Cabin"/>
                <a:ea typeface="Cabin"/>
                <a:cs typeface="Cabin"/>
                <a:sym typeface="Cabin"/>
              </a:rPr>
              <a:t>We have relationships!</a:t>
            </a:r>
          </a:p>
        </p:txBody>
      </p:sp>
      <p:cxnSp>
        <p:nvCxnSpPr>
          <p:cNvPr id="670" name="Shape 670"/>
          <p:cNvCxnSpPr/>
          <p:nvPr/>
        </p:nvCxnSpPr>
        <p:spPr>
          <a:xfrm rot="10800000" flipH="1">
            <a:off x="1346200" y="4205286"/>
            <a:ext cx="3384550" cy="935037"/>
          </a:xfrm>
          <a:prstGeom prst="straightConnector1">
            <a:avLst/>
          </a:prstGeom>
          <a:noFill/>
          <a:ln w="101600" cap="rnd" cmpd="sng">
            <a:solidFill>
              <a:srgbClr val="FF00FF"/>
            </a:solidFill>
            <a:prstDash val="solid"/>
            <a:miter/>
            <a:headEnd type="stealth" w="med" len="med"/>
            <a:tailEnd type="none" w="med" len="med"/>
          </a:ln>
        </p:spPr>
      </p:cxnSp>
      <p:cxnSp>
        <p:nvCxnSpPr>
          <p:cNvPr id="671" name="Shape 671"/>
          <p:cNvCxnSpPr/>
          <p:nvPr/>
        </p:nvCxnSpPr>
        <p:spPr>
          <a:xfrm rot="10800000">
            <a:off x="2708274" y="6262687"/>
            <a:ext cx="1282700" cy="976312"/>
          </a:xfrm>
          <a:prstGeom prst="straightConnector1">
            <a:avLst/>
          </a:prstGeom>
          <a:noFill/>
          <a:ln w="101600" cap="rnd" cmpd="sng">
            <a:solidFill>
              <a:srgbClr val="FF00FF"/>
            </a:solidFill>
            <a:prstDash val="solid"/>
            <a:miter/>
            <a:headEnd type="stealth" w="med" len="med"/>
            <a:tailEnd type="none" w="med" len="med"/>
          </a:ln>
        </p:spPr>
      </p:cxnSp>
      <p:cxnSp>
        <p:nvCxnSpPr>
          <p:cNvPr id="672" name="Shape 672"/>
          <p:cNvCxnSpPr/>
          <p:nvPr/>
        </p:nvCxnSpPr>
        <p:spPr>
          <a:xfrm rot="10800000">
            <a:off x="6100762" y="4198937"/>
            <a:ext cx="4405311" cy="1978025"/>
          </a:xfrm>
          <a:prstGeom prst="straightConnector1">
            <a:avLst/>
          </a:prstGeom>
          <a:noFill/>
          <a:ln w="101600" cap="rnd" cmpd="sng">
            <a:solidFill>
              <a:srgbClr val="FF00FF"/>
            </a:solidFill>
            <a:prstDash val="solid"/>
            <a:miter/>
            <a:headEnd type="stealth" w="med" len="med"/>
            <a:tailEnd type="none" w="med" len="med"/>
          </a:ln>
        </p:spPr>
      </p:cxnSp>
      <p:sp>
        <p:nvSpPr>
          <p:cNvPr id="673" name="Shape 673"/>
          <p:cNvSpPr txBox="1"/>
          <p:nvPr/>
        </p:nvSpPr>
        <p:spPr>
          <a:xfrm>
            <a:off x="7700961" y="7886700"/>
            <a:ext cx="1190624"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3600" b="0" i="0" u="none" strike="noStrike" cap="none" baseline="0">
                <a:solidFill>
                  <a:srgbClr val="FF00FF"/>
                </a:solidFill>
                <a:latin typeface="Cabin"/>
                <a:ea typeface="Cabin"/>
                <a:cs typeface="Cabin"/>
                <a:sym typeface="Cabin"/>
              </a:rPr>
              <a:t>Artist</a:t>
            </a:r>
          </a:p>
        </p:txBody>
      </p:sp>
      <p:sp>
        <p:nvSpPr>
          <p:cNvPr id="674" name="Shape 674"/>
          <p:cNvSpPr txBox="1"/>
          <p:nvPr/>
        </p:nvSpPr>
        <p:spPr>
          <a:xfrm>
            <a:off x="14135100" y="6794500"/>
            <a:ext cx="1290636"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3600" b="0" i="0" u="none" strike="noStrike" cap="none" baseline="0">
                <a:solidFill>
                  <a:srgbClr val="FF00FF"/>
                </a:solidFill>
                <a:latin typeface="Cabin"/>
                <a:ea typeface="Cabin"/>
                <a:cs typeface="Cabin"/>
                <a:sym typeface="Cabin"/>
              </a:rPr>
              <a:t>Genre</a:t>
            </a:r>
          </a:p>
        </p:txBody>
      </p:sp>
      <p:sp>
        <p:nvSpPr>
          <p:cNvPr id="675" name="Shape 675"/>
          <p:cNvSpPr txBox="1"/>
          <p:nvPr/>
        </p:nvSpPr>
        <p:spPr>
          <a:xfrm>
            <a:off x="6178550" y="5575300"/>
            <a:ext cx="1328737"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3600" b="0" i="0" u="none" strike="noStrike" cap="none" baseline="0">
                <a:solidFill>
                  <a:srgbClr val="FF00FF"/>
                </a:solidFill>
                <a:latin typeface="Cabin"/>
                <a:ea typeface="Cabin"/>
                <a:cs typeface="Cabin"/>
                <a:sym typeface="Cabin"/>
              </a:rPr>
              <a:t>Album</a:t>
            </a:r>
          </a:p>
        </p:txBody>
      </p:sp>
      <p:sp>
        <p:nvSpPr>
          <p:cNvPr id="676" name="Shape 676"/>
          <p:cNvSpPr txBox="1"/>
          <p:nvPr/>
        </p:nvSpPr>
        <p:spPr>
          <a:xfrm>
            <a:off x="12241211" y="3594100"/>
            <a:ext cx="1128711"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3600" b="0" i="0" u="none" strike="noStrike" cap="none" baseline="0">
                <a:solidFill>
                  <a:srgbClr val="FF00FF"/>
                </a:solidFill>
                <a:latin typeface="Cabin"/>
                <a:ea typeface="Cabin"/>
                <a:cs typeface="Cabin"/>
                <a:sym typeface="Cabin"/>
              </a:rPr>
              <a:t>Track</a:t>
            </a:r>
          </a:p>
        </p:txBody>
      </p:sp>
    </p:spTree>
  </p:cSld>
  <p:clrMapOvr>
    <a:masterClrMapping/>
  </p:clrMapOvr>
  <p:transition spd="slow">
    <p:cut/>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680"/>
        <p:cNvGrpSpPr/>
        <p:nvPr/>
      </p:nvGrpSpPr>
      <p:grpSpPr>
        <a:xfrm>
          <a:off x="0" y="0"/>
          <a:ext cx="0" cy="0"/>
          <a:chOff x="0" y="0"/>
          <a:chExt cx="0" cy="0"/>
        </a:xfrm>
      </p:grpSpPr>
      <p:sp>
        <p:nvSpPr>
          <p:cNvPr id="681" name="Shape 681"/>
          <p:cNvSpPr txBox="1">
            <a:spLocks noGrp="1"/>
          </p:cNvSpPr>
          <p:nvPr>
            <p:ph type="title"/>
          </p:nvPr>
        </p:nvSpPr>
        <p:spPr>
          <a:xfrm>
            <a:off x="1155700" y="1536700"/>
            <a:ext cx="13931900" cy="3086099"/>
          </a:xfrm>
          <a:prstGeom prst="rect">
            <a:avLst/>
          </a:prstGeom>
          <a:noFill/>
          <a:ln>
            <a:noFill/>
          </a:ln>
        </p:spPr>
        <p:txBody>
          <a:bodyPr lIns="38100" tIns="38100" rIns="38100" bIns="38100" anchor="b"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b="0" i="0" u="none" strike="noStrike" cap="none" baseline="0">
                <a:solidFill>
                  <a:srgbClr val="FF00FF"/>
                </a:solidFill>
                <a:latin typeface="Cabin"/>
                <a:ea typeface="Cabin"/>
                <a:cs typeface="Cabin"/>
                <a:sym typeface="Cabin"/>
              </a:rPr>
              <a:t>Using Join Across Tables</a:t>
            </a:r>
          </a:p>
        </p:txBody>
      </p:sp>
      <p:sp>
        <p:nvSpPr>
          <p:cNvPr id="682" name="Shape 682"/>
          <p:cNvSpPr txBox="1">
            <a:spLocks noGrp="1"/>
          </p:cNvSpPr>
          <p:nvPr>
            <p:ph type="body" idx="1"/>
          </p:nvPr>
        </p:nvSpPr>
        <p:spPr>
          <a:xfrm>
            <a:off x="1155700" y="4711700"/>
            <a:ext cx="13931900" cy="1054100"/>
          </a:xfrm>
          <a:prstGeom prst="rect">
            <a:avLst/>
          </a:prstGeom>
          <a:noFill/>
          <a:ln>
            <a:noFill/>
          </a:ln>
        </p:spPr>
        <p:txBody>
          <a:bodyPr lIns="38100" tIns="38100" rIns="38100" bIns="38100" anchor="t" anchorCtr="0">
            <a:noAutofit/>
          </a:bodyPr>
          <a:lstStyle/>
          <a:p>
            <a:pPr marL="342900" marR="0" lvl="0" indent="-342900" algn="ctr" rtl="0">
              <a:spcBef>
                <a:spcPts val="0"/>
              </a:spcBef>
              <a:spcAft>
                <a:spcPts val="0"/>
              </a:spcAft>
              <a:buNone/>
            </a:pPr>
            <a:endParaRPr/>
          </a:p>
        </p:txBody>
      </p:sp>
      <p:sp>
        <p:nvSpPr>
          <p:cNvPr id="683" name="Shape 683"/>
          <p:cNvSpPr txBox="1"/>
          <p:nvPr/>
        </p:nvSpPr>
        <p:spPr>
          <a:xfrm>
            <a:off x="4243100" y="8039100"/>
            <a:ext cx="8260499"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600" b="0" i="0" u="sng" strike="noStrike" cap="none" baseline="0">
                <a:solidFill>
                  <a:srgbClr val="FFFF00"/>
                </a:solidFill>
                <a:latin typeface="Cabin"/>
                <a:ea typeface="Cabin"/>
                <a:cs typeface="Cabin"/>
                <a:sym typeface="Cabin"/>
                <a:hlinkClick r:id="rId3"/>
              </a:rPr>
              <a:t>http://en.wikipedia.org/wiki/Join_(SQL)</a:t>
            </a:r>
          </a:p>
        </p:txBody>
      </p:sp>
    </p:spTree>
  </p:cSld>
  <p:clrMapOvr>
    <a:masterClrMapping/>
  </p:clrMapOvr>
  <p:transition spd="slow">
    <p:cut/>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687"/>
        <p:cNvGrpSpPr/>
        <p:nvPr/>
      </p:nvGrpSpPr>
      <p:grpSpPr>
        <a:xfrm>
          <a:off x="0" y="0"/>
          <a:ext cx="0" cy="0"/>
          <a:chOff x="0" y="0"/>
          <a:chExt cx="0" cy="0"/>
        </a:xfrm>
      </p:grpSpPr>
      <p:sp>
        <p:nvSpPr>
          <p:cNvPr id="688" name="Shape 688"/>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b="0" i="0" u="none" strike="noStrike" cap="none" baseline="0">
                <a:solidFill>
                  <a:srgbClr val="FF00FF"/>
                </a:solidFill>
                <a:latin typeface="Cabin"/>
                <a:ea typeface="Cabin"/>
                <a:cs typeface="Cabin"/>
                <a:sym typeface="Cabin"/>
              </a:rPr>
              <a:t>Relational Power</a:t>
            </a:r>
          </a:p>
        </p:txBody>
      </p:sp>
      <p:sp>
        <p:nvSpPr>
          <p:cNvPr id="689" name="Shape 689"/>
          <p:cNvSpPr txBox="1">
            <a:spLocks noGrp="1"/>
          </p:cNvSpPr>
          <p:nvPr>
            <p:ph type="body" idx="1"/>
          </p:nvPr>
        </p:nvSpPr>
        <p:spPr>
          <a:xfrm>
            <a:off x="1155700" y="2603500"/>
            <a:ext cx="13931900" cy="5702299"/>
          </a:xfrm>
          <a:prstGeom prst="rect">
            <a:avLst/>
          </a:prstGeom>
          <a:noFill/>
          <a:ln>
            <a:noFill/>
          </a:ln>
        </p:spPr>
        <p:txBody>
          <a:bodyPr lIns="38100" tIns="38100" rIns="38100" bIns="38100" anchor="ctr" anchorCtr="0">
            <a:noAutofit/>
          </a:bodyPr>
          <a:lstStyle/>
          <a:p>
            <a:pPr marL="457200" marR="0" lvl="0" indent="-228600" algn="l" rtl="0">
              <a:lnSpc>
                <a:spcPct val="100000"/>
              </a:lnSpc>
              <a:spcBef>
                <a:spcPts val="0"/>
              </a:spcBef>
              <a:spcAft>
                <a:spcPts val="1000"/>
              </a:spcAft>
              <a:buSzPct val="100000"/>
            </a:pPr>
            <a:r>
              <a:rPr lang="en-US" sz="3600" b="0" i="0" u="none" strike="noStrike" cap="none" baseline="0">
                <a:solidFill>
                  <a:schemeClr val="lt1"/>
                </a:solidFill>
                <a:latin typeface="Cabin"/>
                <a:ea typeface="Cabin"/>
                <a:cs typeface="Cabin"/>
                <a:sym typeface="Cabin"/>
              </a:rPr>
              <a:t>By removing the replicated data and replacing it with references to a single copy of each bit of data we build a </a:t>
            </a:r>
            <a:r>
              <a:rPr lang="en-US" sz="3600" b="0" i="0" u="none" strike="noStrike" cap="none" baseline="0">
                <a:solidFill>
                  <a:schemeClr val="lt1"/>
                </a:solidFill>
                <a:latin typeface="Arial"/>
                <a:ea typeface="Arial"/>
                <a:cs typeface="Arial"/>
                <a:sym typeface="Arial"/>
              </a:rPr>
              <a:t>“</a:t>
            </a:r>
            <a:r>
              <a:rPr lang="en-US" sz="3600" b="0" i="0" u="none" strike="noStrike" cap="none" baseline="0">
                <a:solidFill>
                  <a:srgbClr val="FF00FF"/>
                </a:solidFill>
                <a:latin typeface="Cabin"/>
                <a:ea typeface="Cabin"/>
                <a:cs typeface="Cabin"/>
                <a:sym typeface="Cabin"/>
              </a:rPr>
              <a:t>web</a:t>
            </a:r>
            <a:r>
              <a:rPr lang="en-US" sz="3600" b="0" i="0" u="none" strike="noStrike" cap="none" baseline="0">
                <a:solidFill>
                  <a:schemeClr val="lt1"/>
                </a:solidFill>
                <a:latin typeface="Arial"/>
                <a:ea typeface="Arial"/>
                <a:cs typeface="Arial"/>
                <a:sym typeface="Arial"/>
              </a:rPr>
              <a:t>”</a:t>
            </a:r>
            <a:r>
              <a:rPr lang="en-US" sz="3600" b="0" i="0" u="none" strike="noStrike" cap="none" baseline="0">
                <a:solidFill>
                  <a:schemeClr val="lt1"/>
                </a:solidFill>
                <a:latin typeface="Cabin"/>
                <a:ea typeface="Cabin"/>
                <a:cs typeface="Cabin"/>
                <a:sym typeface="Cabin"/>
              </a:rPr>
              <a:t> of information that the relational database can read through very quickly - even for very large amounts of data</a:t>
            </a:r>
          </a:p>
          <a:p>
            <a:pPr marL="457200" marR="0" lvl="0" indent="-228600" algn="l" rtl="0">
              <a:lnSpc>
                <a:spcPct val="100000"/>
              </a:lnSpc>
              <a:spcBef>
                <a:spcPts val="3500"/>
              </a:spcBef>
              <a:spcAft>
                <a:spcPts val="1000"/>
              </a:spcAft>
              <a:buSzPct val="100000"/>
              <a:buFont typeface="Cabin"/>
            </a:pPr>
            <a:r>
              <a:rPr lang="en-US" sz="3600" b="0" i="0" u="none" strike="noStrike" cap="none" baseline="0">
                <a:solidFill>
                  <a:schemeClr val="lt1"/>
                </a:solidFill>
                <a:latin typeface="Cabin"/>
                <a:ea typeface="Cabin"/>
                <a:cs typeface="Cabin"/>
                <a:sym typeface="Cabin"/>
              </a:rPr>
              <a:t>Often when you want some data it comes from a number of tables linked by these </a:t>
            </a:r>
            <a:r>
              <a:rPr lang="en-US" sz="3600" b="0" i="0" u="none" strike="noStrike" cap="none" baseline="0">
                <a:solidFill>
                  <a:srgbClr val="FF00FF"/>
                </a:solidFill>
                <a:latin typeface="Cabin"/>
                <a:ea typeface="Cabin"/>
                <a:cs typeface="Cabin"/>
                <a:sym typeface="Cabin"/>
              </a:rPr>
              <a:t>foreign keys</a:t>
            </a:r>
          </a:p>
        </p:txBody>
      </p:sp>
    </p:spTree>
  </p:cSld>
  <p:clrMapOvr>
    <a:masterClrMapping/>
  </p:clrMapOvr>
  <p:transition spd="slow">
    <p:cut/>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693"/>
        <p:cNvGrpSpPr/>
        <p:nvPr/>
      </p:nvGrpSpPr>
      <p:grpSpPr>
        <a:xfrm>
          <a:off x="0" y="0"/>
          <a:ext cx="0" cy="0"/>
          <a:chOff x="0" y="0"/>
          <a:chExt cx="0" cy="0"/>
        </a:xfrm>
      </p:grpSpPr>
      <p:sp>
        <p:nvSpPr>
          <p:cNvPr id="694" name="Shape 694"/>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b="0" i="0" u="none" strike="noStrike" cap="none" baseline="0">
                <a:solidFill>
                  <a:srgbClr val="FF00FF"/>
                </a:solidFill>
                <a:latin typeface="Cabin"/>
                <a:ea typeface="Cabin"/>
                <a:cs typeface="Cabin"/>
                <a:sym typeface="Cabin"/>
              </a:rPr>
              <a:t>The JOIN Operation</a:t>
            </a:r>
          </a:p>
        </p:txBody>
      </p:sp>
      <p:sp>
        <p:nvSpPr>
          <p:cNvPr id="695" name="Shape 695"/>
          <p:cNvSpPr txBox="1">
            <a:spLocks noGrp="1"/>
          </p:cNvSpPr>
          <p:nvPr>
            <p:ph type="body" idx="1"/>
          </p:nvPr>
        </p:nvSpPr>
        <p:spPr>
          <a:xfrm>
            <a:off x="1155700" y="2603500"/>
            <a:ext cx="13932000" cy="4874099"/>
          </a:xfrm>
          <a:prstGeom prst="rect">
            <a:avLst/>
          </a:prstGeom>
          <a:noFill/>
          <a:ln>
            <a:noFill/>
          </a:ln>
        </p:spPr>
        <p:txBody>
          <a:bodyPr lIns="38100" tIns="38100" rIns="38100" bIns="38100" anchor="ctr" anchorCtr="0">
            <a:noAutofit/>
          </a:bodyPr>
          <a:lstStyle/>
          <a:p>
            <a:pPr marL="457200" marR="0" lvl="0" indent="-228600" algn="l" rtl="0">
              <a:lnSpc>
                <a:spcPct val="100000"/>
              </a:lnSpc>
              <a:spcBef>
                <a:spcPts val="0"/>
              </a:spcBef>
              <a:spcAft>
                <a:spcPts val="1000"/>
              </a:spcAft>
              <a:buSzPct val="100000"/>
              <a:buFont typeface="Cabin"/>
            </a:pPr>
            <a:r>
              <a:rPr lang="en-US" sz="3600" b="0" i="0" u="none" strike="noStrike" cap="none" baseline="0">
                <a:solidFill>
                  <a:schemeClr val="lt1"/>
                </a:solidFill>
                <a:latin typeface="Cabin"/>
                <a:ea typeface="Cabin"/>
                <a:cs typeface="Cabin"/>
                <a:sym typeface="Cabin"/>
              </a:rPr>
              <a:t>The JOIN operation </a:t>
            </a:r>
            <a:r>
              <a:rPr lang="en-US" sz="3600" b="0" i="0" u="none" strike="noStrike" cap="none" baseline="0">
                <a:solidFill>
                  <a:srgbClr val="FF00FF"/>
                </a:solidFill>
                <a:latin typeface="Cabin"/>
                <a:ea typeface="Cabin"/>
                <a:cs typeface="Cabin"/>
                <a:sym typeface="Cabin"/>
              </a:rPr>
              <a:t>links across several tables </a:t>
            </a:r>
            <a:r>
              <a:rPr lang="en-US" sz="3600" b="0" i="0" u="none" strike="noStrike" cap="none" baseline="0">
                <a:solidFill>
                  <a:schemeClr val="lt1"/>
                </a:solidFill>
                <a:latin typeface="Cabin"/>
                <a:ea typeface="Cabin"/>
                <a:cs typeface="Cabin"/>
                <a:sym typeface="Cabin"/>
              </a:rPr>
              <a:t>as part of a select operation</a:t>
            </a:r>
          </a:p>
          <a:p>
            <a:pPr marL="457200" marR="0" lvl="0" indent="-228600" algn="l" rtl="0">
              <a:lnSpc>
                <a:spcPct val="100000"/>
              </a:lnSpc>
              <a:spcBef>
                <a:spcPts val="3500"/>
              </a:spcBef>
              <a:spcAft>
                <a:spcPts val="1000"/>
              </a:spcAft>
              <a:buSzPct val="100000"/>
              <a:buFont typeface="Cabin"/>
            </a:pPr>
            <a:r>
              <a:rPr lang="en-US" sz="3600" b="0" i="0" u="none" strike="noStrike" cap="none" baseline="0">
                <a:solidFill>
                  <a:schemeClr val="lt1"/>
                </a:solidFill>
                <a:latin typeface="Cabin"/>
                <a:ea typeface="Cabin"/>
                <a:cs typeface="Cabin"/>
                <a:sym typeface="Cabin"/>
              </a:rPr>
              <a:t>You must tell the JOIN </a:t>
            </a:r>
            <a:r>
              <a:rPr lang="en-US" sz="3600" b="0" i="0" u="none" strike="noStrike" cap="none" baseline="0">
                <a:solidFill>
                  <a:srgbClr val="00FF00"/>
                </a:solidFill>
                <a:latin typeface="Cabin"/>
                <a:ea typeface="Cabin"/>
                <a:cs typeface="Cabin"/>
                <a:sym typeface="Cabin"/>
              </a:rPr>
              <a:t>how to use the keys</a:t>
            </a:r>
            <a:r>
              <a:rPr lang="en-US" sz="3600" b="0" i="0" u="none" strike="noStrike" cap="none" baseline="0">
                <a:solidFill>
                  <a:schemeClr val="lt1"/>
                </a:solidFill>
                <a:latin typeface="Cabin"/>
                <a:ea typeface="Cabin"/>
                <a:cs typeface="Cabin"/>
                <a:sym typeface="Cabin"/>
              </a:rPr>
              <a:t> that make the connection between the tables using an </a:t>
            </a:r>
            <a:r>
              <a:rPr lang="en-US" sz="3600" b="0" i="0" u="none" strike="noStrike" cap="none" baseline="0">
                <a:solidFill>
                  <a:srgbClr val="00FF00"/>
                </a:solidFill>
                <a:latin typeface="Cabin"/>
                <a:ea typeface="Cabin"/>
                <a:cs typeface="Cabin"/>
                <a:sym typeface="Cabin"/>
              </a:rPr>
              <a:t>ON clause</a:t>
            </a:r>
          </a:p>
        </p:txBody>
      </p:sp>
    </p:spTree>
  </p:cSld>
  <p:clrMapOvr>
    <a:masterClrMapping/>
  </p:clrMapOvr>
  <p:transition spd="slow">
    <p:cut/>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699"/>
        <p:cNvGrpSpPr/>
        <p:nvPr/>
      </p:nvGrpSpPr>
      <p:grpSpPr>
        <a:xfrm>
          <a:off x="0" y="0"/>
          <a:ext cx="0" cy="0"/>
          <a:chOff x="0" y="0"/>
          <a:chExt cx="0" cy="0"/>
        </a:xfrm>
      </p:grpSpPr>
      <p:pic>
        <p:nvPicPr>
          <p:cNvPr id="700" name="Shape 700"/>
          <p:cNvPicPr preferRelativeResize="0"/>
          <p:nvPr/>
        </p:nvPicPr>
        <p:blipFill rotWithShape="1">
          <a:blip r:embed="rId3">
            <a:alphaModFix/>
          </a:blip>
          <a:srcRect/>
          <a:stretch/>
        </p:blipFill>
        <p:spPr>
          <a:xfrm>
            <a:off x="10198100" y="3848100"/>
            <a:ext cx="5257799" cy="1450975"/>
          </a:xfrm>
          <a:prstGeom prst="rect">
            <a:avLst/>
          </a:prstGeom>
          <a:noFill/>
          <a:ln>
            <a:noFill/>
          </a:ln>
        </p:spPr>
      </p:pic>
      <p:pic>
        <p:nvPicPr>
          <p:cNvPr id="701" name="Shape 701"/>
          <p:cNvPicPr preferRelativeResize="0"/>
          <p:nvPr/>
        </p:nvPicPr>
        <p:blipFill rotWithShape="1">
          <a:blip r:embed="rId4">
            <a:alphaModFix/>
          </a:blip>
          <a:srcRect/>
          <a:stretch/>
        </p:blipFill>
        <p:spPr>
          <a:xfrm>
            <a:off x="5651500" y="1104900"/>
            <a:ext cx="6718299" cy="1350961"/>
          </a:xfrm>
          <a:prstGeom prst="rect">
            <a:avLst/>
          </a:prstGeom>
          <a:noFill/>
          <a:ln>
            <a:noFill/>
          </a:ln>
        </p:spPr>
      </p:pic>
      <p:cxnSp>
        <p:nvCxnSpPr>
          <p:cNvPr id="702" name="Shape 702"/>
          <p:cNvCxnSpPr/>
          <p:nvPr/>
        </p:nvCxnSpPr>
        <p:spPr>
          <a:xfrm rot="10800000">
            <a:off x="7234236" y="2176462"/>
            <a:ext cx="3203575" cy="1828800"/>
          </a:xfrm>
          <a:prstGeom prst="straightConnector1">
            <a:avLst/>
          </a:prstGeom>
          <a:noFill/>
          <a:ln w="101600" cap="rnd" cmpd="sng">
            <a:solidFill>
              <a:srgbClr val="FF00FF"/>
            </a:solidFill>
            <a:prstDash val="solid"/>
            <a:miter/>
            <a:headEnd type="stealth" w="med" len="med"/>
            <a:tailEnd type="none" w="med" len="med"/>
          </a:ln>
        </p:spPr>
      </p:cxnSp>
      <p:sp>
        <p:nvSpPr>
          <p:cNvPr id="703" name="Shape 703"/>
          <p:cNvSpPr txBox="1"/>
          <p:nvPr/>
        </p:nvSpPr>
        <p:spPr>
          <a:xfrm>
            <a:off x="0" y="5994400"/>
            <a:ext cx="1625610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3600" b="0" i="0" u="none" strike="noStrike" cap="none" baseline="0">
                <a:solidFill>
                  <a:srgbClr val="FF7F00"/>
                </a:solidFill>
                <a:latin typeface="Cabin"/>
                <a:ea typeface="Cabin"/>
                <a:cs typeface="Cabin"/>
                <a:sym typeface="Cabin"/>
              </a:rPr>
              <a:t>select</a:t>
            </a:r>
            <a:r>
              <a:rPr lang="en-US" sz="3600" b="0" i="0" u="none" strike="noStrike" cap="none" baseline="0">
                <a:solidFill>
                  <a:schemeClr val="lt1"/>
                </a:solidFill>
                <a:latin typeface="Cabin"/>
                <a:ea typeface="Cabin"/>
                <a:cs typeface="Cabin"/>
                <a:sym typeface="Cabin"/>
              </a:rPr>
              <a:t> </a:t>
            </a:r>
            <a:r>
              <a:rPr lang="en-US" sz="3600" b="0" i="0" u="none" strike="noStrike" cap="none" baseline="0">
                <a:solidFill>
                  <a:srgbClr val="00FF00"/>
                </a:solidFill>
                <a:latin typeface="Cabin"/>
                <a:ea typeface="Cabin"/>
                <a:cs typeface="Cabin"/>
                <a:sym typeface="Cabin"/>
              </a:rPr>
              <a:t>Album.title, Artist.name</a:t>
            </a:r>
            <a:r>
              <a:rPr lang="en-US" sz="3600" b="0" i="0" u="none" strike="noStrike" cap="none" baseline="0">
                <a:solidFill>
                  <a:schemeClr val="lt1"/>
                </a:solidFill>
                <a:latin typeface="Cabin"/>
                <a:ea typeface="Cabin"/>
                <a:cs typeface="Cabin"/>
                <a:sym typeface="Cabin"/>
              </a:rPr>
              <a:t> </a:t>
            </a:r>
            <a:r>
              <a:rPr lang="en-US" sz="3600" b="0" i="0" u="none" strike="noStrike" cap="none" baseline="0">
                <a:solidFill>
                  <a:srgbClr val="FF7F00"/>
                </a:solidFill>
                <a:latin typeface="Cabin"/>
                <a:ea typeface="Cabin"/>
                <a:cs typeface="Cabin"/>
                <a:sym typeface="Cabin"/>
              </a:rPr>
              <a:t>from</a:t>
            </a:r>
            <a:r>
              <a:rPr lang="en-US" sz="3600" b="0" i="0" u="none" strike="noStrike" cap="none" baseline="0">
                <a:solidFill>
                  <a:schemeClr val="lt1"/>
                </a:solidFill>
                <a:latin typeface="Cabin"/>
                <a:ea typeface="Cabin"/>
                <a:cs typeface="Cabin"/>
                <a:sym typeface="Cabin"/>
              </a:rPr>
              <a:t> </a:t>
            </a:r>
            <a:r>
              <a:rPr lang="en-US" sz="3600" b="0" i="0" u="none" strike="noStrike" cap="none" baseline="0">
                <a:solidFill>
                  <a:srgbClr val="FFFF00"/>
                </a:solidFill>
                <a:latin typeface="Cabin"/>
                <a:ea typeface="Cabin"/>
                <a:cs typeface="Cabin"/>
                <a:sym typeface="Cabin"/>
              </a:rPr>
              <a:t>Album</a:t>
            </a:r>
            <a:r>
              <a:rPr lang="en-US" sz="3600" b="0" i="0" u="none" strike="noStrike" cap="none" baseline="0">
                <a:solidFill>
                  <a:schemeClr val="lt1"/>
                </a:solidFill>
                <a:latin typeface="Cabin"/>
                <a:ea typeface="Cabin"/>
                <a:cs typeface="Cabin"/>
                <a:sym typeface="Cabin"/>
              </a:rPr>
              <a:t> </a:t>
            </a:r>
            <a:r>
              <a:rPr lang="en-US" sz="3600" b="0" i="0" u="none" strike="noStrike" cap="none" baseline="0">
                <a:solidFill>
                  <a:srgbClr val="FF7F00"/>
                </a:solidFill>
                <a:latin typeface="Cabin"/>
                <a:ea typeface="Cabin"/>
                <a:cs typeface="Cabin"/>
                <a:sym typeface="Cabin"/>
              </a:rPr>
              <a:t>join</a:t>
            </a:r>
            <a:r>
              <a:rPr lang="en-US" sz="3600" b="0" i="0" u="none" strike="noStrike" cap="none" baseline="0">
                <a:solidFill>
                  <a:schemeClr val="lt1"/>
                </a:solidFill>
                <a:latin typeface="Cabin"/>
                <a:ea typeface="Cabin"/>
                <a:cs typeface="Cabin"/>
                <a:sym typeface="Cabin"/>
              </a:rPr>
              <a:t> </a:t>
            </a:r>
            <a:r>
              <a:rPr lang="en-US" sz="3600" b="0" i="0" u="none" strike="noStrike" cap="none" baseline="0">
                <a:solidFill>
                  <a:srgbClr val="FFFF00"/>
                </a:solidFill>
                <a:latin typeface="Cabin"/>
                <a:ea typeface="Cabin"/>
                <a:cs typeface="Cabin"/>
                <a:sym typeface="Cabin"/>
              </a:rPr>
              <a:t>Artist</a:t>
            </a:r>
            <a:r>
              <a:rPr lang="en-US" sz="3600" b="0" i="0" u="none" strike="noStrike" cap="none" baseline="0">
                <a:solidFill>
                  <a:schemeClr val="lt1"/>
                </a:solidFill>
                <a:latin typeface="Cabin"/>
                <a:ea typeface="Cabin"/>
                <a:cs typeface="Cabin"/>
                <a:sym typeface="Cabin"/>
              </a:rPr>
              <a:t> </a:t>
            </a:r>
            <a:r>
              <a:rPr lang="en-US" sz="3600" b="0" i="0" u="none" strike="noStrike" cap="none" baseline="0">
                <a:solidFill>
                  <a:srgbClr val="FF7F00"/>
                </a:solidFill>
                <a:latin typeface="Cabin"/>
                <a:ea typeface="Cabin"/>
                <a:cs typeface="Cabin"/>
                <a:sym typeface="Cabin"/>
              </a:rPr>
              <a:t>on</a:t>
            </a:r>
            <a:r>
              <a:rPr lang="en-US" sz="3600" b="0" i="0" u="none" strike="noStrike" cap="none" baseline="0">
                <a:solidFill>
                  <a:schemeClr val="lt1"/>
                </a:solidFill>
                <a:latin typeface="Cabin"/>
                <a:ea typeface="Cabin"/>
                <a:cs typeface="Cabin"/>
                <a:sym typeface="Cabin"/>
              </a:rPr>
              <a:t> </a:t>
            </a:r>
            <a:r>
              <a:rPr lang="en-US" sz="3600" b="0" i="0" u="none" strike="noStrike" cap="none" baseline="0">
                <a:solidFill>
                  <a:srgbClr val="FF00FF"/>
                </a:solidFill>
                <a:latin typeface="Cabin"/>
                <a:ea typeface="Cabin"/>
                <a:cs typeface="Cabin"/>
                <a:sym typeface="Cabin"/>
              </a:rPr>
              <a:t>Album.artist_id = Artist.id</a:t>
            </a:r>
          </a:p>
        </p:txBody>
      </p:sp>
      <p:sp>
        <p:nvSpPr>
          <p:cNvPr id="704" name="Shape 704"/>
          <p:cNvSpPr txBox="1"/>
          <p:nvPr/>
        </p:nvSpPr>
        <p:spPr>
          <a:xfrm>
            <a:off x="2646361" y="7613650"/>
            <a:ext cx="3048000" cy="11430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3600" b="0" i="0" u="none" strike="noStrike" cap="none" baseline="0">
                <a:solidFill>
                  <a:srgbClr val="00FF00"/>
                </a:solidFill>
                <a:latin typeface="Cabin"/>
                <a:ea typeface="Cabin"/>
                <a:cs typeface="Cabin"/>
                <a:sym typeface="Cabin"/>
              </a:rPr>
              <a:t>What we want to see</a:t>
            </a:r>
          </a:p>
        </p:txBody>
      </p:sp>
      <p:sp>
        <p:nvSpPr>
          <p:cNvPr id="705" name="Shape 705"/>
          <p:cNvSpPr txBox="1"/>
          <p:nvPr/>
        </p:nvSpPr>
        <p:spPr>
          <a:xfrm>
            <a:off x="7497761" y="7613650"/>
            <a:ext cx="3365399" cy="11430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600" b="0" i="0" u="none" strike="noStrike" cap="none" baseline="0">
                <a:solidFill>
                  <a:srgbClr val="FFFF00"/>
                </a:solidFill>
                <a:latin typeface="Cabin"/>
                <a:ea typeface="Cabin"/>
                <a:cs typeface="Cabin"/>
                <a:sym typeface="Cabin"/>
              </a:rPr>
              <a:t>The tables </a:t>
            </a:r>
            <a:r>
              <a:rPr lang="en-US" sz="3600">
                <a:solidFill>
                  <a:srgbClr val="FFFF00"/>
                </a:solidFill>
                <a:latin typeface="Cabin"/>
                <a:ea typeface="Cabin"/>
                <a:cs typeface="Cabin"/>
                <a:sym typeface="Cabin"/>
              </a:rPr>
              <a:t>that</a:t>
            </a:r>
            <a:r>
              <a:rPr lang="en-US" sz="3600" b="0" i="0" u="none" strike="noStrike" cap="none" baseline="0">
                <a:solidFill>
                  <a:srgbClr val="FFFF00"/>
                </a:solidFill>
                <a:latin typeface="Cabin"/>
                <a:ea typeface="Cabin"/>
                <a:cs typeface="Cabin"/>
                <a:sym typeface="Cabin"/>
              </a:rPr>
              <a:t> hold the data</a:t>
            </a:r>
          </a:p>
        </p:txBody>
      </p:sp>
      <p:sp>
        <p:nvSpPr>
          <p:cNvPr id="706" name="Shape 706"/>
          <p:cNvSpPr txBox="1"/>
          <p:nvPr/>
        </p:nvSpPr>
        <p:spPr>
          <a:xfrm>
            <a:off x="12349161" y="7613650"/>
            <a:ext cx="3048000" cy="11430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3600" b="0" i="0" u="none" strike="noStrike" cap="none" baseline="0">
                <a:solidFill>
                  <a:srgbClr val="FF00FF"/>
                </a:solidFill>
                <a:latin typeface="Cabin"/>
                <a:ea typeface="Cabin"/>
                <a:cs typeface="Cabin"/>
                <a:sym typeface="Cabin"/>
              </a:rPr>
              <a:t>How the tables are linked</a:t>
            </a:r>
          </a:p>
        </p:txBody>
      </p:sp>
      <p:cxnSp>
        <p:nvCxnSpPr>
          <p:cNvPr id="707" name="Shape 707"/>
          <p:cNvCxnSpPr/>
          <p:nvPr/>
        </p:nvCxnSpPr>
        <p:spPr>
          <a:xfrm>
            <a:off x="8210550" y="6699250"/>
            <a:ext cx="263400" cy="834899"/>
          </a:xfrm>
          <a:prstGeom prst="straightConnector1">
            <a:avLst/>
          </a:prstGeom>
          <a:noFill/>
          <a:ln w="101600" cap="rnd" cmpd="sng">
            <a:solidFill>
              <a:srgbClr val="FFFF00"/>
            </a:solidFill>
            <a:prstDash val="solid"/>
            <a:miter/>
            <a:headEnd type="stealth" w="med" len="med"/>
            <a:tailEnd type="none" w="med" len="med"/>
          </a:ln>
        </p:spPr>
      </p:cxnSp>
      <p:cxnSp>
        <p:nvCxnSpPr>
          <p:cNvPr id="708" name="Shape 708"/>
          <p:cNvCxnSpPr/>
          <p:nvPr/>
        </p:nvCxnSpPr>
        <p:spPr>
          <a:xfrm flipH="1">
            <a:off x="9782311" y="6699250"/>
            <a:ext cx="274499" cy="834899"/>
          </a:xfrm>
          <a:prstGeom prst="straightConnector1">
            <a:avLst/>
          </a:prstGeom>
          <a:noFill/>
          <a:ln w="101600" cap="rnd" cmpd="sng">
            <a:solidFill>
              <a:srgbClr val="FFFF00"/>
            </a:solidFill>
            <a:prstDash val="solid"/>
            <a:miter/>
            <a:headEnd type="stealth" w="med" len="med"/>
            <a:tailEnd type="none" w="med" len="med"/>
          </a:ln>
        </p:spPr>
      </p:cxnSp>
      <p:pic>
        <p:nvPicPr>
          <p:cNvPr id="709" name="Shape 709"/>
          <p:cNvPicPr preferRelativeResize="0"/>
          <p:nvPr/>
        </p:nvPicPr>
        <p:blipFill rotWithShape="1">
          <a:blip r:embed="rId5">
            <a:alphaModFix/>
          </a:blip>
          <a:srcRect/>
          <a:stretch/>
        </p:blipFill>
        <p:spPr>
          <a:xfrm>
            <a:off x="508000" y="2997200"/>
            <a:ext cx="7434262" cy="2438399"/>
          </a:xfrm>
          <a:prstGeom prst="rect">
            <a:avLst/>
          </a:prstGeom>
          <a:noFill/>
          <a:ln>
            <a:noFill/>
          </a:ln>
        </p:spPr>
      </p:pic>
    </p:spTree>
  </p:cSld>
  <p:clrMapOvr>
    <a:masterClrMapping/>
  </p:clrMapOvr>
  <p:transition spd="slow">
    <p:cut/>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713"/>
        <p:cNvGrpSpPr/>
        <p:nvPr/>
      </p:nvGrpSpPr>
      <p:grpSpPr>
        <a:xfrm>
          <a:off x="0" y="0"/>
          <a:ext cx="0" cy="0"/>
          <a:chOff x="0" y="0"/>
          <a:chExt cx="0" cy="0"/>
        </a:xfrm>
      </p:grpSpPr>
      <p:pic>
        <p:nvPicPr>
          <p:cNvPr id="714" name="Shape 714"/>
          <p:cNvPicPr preferRelativeResize="0"/>
          <p:nvPr/>
        </p:nvPicPr>
        <p:blipFill rotWithShape="1">
          <a:blip r:embed="rId3">
            <a:alphaModFix/>
          </a:blip>
          <a:srcRect/>
          <a:stretch/>
        </p:blipFill>
        <p:spPr>
          <a:xfrm>
            <a:off x="812800" y="5105400"/>
            <a:ext cx="14865350" cy="1447800"/>
          </a:xfrm>
          <a:prstGeom prst="rect">
            <a:avLst/>
          </a:prstGeom>
          <a:noFill/>
          <a:ln>
            <a:noFill/>
          </a:ln>
        </p:spPr>
      </p:pic>
      <p:sp>
        <p:nvSpPr>
          <p:cNvPr id="715" name="Shape 715"/>
          <p:cNvSpPr txBox="1"/>
          <p:nvPr/>
        </p:nvSpPr>
        <p:spPr>
          <a:xfrm>
            <a:off x="1255712" y="6965950"/>
            <a:ext cx="13728700" cy="13715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4400" b="0" i="0" u="none" strike="noStrike" cap="none" baseline="0">
                <a:solidFill>
                  <a:srgbClr val="FF7F00"/>
                </a:solidFill>
                <a:latin typeface="Cabin"/>
                <a:ea typeface="Cabin"/>
                <a:cs typeface="Cabin"/>
                <a:sym typeface="Cabin"/>
              </a:rPr>
              <a:t>select</a:t>
            </a:r>
            <a:r>
              <a:rPr lang="en-US" sz="4400" b="0" i="0" u="none" strike="noStrike" cap="none" baseline="0">
                <a:solidFill>
                  <a:schemeClr val="lt1"/>
                </a:solidFill>
                <a:latin typeface="Cabin"/>
                <a:ea typeface="Cabin"/>
                <a:cs typeface="Cabin"/>
                <a:sym typeface="Cabin"/>
              </a:rPr>
              <a:t> </a:t>
            </a:r>
            <a:r>
              <a:rPr lang="en-US" sz="4400" b="0" i="0" u="none" strike="noStrike" cap="none" baseline="0">
                <a:solidFill>
                  <a:srgbClr val="00FF00"/>
                </a:solidFill>
                <a:latin typeface="Cabin"/>
                <a:ea typeface="Cabin"/>
                <a:cs typeface="Cabin"/>
                <a:sym typeface="Cabin"/>
              </a:rPr>
              <a:t>Album.title, Album.artist_id, Artist.id,Artist.name</a:t>
            </a:r>
            <a:r>
              <a:rPr lang="en-US" sz="4400" b="0" i="0" u="none" strike="noStrike" cap="none" baseline="0">
                <a:solidFill>
                  <a:schemeClr val="lt1"/>
                </a:solidFill>
                <a:latin typeface="Cabin"/>
                <a:ea typeface="Cabin"/>
                <a:cs typeface="Cabin"/>
                <a:sym typeface="Cabin"/>
              </a:rPr>
              <a:t> </a:t>
            </a:r>
          </a:p>
          <a:p>
            <a:pPr marL="0" marR="0" lvl="0" indent="0" algn="ctr" rtl="0">
              <a:lnSpc>
                <a:spcPct val="100000"/>
              </a:lnSpc>
              <a:spcBef>
                <a:spcPts val="0"/>
              </a:spcBef>
              <a:spcAft>
                <a:spcPts val="0"/>
              </a:spcAft>
              <a:buClr>
                <a:srgbClr val="FF7F00"/>
              </a:buClr>
              <a:buSzPct val="25000"/>
              <a:buFont typeface="Cabin"/>
              <a:buNone/>
            </a:pPr>
            <a:r>
              <a:rPr lang="en-US" sz="4400" b="0" i="0" u="none" strike="noStrike" cap="none" baseline="0">
                <a:solidFill>
                  <a:srgbClr val="FF7F00"/>
                </a:solidFill>
                <a:latin typeface="Cabin"/>
                <a:ea typeface="Cabin"/>
                <a:cs typeface="Cabin"/>
                <a:sym typeface="Cabin"/>
              </a:rPr>
              <a:t>from</a:t>
            </a:r>
            <a:r>
              <a:rPr lang="en-US" sz="4400" b="0" i="0" u="none" strike="noStrike" cap="none" baseline="0">
                <a:solidFill>
                  <a:schemeClr val="lt1"/>
                </a:solidFill>
                <a:latin typeface="Cabin"/>
                <a:ea typeface="Cabin"/>
                <a:cs typeface="Cabin"/>
                <a:sym typeface="Cabin"/>
              </a:rPr>
              <a:t> </a:t>
            </a:r>
            <a:r>
              <a:rPr lang="en-US" sz="4400" b="0" i="0" u="none" strike="noStrike" cap="none" baseline="0">
                <a:solidFill>
                  <a:srgbClr val="FFFF00"/>
                </a:solidFill>
                <a:latin typeface="Cabin"/>
                <a:ea typeface="Cabin"/>
                <a:cs typeface="Cabin"/>
                <a:sym typeface="Cabin"/>
              </a:rPr>
              <a:t>Album</a:t>
            </a:r>
            <a:r>
              <a:rPr lang="en-US" sz="4400" b="0" i="0" u="none" strike="noStrike" cap="none" baseline="0">
                <a:solidFill>
                  <a:schemeClr val="lt1"/>
                </a:solidFill>
                <a:latin typeface="Cabin"/>
                <a:ea typeface="Cabin"/>
                <a:cs typeface="Cabin"/>
                <a:sym typeface="Cabin"/>
              </a:rPr>
              <a:t> </a:t>
            </a:r>
            <a:r>
              <a:rPr lang="en-US" sz="4400" b="0" i="0" u="none" strike="noStrike" cap="none" baseline="0">
                <a:solidFill>
                  <a:srgbClr val="FF7F00"/>
                </a:solidFill>
                <a:latin typeface="Cabin"/>
                <a:ea typeface="Cabin"/>
                <a:cs typeface="Cabin"/>
                <a:sym typeface="Cabin"/>
              </a:rPr>
              <a:t>join</a:t>
            </a:r>
            <a:r>
              <a:rPr lang="en-US" sz="4400" b="0" i="0" u="none" strike="noStrike" cap="none" baseline="0">
                <a:solidFill>
                  <a:schemeClr val="lt1"/>
                </a:solidFill>
                <a:latin typeface="Cabin"/>
                <a:ea typeface="Cabin"/>
                <a:cs typeface="Cabin"/>
                <a:sym typeface="Cabin"/>
              </a:rPr>
              <a:t> </a:t>
            </a:r>
            <a:r>
              <a:rPr lang="en-US" sz="4400" b="0" i="0" u="none" strike="noStrike" cap="none" baseline="0">
                <a:solidFill>
                  <a:srgbClr val="FFFF00"/>
                </a:solidFill>
                <a:latin typeface="Cabin"/>
                <a:ea typeface="Cabin"/>
                <a:cs typeface="Cabin"/>
                <a:sym typeface="Cabin"/>
              </a:rPr>
              <a:t>Artist</a:t>
            </a:r>
            <a:r>
              <a:rPr lang="en-US" sz="4400" b="0" i="0" u="none" strike="noStrike" cap="none" baseline="0">
                <a:solidFill>
                  <a:schemeClr val="lt1"/>
                </a:solidFill>
                <a:latin typeface="Cabin"/>
                <a:ea typeface="Cabin"/>
                <a:cs typeface="Cabin"/>
                <a:sym typeface="Cabin"/>
              </a:rPr>
              <a:t> </a:t>
            </a:r>
            <a:r>
              <a:rPr lang="en-US" sz="4400" b="0" i="0" u="none" strike="noStrike" cap="none" baseline="0">
                <a:solidFill>
                  <a:srgbClr val="FF7F00"/>
                </a:solidFill>
                <a:latin typeface="Cabin"/>
                <a:ea typeface="Cabin"/>
                <a:cs typeface="Cabin"/>
                <a:sym typeface="Cabin"/>
              </a:rPr>
              <a:t>on</a:t>
            </a:r>
            <a:r>
              <a:rPr lang="en-US" sz="4400" b="0" i="0" u="none" strike="noStrike" cap="none" baseline="0">
                <a:solidFill>
                  <a:schemeClr val="lt1"/>
                </a:solidFill>
                <a:latin typeface="Cabin"/>
                <a:ea typeface="Cabin"/>
                <a:cs typeface="Cabin"/>
                <a:sym typeface="Cabin"/>
              </a:rPr>
              <a:t> </a:t>
            </a:r>
            <a:r>
              <a:rPr lang="en-US" sz="4400" b="0" i="0" u="none" strike="noStrike" cap="none" baseline="0">
                <a:solidFill>
                  <a:srgbClr val="FF00FF"/>
                </a:solidFill>
                <a:latin typeface="Cabin"/>
                <a:ea typeface="Cabin"/>
                <a:cs typeface="Cabin"/>
                <a:sym typeface="Cabin"/>
              </a:rPr>
              <a:t>Album.artist_id = Artist.id</a:t>
            </a:r>
          </a:p>
        </p:txBody>
      </p:sp>
      <p:sp>
        <p:nvSpPr>
          <p:cNvPr id="716" name="Shape 716"/>
          <p:cNvSpPr txBox="1"/>
          <p:nvPr/>
        </p:nvSpPr>
        <p:spPr>
          <a:xfrm>
            <a:off x="1030287" y="4146550"/>
            <a:ext cx="13063536" cy="6985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00FF00"/>
              </a:buClr>
              <a:buSzPct val="25000"/>
              <a:buFont typeface="Cabin"/>
              <a:buNone/>
            </a:pPr>
            <a:r>
              <a:rPr lang="en-US" sz="4100" b="0" i="0" u="none" strike="noStrike" cap="none" baseline="0">
                <a:solidFill>
                  <a:srgbClr val="00FF00"/>
                </a:solidFill>
                <a:latin typeface="Cabin"/>
                <a:ea typeface="Cabin"/>
                <a:cs typeface="Cabin"/>
                <a:sym typeface="Cabin"/>
              </a:rPr>
              <a:t>Album.title        Album.artist_id   Artist.id            Artist.name</a:t>
            </a:r>
          </a:p>
        </p:txBody>
      </p:sp>
      <p:cxnSp>
        <p:nvCxnSpPr>
          <p:cNvPr id="717" name="Shape 717"/>
          <p:cNvCxnSpPr/>
          <p:nvPr/>
        </p:nvCxnSpPr>
        <p:spPr>
          <a:xfrm rot="10800000">
            <a:off x="4851399" y="6223000"/>
            <a:ext cx="3182937" cy="0"/>
          </a:xfrm>
          <a:prstGeom prst="straightConnector1">
            <a:avLst/>
          </a:prstGeom>
          <a:noFill/>
          <a:ln w="76200" cap="rnd" cmpd="sng">
            <a:solidFill>
              <a:srgbClr val="FF00FF"/>
            </a:solidFill>
            <a:prstDash val="solid"/>
            <a:miter/>
            <a:headEnd type="stealth" w="med" len="med"/>
            <a:tailEnd type="none" w="med" len="med"/>
          </a:ln>
        </p:spPr>
      </p:cxnSp>
      <p:pic>
        <p:nvPicPr>
          <p:cNvPr id="718" name="Shape 718"/>
          <p:cNvPicPr preferRelativeResize="0"/>
          <p:nvPr/>
        </p:nvPicPr>
        <p:blipFill rotWithShape="1">
          <a:blip r:embed="rId4">
            <a:alphaModFix/>
          </a:blip>
          <a:srcRect/>
          <a:stretch/>
        </p:blipFill>
        <p:spPr>
          <a:xfrm>
            <a:off x="9182100" y="850900"/>
            <a:ext cx="5257799" cy="1450975"/>
          </a:xfrm>
          <a:prstGeom prst="rect">
            <a:avLst/>
          </a:prstGeom>
          <a:noFill/>
          <a:ln>
            <a:noFill/>
          </a:ln>
        </p:spPr>
      </p:pic>
      <p:pic>
        <p:nvPicPr>
          <p:cNvPr id="719" name="Shape 719"/>
          <p:cNvPicPr preferRelativeResize="0"/>
          <p:nvPr/>
        </p:nvPicPr>
        <p:blipFill rotWithShape="1">
          <a:blip r:embed="rId5">
            <a:alphaModFix/>
          </a:blip>
          <a:srcRect/>
          <a:stretch/>
        </p:blipFill>
        <p:spPr>
          <a:xfrm>
            <a:off x="1041400" y="1003300"/>
            <a:ext cx="6718299" cy="1350961"/>
          </a:xfrm>
          <a:prstGeom prst="rect">
            <a:avLst/>
          </a:prstGeom>
          <a:noFill/>
          <a:ln>
            <a:noFill/>
          </a:ln>
        </p:spPr>
      </p:pic>
      <p:sp>
        <p:nvSpPr>
          <p:cNvPr id="720" name="Shape 720"/>
          <p:cNvSpPr/>
          <p:nvPr/>
        </p:nvSpPr>
        <p:spPr>
          <a:xfrm>
            <a:off x="2676525" y="1500187"/>
            <a:ext cx="6540499" cy="1701799"/>
          </a:xfrm>
          <a:custGeom>
            <a:avLst/>
            <a:gdLst/>
            <a:ahLst/>
            <a:cxnLst/>
            <a:rect l="0" t="0" r="0" b="0"/>
            <a:pathLst>
              <a:path w="21600" h="21600" extrusionOk="0">
                <a:moveTo>
                  <a:pt x="0" y="6433"/>
                </a:moveTo>
                <a:lnTo>
                  <a:pt x="14099" y="21600"/>
                </a:lnTo>
                <a:lnTo>
                  <a:pt x="21600" y="0"/>
                </a:lnTo>
              </a:path>
            </a:pathLst>
          </a:custGeom>
          <a:noFill/>
          <a:ln w="88900" cap="flat" cmpd="sng">
            <a:solidFill>
              <a:srgbClr val="FF00FF"/>
            </a:solidFill>
            <a:prstDash val="solid"/>
            <a:miter/>
            <a:headEnd type="none" w="med" len="med"/>
            <a:tailEnd type="triangle" w="med" len="med"/>
          </a:ln>
        </p:spPr>
        <p:txBody>
          <a:bodyPr lIns="0" tIns="0" rIns="0" bIns="0" anchor="t" anchorCtr="0">
            <a:noAutofit/>
          </a:bodyPr>
          <a:lstStyle/>
          <a:p>
            <a:pPr marL="0" marR="0" lvl="0" indent="0" algn="ctr" rtl="0">
              <a:lnSpc>
                <a:spcPct val="100000"/>
              </a:lnSpc>
              <a:spcBef>
                <a:spcPts val="0"/>
              </a:spcBef>
              <a:spcAft>
                <a:spcPts val="0"/>
              </a:spcAft>
              <a:buNone/>
            </a:pPr>
            <a:endParaRPr/>
          </a:p>
        </p:txBody>
      </p:sp>
    </p:spTree>
  </p:cSld>
  <p:clrMapOvr>
    <a:masterClrMapping/>
  </p:clrMapOvr>
  <p:transition spd="slow">
    <p:cut/>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724"/>
        <p:cNvGrpSpPr/>
        <p:nvPr/>
      </p:nvGrpSpPr>
      <p:grpSpPr>
        <a:xfrm>
          <a:off x="0" y="0"/>
          <a:ext cx="0" cy="0"/>
          <a:chOff x="0" y="0"/>
          <a:chExt cx="0" cy="0"/>
        </a:xfrm>
      </p:grpSpPr>
      <p:pic>
        <p:nvPicPr>
          <p:cNvPr id="725" name="Shape 725"/>
          <p:cNvPicPr preferRelativeResize="0"/>
          <p:nvPr/>
        </p:nvPicPr>
        <p:blipFill rotWithShape="1">
          <a:blip r:embed="rId3">
            <a:alphaModFix/>
          </a:blip>
          <a:srcRect/>
          <a:stretch/>
        </p:blipFill>
        <p:spPr>
          <a:xfrm>
            <a:off x="3136900" y="428625"/>
            <a:ext cx="10388600" cy="2225675"/>
          </a:xfrm>
          <a:prstGeom prst="rect">
            <a:avLst/>
          </a:prstGeom>
          <a:noFill/>
          <a:ln>
            <a:noFill/>
          </a:ln>
        </p:spPr>
      </p:pic>
      <p:pic>
        <p:nvPicPr>
          <p:cNvPr id="726" name="Shape 726"/>
          <p:cNvPicPr preferRelativeResize="0"/>
          <p:nvPr/>
        </p:nvPicPr>
        <p:blipFill rotWithShape="1">
          <a:blip r:embed="rId4">
            <a:alphaModFix/>
          </a:blip>
          <a:srcRect/>
          <a:stretch/>
        </p:blipFill>
        <p:spPr>
          <a:xfrm>
            <a:off x="10160000" y="3657600"/>
            <a:ext cx="5232400" cy="1485899"/>
          </a:xfrm>
          <a:prstGeom prst="rect">
            <a:avLst/>
          </a:prstGeom>
          <a:noFill/>
          <a:ln>
            <a:noFill/>
          </a:ln>
        </p:spPr>
      </p:pic>
      <p:cxnSp>
        <p:nvCxnSpPr>
          <p:cNvPr id="727" name="Shape 727"/>
          <p:cNvCxnSpPr/>
          <p:nvPr/>
        </p:nvCxnSpPr>
        <p:spPr>
          <a:xfrm rot="10800000">
            <a:off x="6011862" y="2492374"/>
            <a:ext cx="4294186" cy="1476375"/>
          </a:xfrm>
          <a:prstGeom prst="straightConnector1">
            <a:avLst/>
          </a:prstGeom>
          <a:noFill/>
          <a:ln w="101600" cap="rnd" cmpd="sng">
            <a:solidFill>
              <a:srgbClr val="FF00FF"/>
            </a:solidFill>
            <a:prstDash val="solid"/>
            <a:miter/>
            <a:headEnd type="stealth" w="med" len="med"/>
            <a:tailEnd type="none" w="med" len="med"/>
          </a:ln>
        </p:spPr>
      </p:cxnSp>
      <p:sp>
        <p:nvSpPr>
          <p:cNvPr id="728" name="Shape 728"/>
          <p:cNvSpPr txBox="1"/>
          <p:nvPr/>
        </p:nvSpPr>
        <p:spPr>
          <a:xfrm>
            <a:off x="203150" y="5994400"/>
            <a:ext cx="1570290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3600" b="0" i="0" u="none" strike="noStrike" cap="none" baseline="0">
                <a:solidFill>
                  <a:srgbClr val="FF7F00"/>
                </a:solidFill>
                <a:latin typeface="Cabin"/>
                <a:ea typeface="Cabin"/>
                <a:cs typeface="Cabin"/>
                <a:sym typeface="Cabin"/>
              </a:rPr>
              <a:t>select</a:t>
            </a:r>
            <a:r>
              <a:rPr lang="en-US" sz="3600" b="0" i="0" u="none" strike="noStrike" cap="none" baseline="0">
                <a:solidFill>
                  <a:schemeClr val="lt1"/>
                </a:solidFill>
                <a:latin typeface="Cabin"/>
                <a:ea typeface="Cabin"/>
                <a:cs typeface="Cabin"/>
                <a:sym typeface="Cabin"/>
              </a:rPr>
              <a:t> </a:t>
            </a:r>
            <a:r>
              <a:rPr lang="en-US" sz="3600" b="0" i="0" u="none" strike="noStrike" cap="none" baseline="0">
                <a:solidFill>
                  <a:srgbClr val="00FF00"/>
                </a:solidFill>
                <a:latin typeface="Cabin"/>
                <a:ea typeface="Cabin"/>
                <a:cs typeface="Cabin"/>
                <a:sym typeface="Cabin"/>
              </a:rPr>
              <a:t>Track.title, Genre.name</a:t>
            </a:r>
            <a:r>
              <a:rPr lang="en-US" sz="3600" b="0" i="0" u="none" strike="noStrike" cap="none" baseline="0">
                <a:solidFill>
                  <a:schemeClr val="lt1"/>
                </a:solidFill>
                <a:latin typeface="Cabin"/>
                <a:ea typeface="Cabin"/>
                <a:cs typeface="Cabin"/>
                <a:sym typeface="Cabin"/>
              </a:rPr>
              <a:t> </a:t>
            </a:r>
            <a:r>
              <a:rPr lang="en-US" sz="3600" b="0" i="0" u="none" strike="noStrike" cap="none" baseline="0">
                <a:solidFill>
                  <a:srgbClr val="FF7F00"/>
                </a:solidFill>
                <a:latin typeface="Cabin"/>
                <a:ea typeface="Cabin"/>
                <a:cs typeface="Cabin"/>
                <a:sym typeface="Cabin"/>
              </a:rPr>
              <a:t>from</a:t>
            </a:r>
            <a:r>
              <a:rPr lang="en-US" sz="3600" b="0" i="0" u="none" strike="noStrike" cap="none" baseline="0">
                <a:solidFill>
                  <a:schemeClr val="lt1"/>
                </a:solidFill>
                <a:latin typeface="Cabin"/>
                <a:ea typeface="Cabin"/>
                <a:cs typeface="Cabin"/>
                <a:sym typeface="Cabin"/>
              </a:rPr>
              <a:t> </a:t>
            </a:r>
            <a:r>
              <a:rPr lang="en-US" sz="3600" b="0" i="0" u="none" strike="noStrike" cap="none" baseline="0">
                <a:solidFill>
                  <a:srgbClr val="FFFF00"/>
                </a:solidFill>
                <a:latin typeface="Cabin"/>
                <a:ea typeface="Cabin"/>
                <a:cs typeface="Cabin"/>
                <a:sym typeface="Cabin"/>
              </a:rPr>
              <a:t>Track</a:t>
            </a:r>
            <a:r>
              <a:rPr lang="en-US" sz="3600" b="0" i="0" u="none" strike="noStrike" cap="none" baseline="0">
                <a:solidFill>
                  <a:schemeClr val="lt1"/>
                </a:solidFill>
                <a:latin typeface="Cabin"/>
                <a:ea typeface="Cabin"/>
                <a:cs typeface="Cabin"/>
                <a:sym typeface="Cabin"/>
              </a:rPr>
              <a:t> </a:t>
            </a:r>
            <a:r>
              <a:rPr lang="en-US" sz="3600" b="0" i="0" u="none" strike="noStrike" cap="none" baseline="0">
                <a:solidFill>
                  <a:srgbClr val="FF7F00"/>
                </a:solidFill>
                <a:latin typeface="Cabin"/>
                <a:ea typeface="Cabin"/>
                <a:cs typeface="Cabin"/>
                <a:sym typeface="Cabin"/>
              </a:rPr>
              <a:t>join</a:t>
            </a:r>
            <a:r>
              <a:rPr lang="en-US" sz="3600" b="0" i="0" u="none" strike="noStrike" cap="none" baseline="0">
                <a:solidFill>
                  <a:schemeClr val="lt1"/>
                </a:solidFill>
                <a:latin typeface="Cabin"/>
                <a:ea typeface="Cabin"/>
                <a:cs typeface="Cabin"/>
                <a:sym typeface="Cabin"/>
              </a:rPr>
              <a:t> </a:t>
            </a:r>
            <a:r>
              <a:rPr lang="en-US" sz="3600" b="0" i="0" u="none" strike="noStrike" cap="none" baseline="0">
                <a:solidFill>
                  <a:srgbClr val="FFFF00"/>
                </a:solidFill>
                <a:latin typeface="Cabin"/>
                <a:ea typeface="Cabin"/>
                <a:cs typeface="Cabin"/>
                <a:sym typeface="Cabin"/>
              </a:rPr>
              <a:t>Genre</a:t>
            </a:r>
            <a:r>
              <a:rPr lang="en-US" sz="3600" b="0" i="0" u="none" strike="noStrike" cap="none" baseline="0">
                <a:solidFill>
                  <a:schemeClr val="lt1"/>
                </a:solidFill>
                <a:latin typeface="Cabin"/>
                <a:ea typeface="Cabin"/>
                <a:cs typeface="Cabin"/>
                <a:sym typeface="Cabin"/>
              </a:rPr>
              <a:t> </a:t>
            </a:r>
            <a:r>
              <a:rPr lang="en-US" sz="3600" b="0" i="0" u="none" strike="noStrike" cap="none" baseline="0">
                <a:solidFill>
                  <a:srgbClr val="FF7F00"/>
                </a:solidFill>
                <a:latin typeface="Cabin"/>
                <a:ea typeface="Cabin"/>
                <a:cs typeface="Cabin"/>
                <a:sym typeface="Cabin"/>
              </a:rPr>
              <a:t>on</a:t>
            </a:r>
            <a:r>
              <a:rPr lang="en-US" sz="3600" b="0" i="0" u="none" strike="noStrike" cap="none" baseline="0">
                <a:solidFill>
                  <a:schemeClr val="lt1"/>
                </a:solidFill>
                <a:latin typeface="Cabin"/>
                <a:ea typeface="Cabin"/>
                <a:cs typeface="Cabin"/>
                <a:sym typeface="Cabin"/>
              </a:rPr>
              <a:t> </a:t>
            </a:r>
            <a:r>
              <a:rPr lang="en-US" sz="3600" b="0" i="0" u="none" strike="noStrike" cap="none" baseline="0">
                <a:solidFill>
                  <a:srgbClr val="FF00FF"/>
                </a:solidFill>
                <a:latin typeface="Cabin"/>
                <a:ea typeface="Cabin"/>
                <a:cs typeface="Cabin"/>
                <a:sym typeface="Cabin"/>
              </a:rPr>
              <a:t>Track.genre_id = Genre.id</a:t>
            </a:r>
          </a:p>
        </p:txBody>
      </p:sp>
      <p:sp>
        <p:nvSpPr>
          <p:cNvPr id="729" name="Shape 729"/>
          <p:cNvSpPr txBox="1"/>
          <p:nvPr/>
        </p:nvSpPr>
        <p:spPr>
          <a:xfrm>
            <a:off x="1960561" y="7613650"/>
            <a:ext cx="3048000" cy="11430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3600" b="0" i="0" u="none" strike="noStrike" cap="none" baseline="0">
                <a:solidFill>
                  <a:srgbClr val="00FF00"/>
                </a:solidFill>
                <a:latin typeface="Cabin"/>
                <a:ea typeface="Cabin"/>
                <a:cs typeface="Cabin"/>
                <a:sym typeface="Cabin"/>
              </a:rPr>
              <a:t>What we want to see</a:t>
            </a:r>
          </a:p>
        </p:txBody>
      </p:sp>
      <p:sp>
        <p:nvSpPr>
          <p:cNvPr id="730" name="Shape 730"/>
          <p:cNvSpPr txBox="1"/>
          <p:nvPr/>
        </p:nvSpPr>
        <p:spPr>
          <a:xfrm>
            <a:off x="7040561" y="7613650"/>
            <a:ext cx="3365499" cy="11430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600" b="0" i="0" u="none" strike="noStrike" cap="none" baseline="0">
                <a:solidFill>
                  <a:srgbClr val="FFFF00"/>
                </a:solidFill>
                <a:latin typeface="Cabin"/>
                <a:ea typeface="Cabin"/>
                <a:cs typeface="Cabin"/>
                <a:sym typeface="Cabin"/>
              </a:rPr>
              <a:t>The tables which hold the data</a:t>
            </a:r>
          </a:p>
        </p:txBody>
      </p:sp>
      <p:sp>
        <p:nvSpPr>
          <p:cNvPr id="731" name="Shape 731"/>
          <p:cNvSpPr txBox="1"/>
          <p:nvPr/>
        </p:nvSpPr>
        <p:spPr>
          <a:xfrm>
            <a:off x="12349161" y="7613650"/>
            <a:ext cx="3048000" cy="11430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3600" b="0" i="0" u="none" strike="noStrike" cap="none" baseline="0">
                <a:solidFill>
                  <a:srgbClr val="FF00FF"/>
                </a:solidFill>
                <a:latin typeface="Cabin"/>
                <a:ea typeface="Cabin"/>
                <a:cs typeface="Cabin"/>
                <a:sym typeface="Cabin"/>
              </a:rPr>
              <a:t>How the tables are linked</a:t>
            </a:r>
          </a:p>
        </p:txBody>
      </p:sp>
      <p:cxnSp>
        <p:nvCxnSpPr>
          <p:cNvPr id="732" name="Shape 732"/>
          <p:cNvCxnSpPr/>
          <p:nvPr/>
        </p:nvCxnSpPr>
        <p:spPr>
          <a:xfrm>
            <a:off x="7753350" y="6699250"/>
            <a:ext cx="263525" cy="835025"/>
          </a:xfrm>
          <a:prstGeom prst="straightConnector1">
            <a:avLst/>
          </a:prstGeom>
          <a:noFill/>
          <a:ln w="101600" cap="rnd" cmpd="sng">
            <a:solidFill>
              <a:srgbClr val="FFFF00"/>
            </a:solidFill>
            <a:prstDash val="solid"/>
            <a:miter/>
            <a:headEnd type="stealth" w="med" len="med"/>
            <a:tailEnd type="none" w="med" len="med"/>
          </a:ln>
        </p:spPr>
      </p:cxnSp>
      <p:cxnSp>
        <p:nvCxnSpPr>
          <p:cNvPr id="733" name="Shape 733"/>
          <p:cNvCxnSpPr/>
          <p:nvPr/>
        </p:nvCxnSpPr>
        <p:spPr>
          <a:xfrm flipH="1">
            <a:off x="9324974" y="6699250"/>
            <a:ext cx="274636" cy="835025"/>
          </a:xfrm>
          <a:prstGeom prst="straightConnector1">
            <a:avLst/>
          </a:prstGeom>
          <a:noFill/>
          <a:ln w="101600" cap="rnd" cmpd="sng">
            <a:solidFill>
              <a:srgbClr val="FFFF00"/>
            </a:solidFill>
            <a:prstDash val="solid"/>
            <a:miter/>
            <a:headEnd type="stealth" w="med" len="med"/>
            <a:tailEnd type="none" w="med" len="med"/>
          </a:ln>
        </p:spPr>
      </p:cxnSp>
      <p:pic>
        <p:nvPicPr>
          <p:cNvPr id="734" name="Shape 734"/>
          <p:cNvPicPr preferRelativeResize="0"/>
          <p:nvPr/>
        </p:nvPicPr>
        <p:blipFill rotWithShape="1">
          <a:blip r:embed="rId5">
            <a:alphaModFix/>
          </a:blip>
          <a:srcRect/>
          <a:stretch/>
        </p:blipFill>
        <p:spPr>
          <a:xfrm>
            <a:off x="1573212" y="3441700"/>
            <a:ext cx="5999162" cy="2222500"/>
          </a:xfrm>
          <a:prstGeom prst="rect">
            <a:avLst/>
          </a:prstGeom>
          <a:noFill/>
          <a:ln>
            <a:noFill/>
          </a:ln>
        </p:spPr>
      </p:pic>
    </p:spTree>
  </p:cSld>
  <p:clrMapOvr>
    <a:masterClrMapping/>
  </p:clrMapOvr>
  <p:transition spd="slow">
    <p:cut/>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sp>
        <p:nvSpPr>
          <p:cNvPr id="739" name="Shape 739"/>
          <p:cNvSpPr txBox="1">
            <a:spLocks noGrp="1"/>
          </p:cNvSpPr>
          <p:nvPr>
            <p:ph type="title"/>
          </p:nvPr>
        </p:nvSpPr>
        <p:spPr>
          <a:xfrm>
            <a:off x="1155700" y="241300"/>
            <a:ext cx="13931900" cy="15620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b="0" i="0" u="none" strike="noStrike" cap="none" baseline="0">
                <a:solidFill>
                  <a:schemeClr val="lt1"/>
                </a:solidFill>
                <a:latin typeface="Cabin"/>
                <a:ea typeface="Cabin"/>
                <a:cs typeface="Cabin"/>
                <a:sym typeface="Cabin"/>
              </a:rPr>
              <a:t>It can get complex...</a:t>
            </a:r>
          </a:p>
        </p:txBody>
      </p:sp>
      <p:sp>
        <p:nvSpPr>
          <p:cNvPr id="740" name="Shape 740"/>
          <p:cNvSpPr txBox="1"/>
          <p:nvPr/>
        </p:nvSpPr>
        <p:spPr>
          <a:xfrm>
            <a:off x="1587500" y="1898650"/>
            <a:ext cx="13068300" cy="25908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7F00"/>
              </a:buClr>
              <a:buSzPct val="25000"/>
              <a:buFont typeface="Cabin"/>
              <a:buNone/>
            </a:pPr>
            <a:r>
              <a:rPr lang="en-US" sz="4200" b="0" i="0" u="none" strike="noStrike" cap="none" baseline="0">
                <a:solidFill>
                  <a:srgbClr val="FF7F00"/>
                </a:solidFill>
                <a:latin typeface="Cabin"/>
                <a:ea typeface="Cabin"/>
                <a:cs typeface="Cabin"/>
                <a:sym typeface="Cabin"/>
              </a:rPr>
              <a:t>select</a:t>
            </a:r>
            <a:r>
              <a:rPr lang="en-US" sz="4200" b="0" i="0" u="none" strike="noStrike" cap="none" baseline="0">
                <a:solidFill>
                  <a:schemeClr val="lt1"/>
                </a:solidFill>
                <a:latin typeface="Cabin"/>
                <a:ea typeface="Cabin"/>
                <a:cs typeface="Cabin"/>
                <a:sym typeface="Cabin"/>
              </a:rPr>
              <a:t> </a:t>
            </a:r>
            <a:r>
              <a:rPr lang="en-US" sz="4200" b="0" i="0" u="none" strike="noStrike" cap="none" baseline="0">
                <a:solidFill>
                  <a:srgbClr val="00FF00"/>
                </a:solidFill>
                <a:latin typeface="Cabin"/>
                <a:ea typeface="Cabin"/>
                <a:cs typeface="Cabin"/>
                <a:sym typeface="Cabin"/>
              </a:rPr>
              <a:t>Track.title, Artist.name, Album.title, Genre.name</a:t>
            </a:r>
            <a:r>
              <a:rPr lang="en-US" sz="4200" b="0" i="0" u="none" strike="noStrike" cap="none" baseline="0">
                <a:solidFill>
                  <a:schemeClr val="lt1"/>
                </a:solidFill>
                <a:latin typeface="Cabin"/>
                <a:ea typeface="Cabin"/>
                <a:cs typeface="Cabin"/>
                <a:sym typeface="Cabin"/>
              </a:rPr>
              <a:t> </a:t>
            </a:r>
            <a:r>
              <a:rPr lang="en-US" sz="4200" b="0" i="0" u="none" strike="noStrike" cap="none" baseline="0">
                <a:solidFill>
                  <a:srgbClr val="FF7F00"/>
                </a:solidFill>
                <a:latin typeface="Cabin"/>
                <a:ea typeface="Cabin"/>
                <a:cs typeface="Cabin"/>
                <a:sym typeface="Cabin"/>
              </a:rPr>
              <a:t>from</a:t>
            </a:r>
            <a:r>
              <a:rPr lang="en-US" sz="4200" b="0" i="0" u="none" strike="noStrike" cap="none" baseline="0">
                <a:solidFill>
                  <a:schemeClr val="lt1"/>
                </a:solidFill>
                <a:latin typeface="Cabin"/>
                <a:ea typeface="Cabin"/>
                <a:cs typeface="Cabin"/>
                <a:sym typeface="Cabin"/>
              </a:rPr>
              <a:t> </a:t>
            </a:r>
            <a:r>
              <a:rPr lang="en-US" sz="4200" b="0" i="0" u="none" strike="noStrike" cap="none" baseline="0">
                <a:solidFill>
                  <a:srgbClr val="FFFF00"/>
                </a:solidFill>
                <a:latin typeface="Cabin"/>
                <a:ea typeface="Cabin"/>
                <a:cs typeface="Cabin"/>
                <a:sym typeface="Cabin"/>
              </a:rPr>
              <a:t>Track </a:t>
            </a:r>
            <a:r>
              <a:rPr lang="en-US" sz="4200" b="0" i="0" u="none" strike="noStrike" cap="none" baseline="0">
                <a:solidFill>
                  <a:srgbClr val="FF7F00"/>
                </a:solidFill>
                <a:latin typeface="Cabin"/>
                <a:ea typeface="Cabin"/>
                <a:cs typeface="Cabin"/>
                <a:sym typeface="Cabin"/>
              </a:rPr>
              <a:t>join</a:t>
            </a:r>
            <a:r>
              <a:rPr lang="en-US" sz="4200" b="0" i="0" u="none" strike="noStrike" cap="none" baseline="0">
                <a:solidFill>
                  <a:srgbClr val="FFFF00"/>
                </a:solidFill>
                <a:latin typeface="Cabin"/>
                <a:ea typeface="Cabin"/>
                <a:cs typeface="Cabin"/>
                <a:sym typeface="Cabin"/>
              </a:rPr>
              <a:t> Genre </a:t>
            </a:r>
            <a:r>
              <a:rPr lang="en-US" sz="4200" b="0" i="0" u="none" strike="noStrike" cap="none" baseline="0">
                <a:solidFill>
                  <a:srgbClr val="FF7F00"/>
                </a:solidFill>
                <a:latin typeface="Cabin"/>
                <a:ea typeface="Cabin"/>
                <a:cs typeface="Cabin"/>
                <a:sym typeface="Cabin"/>
              </a:rPr>
              <a:t>join</a:t>
            </a:r>
            <a:r>
              <a:rPr lang="en-US" sz="4200" b="0" i="0" u="none" strike="noStrike" cap="none" baseline="0">
                <a:solidFill>
                  <a:srgbClr val="FFFF00"/>
                </a:solidFill>
                <a:latin typeface="Cabin"/>
                <a:ea typeface="Cabin"/>
                <a:cs typeface="Cabin"/>
                <a:sym typeface="Cabin"/>
              </a:rPr>
              <a:t> Album </a:t>
            </a:r>
            <a:r>
              <a:rPr lang="en-US" sz="4200" b="0" i="0" u="none" strike="noStrike" cap="none" baseline="0">
                <a:solidFill>
                  <a:srgbClr val="FF7F00"/>
                </a:solidFill>
                <a:latin typeface="Cabin"/>
                <a:ea typeface="Cabin"/>
                <a:cs typeface="Cabin"/>
                <a:sym typeface="Cabin"/>
              </a:rPr>
              <a:t>join</a:t>
            </a:r>
            <a:r>
              <a:rPr lang="en-US" sz="4200" b="0" i="0" u="none" strike="noStrike" cap="none" baseline="0">
                <a:solidFill>
                  <a:srgbClr val="FFFF00"/>
                </a:solidFill>
                <a:latin typeface="Cabin"/>
                <a:ea typeface="Cabin"/>
                <a:cs typeface="Cabin"/>
                <a:sym typeface="Cabin"/>
              </a:rPr>
              <a:t> Artist</a:t>
            </a:r>
            <a:r>
              <a:rPr lang="en-US" sz="4200" b="0" i="0" u="none" strike="noStrike" cap="none" baseline="0">
                <a:solidFill>
                  <a:schemeClr val="lt1"/>
                </a:solidFill>
                <a:latin typeface="Cabin"/>
                <a:ea typeface="Cabin"/>
                <a:cs typeface="Cabin"/>
                <a:sym typeface="Cabin"/>
              </a:rPr>
              <a:t> </a:t>
            </a:r>
            <a:r>
              <a:rPr lang="en-US" sz="4200" b="0" i="0" u="none" strike="noStrike" cap="none" baseline="0">
                <a:solidFill>
                  <a:srgbClr val="FF7F00"/>
                </a:solidFill>
                <a:latin typeface="Cabin"/>
                <a:ea typeface="Cabin"/>
                <a:cs typeface="Cabin"/>
                <a:sym typeface="Cabin"/>
              </a:rPr>
              <a:t>on</a:t>
            </a:r>
            <a:r>
              <a:rPr lang="en-US" sz="4200" b="0" i="0" u="none" strike="noStrike" cap="none" baseline="0">
                <a:solidFill>
                  <a:schemeClr val="lt1"/>
                </a:solidFill>
                <a:latin typeface="Cabin"/>
                <a:ea typeface="Cabin"/>
                <a:cs typeface="Cabin"/>
                <a:sym typeface="Cabin"/>
              </a:rPr>
              <a:t> </a:t>
            </a:r>
            <a:r>
              <a:rPr lang="en-US" sz="4200" b="0" i="0" u="none" strike="noStrike" cap="none" baseline="0">
                <a:solidFill>
                  <a:srgbClr val="FF00FF"/>
                </a:solidFill>
                <a:latin typeface="Cabin"/>
                <a:ea typeface="Cabin"/>
                <a:cs typeface="Cabin"/>
                <a:sym typeface="Cabin"/>
              </a:rPr>
              <a:t>Track.genre_id = Genre.id and Track.album_id = Album.id and Album.artist_id = Artist.id</a:t>
            </a:r>
          </a:p>
        </p:txBody>
      </p:sp>
      <p:sp>
        <p:nvSpPr>
          <p:cNvPr id="741" name="Shape 741"/>
          <p:cNvSpPr txBox="1"/>
          <p:nvPr/>
        </p:nvSpPr>
        <p:spPr>
          <a:xfrm>
            <a:off x="12615861" y="4565650"/>
            <a:ext cx="3048000" cy="11430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3600" b="0" i="0" u="none" strike="noStrike" cap="none" baseline="0">
                <a:solidFill>
                  <a:srgbClr val="00FF00"/>
                </a:solidFill>
                <a:latin typeface="Cabin"/>
                <a:ea typeface="Cabin"/>
                <a:cs typeface="Cabin"/>
                <a:sym typeface="Cabin"/>
              </a:rPr>
              <a:t>What we want to see</a:t>
            </a:r>
          </a:p>
        </p:txBody>
      </p:sp>
      <p:sp>
        <p:nvSpPr>
          <p:cNvPr id="742" name="Shape 742"/>
          <p:cNvSpPr txBox="1"/>
          <p:nvPr/>
        </p:nvSpPr>
        <p:spPr>
          <a:xfrm>
            <a:off x="12450761" y="5962650"/>
            <a:ext cx="3365499" cy="11430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600" b="0" i="0" u="none" strike="noStrike" cap="none" baseline="0">
                <a:solidFill>
                  <a:srgbClr val="FFFF00"/>
                </a:solidFill>
                <a:latin typeface="Cabin"/>
                <a:ea typeface="Cabin"/>
                <a:cs typeface="Cabin"/>
                <a:sym typeface="Cabin"/>
              </a:rPr>
              <a:t>The tables which hold the data</a:t>
            </a:r>
          </a:p>
        </p:txBody>
      </p:sp>
      <p:sp>
        <p:nvSpPr>
          <p:cNvPr id="743" name="Shape 743"/>
          <p:cNvSpPr txBox="1"/>
          <p:nvPr/>
        </p:nvSpPr>
        <p:spPr>
          <a:xfrm>
            <a:off x="12615861" y="7321550"/>
            <a:ext cx="3048000" cy="11430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3600" b="0" i="0" u="none" strike="noStrike" cap="none" baseline="0">
                <a:solidFill>
                  <a:srgbClr val="FF00FF"/>
                </a:solidFill>
                <a:latin typeface="Cabin"/>
                <a:ea typeface="Cabin"/>
                <a:cs typeface="Cabin"/>
                <a:sym typeface="Cabin"/>
              </a:rPr>
              <a:t>How the tables are linked</a:t>
            </a:r>
          </a:p>
        </p:txBody>
      </p:sp>
      <p:pic>
        <p:nvPicPr>
          <p:cNvPr id="744" name="Shape 744"/>
          <p:cNvPicPr preferRelativeResize="0"/>
          <p:nvPr/>
        </p:nvPicPr>
        <p:blipFill rotWithShape="1">
          <a:blip r:embed="rId3">
            <a:alphaModFix/>
          </a:blip>
          <a:srcRect/>
          <a:stretch/>
        </p:blipFill>
        <p:spPr>
          <a:xfrm>
            <a:off x="393700" y="5702300"/>
            <a:ext cx="11606211" cy="2519361"/>
          </a:xfrm>
          <a:prstGeom prst="rect">
            <a:avLst/>
          </a:prstGeom>
          <a:noFill/>
          <a:ln>
            <a:noFill/>
          </a:ln>
        </p:spPr>
      </p:pic>
    </p:spTree>
  </p:cSld>
  <p:clrMapOvr>
    <a:masterClrMapping/>
  </p:clrMapOvr>
  <p:transition spd="slow">
    <p:cut/>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748"/>
        <p:cNvGrpSpPr/>
        <p:nvPr/>
      </p:nvGrpSpPr>
      <p:grpSpPr>
        <a:xfrm>
          <a:off x="0" y="0"/>
          <a:ext cx="0" cy="0"/>
          <a:chOff x="0" y="0"/>
          <a:chExt cx="0" cy="0"/>
        </a:xfrm>
      </p:grpSpPr>
      <p:pic>
        <p:nvPicPr>
          <p:cNvPr id="749" name="Shape 749"/>
          <p:cNvPicPr preferRelativeResize="0"/>
          <p:nvPr/>
        </p:nvPicPr>
        <p:blipFill rotWithShape="1">
          <a:blip r:embed="rId3">
            <a:alphaModFix/>
          </a:blip>
          <a:srcRect/>
          <a:stretch/>
        </p:blipFill>
        <p:spPr>
          <a:xfrm>
            <a:off x="1663700" y="965200"/>
            <a:ext cx="13185775" cy="7988300"/>
          </a:xfrm>
          <a:prstGeom prst="rect">
            <a:avLst/>
          </a:prstGeom>
          <a:noFill/>
          <a:ln>
            <a:noFill/>
          </a:ln>
        </p:spPr>
      </p:pic>
      <p:pic>
        <p:nvPicPr>
          <p:cNvPr id="750" name="Shape 750"/>
          <p:cNvPicPr preferRelativeResize="0"/>
          <p:nvPr/>
        </p:nvPicPr>
        <p:blipFill rotWithShape="1">
          <a:blip r:embed="rId4">
            <a:alphaModFix/>
          </a:blip>
          <a:srcRect/>
          <a:stretch/>
        </p:blipFill>
        <p:spPr>
          <a:xfrm>
            <a:off x="4076700" y="5740400"/>
            <a:ext cx="11607800" cy="2519361"/>
          </a:xfrm>
          <a:prstGeom prst="rect">
            <a:avLst/>
          </a:prstGeom>
          <a:noFill/>
          <a:ln w="50800" cap="rnd" cmpd="sng">
            <a:solidFill>
              <a:srgbClr val="000000"/>
            </a:solidFill>
            <a:prstDash val="solid"/>
            <a:miter/>
            <a:headEnd type="none" w="med" len="med"/>
            <a:tailEnd type="none" w="med" len="med"/>
          </a:ln>
        </p:spPr>
      </p:pic>
    </p:spTree>
  </p:cSld>
  <p:clrMapOvr>
    <a:masterClrMapping/>
  </p:clrMapOvr>
  <p:transition spd="slow">
    <p:cut/>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754"/>
        <p:cNvGrpSpPr/>
        <p:nvPr/>
      </p:nvGrpSpPr>
      <p:grpSpPr>
        <a:xfrm>
          <a:off x="0" y="0"/>
          <a:ext cx="0" cy="0"/>
          <a:chOff x="0" y="0"/>
          <a:chExt cx="0" cy="0"/>
        </a:xfrm>
      </p:grpSpPr>
      <p:sp>
        <p:nvSpPr>
          <p:cNvPr id="755" name="Shape 755"/>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b="0" i="0" u="none" strike="noStrike" cap="none" baseline="0">
                <a:solidFill>
                  <a:srgbClr val="00FF00"/>
                </a:solidFill>
                <a:latin typeface="Cabin"/>
                <a:ea typeface="Cabin"/>
                <a:cs typeface="Cabin"/>
                <a:sym typeface="Cabin"/>
              </a:rPr>
              <a:t>Complexity Enables Speed</a:t>
            </a:r>
          </a:p>
        </p:txBody>
      </p:sp>
      <p:sp>
        <p:nvSpPr>
          <p:cNvPr id="756" name="Shape 756"/>
          <p:cNvSpPr txBox="1">
            <a:spLocks noGrp="1"/>
          </p:cNvSpPr>
          <p:nvPr>
            <p:ph type="body" idx="1"/>
          </p:nvPr>
        </p:nvSpPr>
        <p:spPr>
          <a:xfrm>
            <a:off x="1155700" y="2603500"/>
            <a:ext cx="13931900" cy="5702299"/>
          </a:xfrm>
          <a:prstGeom prst="rect">
            <a:avLst/>
          </a:prstGeom>
          <a:noFill/>
          <a:ln>
            <a:noFill/>
          </a:ln>
        </p:spPr>
        <p:txBody>
          <a:bodyPr lIns="38100" tIns="38100" rIns="38100" bIns="38100" anchor="ctr" anchorCtr="0">
            <a:noAutofit/>
          </a:bodyPr>
          <a:lstStyle/>
          <a:p>
            <a:pPr marL="457200" marR="0" lvl="0" indent="-228600" algn="l" rtl="0">
              <a:lnSpc>
                <a:spcPct val="100000"/>
              </a:lnSpc>
              <a:spcBef>
                <a:spcPts val="0"/>
              </a:spcBef>
              <a:spcAft>
                <a:spcPts val="1000"/>
              </a:spcAft>
              <a:buSzPct val="100000"/>
              <a:buFont typeface="Cabin"/>
            </a:pPr>
            <a:r>
              <a:rPr lang="en-US" sz="3600" b="0" i="0" u="none" strike="noStrike" cap="none" baseline="0">
                <a:solidFill>
                  <a:schemeClr val="lt1"/>
                </a:solidFill>
                <a:latin typeface="Cabin"/>
                <a:ea typeface="Cabin"/>
                <a:cs typeface="Cabin"/>
                <a:sym typeface="Cabin"/>
              </a:rPr>
              <a:t>Complexity makes speed possible and allows you to get very fast results as the data size grows</a:t>
            </a:r>
          </a:p>
          <a:p>
            <a:pPr marL="457200" marR="0" lvl="0" indent="-228600" algn="l" rtl="0">
              <a:lnSpc>
                <a:spcPct val="100000"/>
              </a:lnSpc>
              <a:spcBef>
                <a:spcPts val="3500"/>
              </a:spcBef>
              <a:spcAft>
                <a:spcPts val="1000"/>
              </a:spcAft>
              <a:buSzPct val="100000"/>
              <a:buFont typeface="Cabin"/>
            </a:pPr>
            <a:r>
              <a:rPr lang="en-US" sz="3600" b="0" i="0" u="none" strike="noStrike" cap="none" baseline="0">
                <a:solidFill>
                  <a:schemeClr val="lt1"/>
                </a:solidFill>
                <a:latin typeface="Cabin"/>
                <a:ea typeface="Cabin"/>
                <a:cs typeface="Cabin"/>
                <a:sym typeface="Cabin"/>
              </a:rPr>
              <a:t>By </a:t>
            </a:r>
            <a:r>
              <a:rPr lang="en-US" sz="3600" b="0" i="0" u="none" strike="noStrike" cap="none" baseline="0">
                <a:solidFill>
                  <a:srgbClr val="00FF00"/>
                </a:solidFill>
                <a:latin typeface="Cabin"/>
                <a:ea typeface="Cabin"/>
                <a:cs typeface="Cabin"/>
                <a:sym typeface="Cabin"/>
              </a:rPr>
              <a:t>normalizing the data and linking it with integer keys</a:t>
            </a:r>
            <a:r>
              <a:rPr lang="en-US" sz="3600" b="0" i="0" u="none" strike="noStrike" cap="none" baseline="0">
                <a:solidFill>
                  <a:schemeClr val="lt1"/>
                </a:solidFill>
                <a:latin typeface="Cabin"/>
                <a:ea typeface="Cabin"/>
                <a:cs typeface="Cabin"/>
                <a:sym typeface="Cabin"/>
              </a:rPr>
              <a:t>, the overall </a:t>
            </a:r>
            <a:r>
              <a:rPr lang="en-US" sz="3600" b="0" i="0" u="none" strike="noStrike" cap="none" baseline="0">
                <a:solidFill>
                  <a:srgbClr val="00FF00"/>
                </a:solidFill>
                <a:latin typeface="Cabin"/>
                <a:ea typeface="Cabin"/>
                <a:cs typeface="Cabin"/>
                <a:sym typeface="Cabin"/>
              </a:rPr>
              <a:t>amount of data</a:t>
            </a:r>
            <a:r>
              <a:rPr lang="en-US" sz="3600" b="0" i="0" u="none" strike="noStrike" cap="none" baseline="0">
                <a:solidFill>
                  <a:schemeClr val="lt1"/>
                </a:solidFill>
                <a:latin typeface="Cabin"/>
                <a:ea typeface="Cabin"/>
                <a:cs typeface="Cabin"/>
                <a:sym typeface="Cabin"/>
              </a:rPr>
              <a:t> which the relational database must </a:t>
            </a:r>
            <a:r>
              <a:rPr lang="en-US" sz="3600" b="0" i="1" u="none" strike="noStrike" cap="none" baseline="0">
                <a:solidFill>
                  <a:srgbClr val="00FF00"/>
                </a:solidFill>
                <a:latin typeface="Cabin"/>
                <a:ea typeface="Cabin"/>
                <a:cs typeface="Cabin"/>
                <a:sym typeface="Cabin"/>
              </a:rPr>
              <a:t>scan</a:t>
            </a:r>
            <a:r>
              <a:rPr lang="en-US" sz="3600" b="0" i="0" u="none" strike="noStrike" cap="none" baseline="0">
                <a:solidFill>
                  <a:schemeClr val="lt1"/>
                </a:solidFill>
                <a:latin typeface="Cabin"/>
                <a:ea typeface="Cabin"/>
                <a:cs typeface="Cabin"/>
                <a:sym typeface="Cabin"/>
              </a:rPr>
              <a:t> is far lower than if the data were simply flattened out</a:t>
            </a:r>
          </a:p>
          <a:p>
            <a:pPr marL="457200" marR="0" lvl="0" indent="-228600" algn="l" rtl="0">
              <a:lnSpc>
                <a:spcPct val="100000"/>
              </a:lnSpc>
              <a:spcBef>
                <a:spcPts val="3500"/>
              </a:spcBef>
              <a:spcAft>
                <a:spcPts val="1000"/>
              </a:spcAft>
              <a:buSzPct val="100000"/>
              <a:buFont typeface="Cabin"/>
            </a:pPr>
            <a:r>
              <a:rPr lang="en-US" sz="3600" b="0" i="0" u="none" strike="noStrike" cap="none" baseline="0">
                <a:solidFill>
                  <a:schemeClr val="lt1"/>
                </a:solidFill>
                <a:latin typeface="Cabin"/>
                <a:ea typeface="Cabin"/>
                <a:cs typeface="Cabin"/>
                <a:sym typeface="Cabin"/>
              </a:rPr>
              <a:t>It might seem like a </a:t>
            </a:r>
            <a:r>
              <a:rPr lang="en-US" sz="3600" b="0" i="0" u="none" strike="noStrike" cap="none" baseline="0">
                <a:solidFill>
                  <a:srgbClr val="FF00FF"/>
                </a:solidFill>
                <a:latin typeface="Cabin"/>
                <a:ea typeface="Cabin"/>
                <a:cs typeface="Cabin"/>
                <a:sym typeface="Cabin"/>
              </a:rPr>
              <a:t>tradeoff</a:t>
            </a:r>
            <a:r>
              <a:rPr lang="en-US" sz="3600" b="0" i="0" u="none" strike="noStrike" cap="none" baseline="0">
                <a:solidFill>
                  <a:schemeClr val="lt1"/>
                </a:solidFill>
                <a:latin typeface="Cabin"/>
                <a:ea typeface="Cabin"/>
                <a:cs typeface="Cabin"/>
                <a:sym typeface="Cabin"/>
              </a:rPr>
              <a:t> - spend some time designing your database so it continues to be fast when your application is a success</a:t>
            </a:r>
          </a:p>
        </p:txBody>
      </p:sp>
    </p:spTree>
  </p:cSld>
  <p:clrMapOvr>
    <a:masterClrMapping/>
  </p:clrMapOvr>
  <p:transition spd="slow">
    <p:cut/>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760"/>
        <p:cNvGrpSpPr/>
        <p:nvPr/>
      </p:nvGrpSpPr>
      <p:grpSpPr>
        <a:xfrm>
          <a:off x="0" y="0"/>
          <a:ext cx="0" cy="0"/>
          <a:chOff x="0" y="0"/>
          <a:chExt cx="0" cy="0"/>
        </a:xfrm>
      </p:grpSpPr>
      <p:sp>
        <p:nvSpPr>
          <p:cNvPr id="761" name="Shape 761"/>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b="0" i="0" u="none" strike="noStrike" cap="none" baseline="0">
                <a:solidFill>
                  <a:srgbClr val="00FF00"/>
                </a:solidFill>
                <a:latin typeface="Cabin"/>
                <a:ea typeface="Cabin"/>
                <a:cs typeface="Cabin"/>
                <a:sym typeface="Cabin"/>
              </a:rPr>
              <a:t>Additional SQL Topics</a:t>
            </a:r>
          </a:p>
        </p:txBody>
      </p:sp>
      <p:sp>
        <p:nvSpPr>
          <p:cNvPr id="762" name="Shape 762"/>
          <p:cNvSpPr txBox="1">
            <a:spLocks noGrp="1"/>
          </p:cNvSpPr>
          <p:nvPr>
            <p:ph type="body" idx="1"/>
          </p:nvPr>
        </p:nvSpPr>
        <p:spPr>
          <a:xfrm>
            <a:off x="1155700" y="2603500"/>
            <a:ext cx="13931900" cy="5702299"/>
          </a:xfrm>
          <a:prstGeom prst="rect">
            <a:avLst/>
          </a:prstGeom>
          <a:noFill/>
          <a:ln>
            <a:noFill/>
          </a:ln>
        </p:spPr>
        <p:txBody>
          <a:bodyPr lIns="38100" tIns="38100" rIns="38100" bIns="38100" anchor="ctr" anchorCtr="0">
            <a:noAutofit/>
          </a:bodyPr>
          <a:lstStyle/>
          <a:p>
            <a:pPr marL="457200" marR="0" lvl="0" indent="-228600" algn="l" rtl="0">
              <a:lnSpc>
                <a:spcPct val="100000"/>
              </a:lnSpc>
              <a:spcBef>
                <a:spcPts val="0"/>
              </a:spcBef>
              <a:spcAft>
                <a:spcPts val="1000"/>
              </a:spcAft>
              <a:buSzPct val="100000"/>
              <a:buFont typeface="Cabin"/>
            </a:pPr>
            <a:r>
              <a:rPr lang="en-US" sz="3600" b="0" i="0" u="none" strike="noStrike" cap="none" baseline="0">
                <a:solidFill>
                  <a:srgbClr val="FF00FF"/>
                </a:solidFill>
                <a:latin typeface="Cabin"/>
                <a:ea typeface="Cabin"/>
                <a:cs typeface="Cabin"/>
                <a:sym typeface="Cabin"/>
              </a:rPr>
              <a:t>Indexes</a:t>
            </a:r>
            <a:r>
              <a:rPr lang="en-US" sz="3600" b="0" i="0" u="none" strike="noStrike" cap="none" baseline="0">
                <a:solidFill>
                  <a:schemeClr val="lt1"/>
                </a:solidFill>
                <a:latin typeface="Cabin"/>
                <a:ea typeface="Cabin"/>
                <a:cs typeface="Cabin"/>
                <a:sym typeface="Cabin"/>
              </a:rPr>
              <a:t> improve access performance for things like string fields</a:t>
            </a:r>
          </a:p>
          <a:p>
            <a:pPr marL="457200" marR="0" lvl="0" indent="-228600" algn="l" rtl="0">
              <a:lnSpc>
                <a:spcPct val="100000"/>
              </a:lnSpc>
              <a:spcBef>
                <a:spcPts val="3500"/>
              </a:spcBef>
              <a:spcAft>
                <a:spcPts val="1000"/>
              </a:spcAft>
              <a:buSzPct val="100000"/>
              <a:buFont typeface="Cabin"/>
            </a:pPr>
            <a:r>
              <a:rPr lang="en-US" sz="3600" b="0" i="0" u="none" strike="noStrike" cap="none" baseline="0">
                <a:solidFill>
                  <a:srgbClr val="00FF00"/>
                </a:solidFill>
                <a:latin typeface="Cabin"/>
                <a:ea typeface="Cabin"/>
                <a:cs typeface="Cabin"/>
                <a:sym typeface="Cabin"/>
              </a:rPr>
              <a:t>Constraints</a:t>
            </a:r>
            <a:r>
              <a:rPr lang="en-US" sz="3600" b="0" i="0" u="none" strike="noStrike" cap="none" baseline="0">
                <a:solidFill>
                  <a:schemeClr val="lt1"/>
                </a:solidFill>
                <a:latin typeface="Cabin"/>
                <a:ea typeface="Cabin"/>
                <a:cs typeface="Cabin"/>
                <a:sym typeface="Cabin"/>
              </a:rPr>
              <a:t> on data - (cannot be NULL, etc..)</a:t>
            </a:r>
          </a:p>
          <a:p>
            <a:pPr marL="457200" marR="0" lvl="0" indent="-228600" algn="l" rtl="0">
              <a:lnSpc>
                <a:spcPct val="100000"/>
              </a:lnSpc>
              <a:spcBef>
                <a:spcPts val="3500"/>
              </a:spcBef>
              <a:spcAft>
                <a:spcPts val="1000"/>
              </a:spcAft>
              <a:buSzPct val="100000"/>
              <a:buFont typeface="Cabin"/>
            </a:pPr>
            <a:r>
              <a:rPr lang="en-US" sz="3600" b="0" i="0" u="none" strike="noStrike" cap="none" baseline="0">
                <a:solidFill>
                  <a:srgbClr val="FF7F00"/>
                </a:solidFill>
                <a:latin typeface="Cabin"/>
                <a:ea typeface="Cabin"/>
                <a:cs typeface="Cabin"/>
                <a:sym typeface="Cabin"/>
              </a:rPr>
              <a:t>Transactions</a:t>
            </a:r>
            <a:r>
              <a:rPr lang="en-US" sz="3600" b="0" i="0" u="none" strike="noStrike" cap="none" baseline="0">
                <a:solidFill>
                  <a:schemeClr val="lt1"/>
                </a:solidFill>
                <a:latin typeface="Cabin"/>
                <a:ea typeface="Cabin"/>
                <a:cs typeface="Cabin"/>
                <a:sym typeface="Cabin"/>
              </a:rPr>
              <a:t> - allow SQL operations to be grouped and done as a unit</a:t>
            </a:r>
          </a:p>
          <a:p>
            <a:pPr marL="457200" marR="0" lvl="0" indent="-228600" algn="l" rtl="0">
              <a:lnSpc>
                <a:spcPct val="100000"/>
              </a:lnSpc>
              <a:spcBef>
                <a:spcPts val="3500"/>
              </a:spcBef>
              <a:spcAft>
                <a:spcPts val="1000"/>
              </a:spcAft>
              <a:buSzPct val="100000"/>
              <a:buFont typeface="Cabin"/>
            </a:pPr>
            <a:r>
              <a:rPr lang="en-US" sz="3600" b="0" i="0" u="none" strike="noStrike" cap="none" baseline="0">
                <a:solidFill>
                  <a:srgbClr val="FFFF00"/>
                </a:solidFill>
                <a:latin typeface="Cabin"/>
                <a:ea typeface="Cabin"/>
                <a:cs typeface="Cabin"/>
                <a:sym typeface="Cabin"/>
              </a:rPr>
              <a:t>See SI664 - Database Design (All Semesters)</a:t>
            </a:r>
          </a:p>
        </p:txBody>
      </p:sp>
    </p:spTree>
  </p:cSld>
  <p:clrMapOvr>
    <a:masterClrMapping/>
  </p:clrMapOvr>
  <p:transition spd="slow">
    <p:cut/>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766"/>
        <p:cNvGrpSpPr/>
        <p:nvPr/>
      </p:nvGrpSpPr>
      <p:grpSpPr>
        <a:xfrm>
          <a:off x="0" y="0"/>
          <a:ext cx="0" cy="0"/>
          <a:chOff x="0" y="0"/>
          <a:chExt cx="0" cy="0"/>
        </a:xfrm>
      </p:grpSpPr>
      <p:sp>
        <p:nvSpPr>
          <p:cNvPr id="767" name="Shape 767"/>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b="0" i="0" u="none" strike="noStrike" cap="none" baseline="0">
                <a:solidFill>
                  <a:srgbClr val="00FF00"/>
                </a:solidFill>
                <a:latin typeface="Cabin"/>
                <a:ea typeface="Cabin"/>
                <a:cs typeface="Cabin"/>
                <a:sym typeface="Cabin"/>
              </a:rPr>
              <a:t>Summary</a:t>
            </a:r>
          </a:p>
        </p:txBody>
      </p:sp>
      <p:sp>
        <p:nvSpPr>
          <p:cNvPr id="768" name="Shape 768"/>
          <p:cNvSpPr txBox="1">
            <a:spLocks noGrp="1"/>
          </p:cNvSpPr>
          <p:nvPr>
            <p:ph type="body" idx="1"/>
          </p:nvPr>
        </p:nvSpPr>
        <p:spPr>
          <a:xfrm>
            <a:off x="1155700" y="2603500"/>
            <a:ext cx="13931900" cy="5702299"/>
          </a:xfrm>
          <a:prstGeom prst="rect">
            <a:avLst/>
          </a:prstGeom>
          <a:noFill/>
          <a:ln>
            <a:noFill/>
          </a:ln>
        </p:spPr>
        <p:txBody>
          <a:bodyPr lIns="38100" tIns="38100" rIns="38100" bIns="38100" anchor="ctr" anchorCtr="0">
            <a:noAutofit/>
          </a:bodyPr>
          <a:lstStyle/>
          <a:p>
            <a:pPr marL="457200" marR="0" lvl="0" indent="-228600" algn="l" rtl="0">
              <a:lnSpc>
                <a:spcPct val="100000"/>
              </a:lnSpc>
              <a:spcBef>
                <a:spcPts val="0"/>
              </a:spcBef>
              <a:spcAft>
                <a:spcPts val="1000"/>
              </a:spcAft>
              <a:buSzPct val="100000"/>
              <a:buFont typeface="Cabin"/>
            </a:pPr>
            <a:r>
              <a:rPr lang="en-US" sz="3600" b="0" i="0" u="none" strike="noStrike" cap="none" baseline="0">
                <a:solidFill>
                  <a:schemeClr val="lt1"/>
                </a:solidFill>
                <a:latin typeface="Cabin"/>
                <a:ea typeface="Cabin"/>
                <a:cs typeface="Cabin"/>
                <a:sym typeface="Cabin"/>
              </a:rPr>
              <a:t>Relational databases allow us to </a:t>
            </a:r>
            <a:r>
              <a:rPr lang="en-US" sz="3600" b="0" i="0" u="none" strike="noStrike" cap="none" baseline="0">
                <a:solidFill>
                  <a:srgbClr val="00FF00"/>
                </a:solidFill>
                <a:latin typeface="Cabin"/>
                <a:ea typeface="Cabin"/>
                <a:cs typeface="Cabin"/>
                <a:sym typeface="Cabin"/>
              </a:rPr>
              <a:t>scale</a:t>
            </a:r>
            <a:r>
              <a:rPr lang="en-US" sz="3600" b="0" i="0" u="none" strike="noStrike" cap="none" baseline="0">
                <a:solidFill>
                  <a:schemeClr val="lt1"/>
                </a:solidFill>
                <a:latin typeface="Cabin"/>
                <a:ea typeface="Cabin"/>
                <a:cs typeface="Cabin"/>
                <a:sym typeface="Cabin"/>
              </a:rPr>
              <a:t> to very large amounts of data</a:t>
            </a:r>
          </a:p>
          <a:p>
            <a:pPr marL="457200" marR="0" lvl="0" indent="-228600" algn="l" rtl="0">
              <a:lnSpc>
                <a:spcPct val="100000"/>
              </a:lnSpc>
              <a:spcBef>
                <a:spcPts val="3500"/>
              </a:spcBef>
              <a:spcAft>
                <a:spcPts val="1000"/>
              </a:spcAft>
              <a:buSzPct val="100000"/>
              <a:buFont typeface="Cabin"/>
            </a:pPr>
            <a:r>
              <a:rPr lang="en-US" sz="3600" b="0" i="0" u="none" strike="noStrike" cap="none" baseline="0">
                <a:solidFill>
                  <a:schemeClr val="lt1"/>
                </a:solidFill>
                <a:latin typeface="Cabin"/>
                <a:ea typeface="Cabin"/>
                <a:cs typeface="Cabin"/>
                <a:sym typeface="Cabin"/>
              </a:rPr>
              <a:t>The key is to have </a:t>
            </a:r>
            <a:r>
              <a:rPr lang="en-US" sz="3600" b="0" i="0" u="none" strike="noStrike" cap="none" baseline="0">
                <a:solidFill>
                  <a:srgbClr val="FF00FF"/>
                </a:solidFill>
                <a:latin typeface="Cabin"/>
                <a:ea typeface="Cabin"/>
                <a:cs typeface="Cabin"/>
                <a:sym typeface="Cabin"/>
              </a:rPr>
              <a:t>one copy of any data </a:t>
            </a:r>
            <a:r>
              <a:rPr lang="en-US" sz="3600" b="0" i="0" u="none" strike="noStrike" cap="none" baseline="0">
                <a:solidFill>
                  <a:schemeClr val="lt1"/>
                </a:solidFill>
                <a:latin typeface="Cabin"/>
                <a:ea typeface="Cabin"/>
                <a:cs typeface="Cabin"/>
                <a:sym typeface="Cabin"/>
              </a:rPr>
              <a:t>element and use relations and joins to link the data to multiple places</a:t>
            </a:r>
          </a:p>
          <a:p>
            <a:pPr marL="457200" marR="0" lvl="0" indent="-228600" algn="l" rtl="0">
              <a:lnSpc>
                <a:spcPct val="100000"/>
              </a:lnSpc>
              <a:spcBef>
                <a:spcPts val="3500"/>
              </a:spcBef>
              <a:spcAft>
                <a:spcPts val="1000"/>
              </a:spcAft>
              <a:buSzPct val="100000"/>
              <a:buFont typeface="Cabin"/>
            </a:pPr>
            <a:r>
              <a:rPr lang="en-US" sz="3600" b="0" i="0" u="none" strike="noStrike" cap="none" baseline="0">
                <a:solidFill>
                  <a:schemeClr val="lt1"/>
                </a:solidFill>
                <a:latin typeface="Cabin"/>
                <a:ea typeface="Cabin"/>
                <a:cs typeface="Cabin"/>
                <a:sym typeface="Cabin"/>
              </a:rPr>
              <a:t>This greatly </a:t>
            </a:r>
            <a:r>
              <a:rPr lang="en-US" sz="3600" b="0" i="0" u="none" strike="noStrike" cap="none" baseline="0">
                <a:solidFill>
                  <a:srgbClr val="FF7F00"/>
                </a:solidFill>
                <a:latin typeface="Cabin"/>
                <a:ea typeface="Cabin"/>
                <a:cs typeface="Cabin"/>
                <a:sym typeface="Cabin"/>
              </a:rPr>
              <a:t>reduces the amount of data which much be scanned</a:t>
            </a:r>
            <a:r>
              <a:rPr lang="en-US" sz="3600" b="0" i="0" u="none" strike="noStrike" cap="none" baseline="0">
                <a:solidFill>
                  <a:schemeClr val="lt1"/>
                </a:solidFill>
                <a:latin typeface="Cabin"/>
                <a:ea typeface="Cabin"/>
                <a:cs typeface="Cabin"/>
                <a:sym typeface="Cabin"/>
              </a:rPr>
              <a:t> when doing complex operations across large amounts of data</a:t>
            </a:r>
          </a:p>
          <a:p>
            <a:pPr marL="457200" marR="0" lvl="0" indent="-228600" algn="l" rtl="0">
              <a:lnSpc>
                <a:spcPct val="100000"/>
              </a:lnSpc>
              <a:spcBef>
                <a:spcPts val="3500"/>
              </a:spcBef>
              <a:spcAft>
                <a:spcPts val="1000"/>
              </a:spcAft>
              <a:buSzPct val="100000"/>
              <a:buFont typeface="Cabin"/>
            </a:pPr>
            <a:r>
              <a:rPr lang="en-US" sz="3600" b="0" i="0" u="none" strike="noStrike" cap="none" baseline="0">
                <a:solidFill>
                  <a:schemeClr val="lt1"/>
                </a:solidFill>
                <a:latin typeface="Cabin"/>
                <a:ea typeface="Cabin"/>
                <a:cs typeface="Cabin"/>
                <a:sym typeface="Cabin"/>
              </a:rPr>
              <a:t>Database and SQL design is a bit of an </a:t>
            </a:r>
            <a:r>
              <a:rPr lang="en-US" sz="3600" b="0" i="0" u="none" strike="noStrike" cap="none" baseline="0">
                <a:solidFill>
                  <a:srgbClr val="FFFF00"/>
                </a:solidFill>
                <a:latin typeface="Cabin"/>
                <a:ea typeface="Cabin"/>
                <a:cs typeface="Cabin"/>
                <a:sym typeface="Cabin"/>
              </a:rPr>
              <a:t>art</a:t>
            </a:r>
            <a:r>
              <a:rPr lang="en-US" sz="3600">
                <a:solidFill>
                  <a:srgbClr val="FFFF00"/>
                </a:solidFill>
                <a:latin typeface="Cabin"/>
                <a:ea typeface="Cabin"/>
                <a:cs typeface="Cabin"/>
                <a:sym typeface="Cabin"/>
              </a:rPr>
              <a:t> </a:t>
            </a:r>
            <a:r>
              <a:rPr lang="en-US" sz="3600" b="0" i="0" u="none" strike="noStrike" cap="none" baseline="0">
                <a:solidFill>
                  <a:srgbClr val="FFFF00"/>
                </a:solidFill>
                <a:latin typeface="Cabin"/>
                <a:ea typeface="Cabin"/>
                <a:cs typeface="Cabin"/>
                <a:sym typeface="Cabin"/>
              </a:rPr>
              <a:t>form</a:t>
            </a:r>
          </a:p>
        </p:txBody>
      </p:sp>
    </p:spTree>
  </p:cSld>
  <p:clrMapOvr>
    <a:masterClrMapping/>
  </p:clrMapOvr>
  <p:transition spd="slow">
    <p:cut/>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811"/>
        <p:cNvGrpSpPr/>
        <p:nvPr/>
      </p:nvGrpSpPr>
      <p:grpSpPr>
        <a:xfrm>
          <a:off x="0" y="0"/>
          <a:ext cx="0" cy="0"/>
          <a:chOff x="0" y="0"/>
          <a:chExt cx="0" cy="0"/>
        </a:xfrm>
      </p:grpSpPr>
      <p:sp>
        <p:nvSpPr>
          <p:cNvPr id="8" name="Title 7"/>
          <p:cNvSpPr>
            <a:spLocks noGrp="1"/>
          </p:cNvSpPr>
          <p:nvPr>
            <p:ph type="title"/>
          </p:nvPr>
        </p:nvSpPr>
        <p:spPr/>
        <p:txBody>
          <a:bodyPr/>
          <a:lstStyle/>
          <a:p>
            <a:endParaRPr lang="en-US"/>
          </a:p>
        </p:txBody>
      </p:sp>
    </p:spTree>
  </p:cSld>
  <p:clrMapOvr>
    <a:masterClrMapping/>
  </p:clrMapOvr>
  <p:transition spd="slow">
    <p:cut/>
  </p:transition>
</p:sld>
</file>

<file path=ppt/theme/theme1.xml><?xml version="1.0" encoding="utf-8"?>
<a:theme xmlns:a="http://schemas.openxmlformats.org/drawingml/2006/main" name="Title &amp; Subtitle">
  <a:themeElements>
    <a:clrScheme name="">
      <a:dk1>
        <a:srgbClr val="808080"/>
      </a:dk1>
      <a:lt1>
        <a:srgbClr val="FFFFFF"/>
      </a:lt1>
      <a:dk2>
        <a:srgbClr val="000000"/>
      </a:dk2>
      <a:lt2>
        <a:srgbClr val="000000"/>
      </a:lt2>
      <a:accent1>
        <a:srgbClr val="BBE0E3"/>
      </a:accent1>
      <a:accent2>
        <a:srgbClr val="333399"/>
      </a:accent2>
      <a:accent3>
        <a:srgbClr val="AAAAAA"/>
      </a:accent3>
      <a:accent4>
        <a:srgbClr val="DADADA"/>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Title &amp; Bullets">
  <a:themeElements>
    <a:clrScheme name="">
      <a:dk1>
        <a:srgbClr val="808080"/>
      </a:dk1>
      <a:lt1>
        <a:srgbClr val="FFFFFF"/>
      </a:lt1>
      <a:dk2>
        <a:srgbClr val="000000"/>
      </a:dk2>
      <a:lt2>
        <a:srgbClr val="000000"/>
      </a:lt2>
      <a:accent1>
        <a:srgbClr val="FFFF00"/>
      </a:accent1>
      <a:accent2>
        <a:srgbClr val="333399"/>
      </a:accent2>
      <a:accent3>
        <a:srgbClr val="AAAAAA"/>
      </a:accent3>
      <a:accent4>
        <a:srgbClr val="DADADA"/>
      </a:accent4>
      <a:accent5>
        <a:srgbClr val="FFFFAA"/>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itle - Center">
  <a:themeElements>
    <a:clrScheme name="">
      <a:dk1>
        <a:srgbClr val="808080"/>
      </a:dk1>
      <a:lt1>
        <a:srgbClr val="FFFFFF"/>
      </a:lt1>
      <a:dk2>
        <a:srgbClr val="000000"/>
      </a:dk2>
      <a:lt2>
        <a:srgbClr val="000000"/>
      </a:lt2>
      <a:accent1>
        <a:srgbClr val="BBE0E3"/>
      </a:accent1>
      <a:accent2>
        <a:srgbClr val="333399"/>
      </a:accent2>
      <a:accent3>
        <a:srgbClr val="AAAAAA"/>
      </a:accent3>
      <a:accent4>
        <a:srgbClr val="DADADA"/>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itle &amp; Bullets">
  <a:themeElements>
    <a:clrScheme name="">
      <a:dk1>
        <a:srgbClr val="808080"/>
      </a:dk1>
      <a:lt1>
        <a:srgbClr val="FFFFFF"/>
      </a:lt1>
      <a:dk2>
        <a:srgbClr val="000000"/>
      </a:dk2>
      <a:lt2>
        <a:srgbClr val="000000"/>
      </a:lt2>
      <a:accent1>
        <a:srgbClr val="FFFF00"/>
      </a:accent1>
      <a:accent2>
        <a:srgbClr val="333399"/>
      </a:accent2>
      <a:accent3>
        <a:srgbClr val="AAAAAA"/>
      </a:accent3>
      <a:accent4>
        <a:srgbClr val="DADADA"/>
      </a:accent4>
      <a:accent5>
        <a:srgbClr val="FFFFAA"/>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2141</Words>
  <Application>Microsoft Office PowerPoint</Application>
  <PresentationFormat>Custom</PresentationFormat>
  <Paragraphs>336</Paragraphs>
  <Slides>74</Slides>
  <Notes>74</Notes>
  <HiddenSlides>0</HiddenSlides>
  <MMClips>0</MMClips>
  <ScaleCrop>false</ScaleCrop>
  <HeadingPairs>
    <vt:vector size="6" baseType="variant">
      <vt:variant>
        <vt:lpstr>Fonts Used</vt:lpstr>
      </vt:variant>
      <vt:variant>
        <vt:i4>3</vt:i4>
      </vt:variant>
      <vt:variant>
        <vt:lpstr>Theme</vt:lpstr>
      </vt:variant>
      <vt:variant>
        <vt:i4>4</vt:i4>
      </vt:variant>
      <vt:variant>
        <vt:lpstr>Slide Titles</vt:lpstr>
      </vt:variant>
      <vt:variant>
        <vt:i4>74</vt:i4>
      </vt:variant>
    </vt:vector>
  </HeadingPairs>
  <TitlesOfParts>
    <vt:vector size="81" baseType="lpstr">
      <vt:lpstr>Arial</vt:lpstr>
      <vt:lpstr>Cabin</vt:lpstr>
      <vt:lpstr>Courier New</vt:lpstr>
      <vt:lpstr>Title &amp; Subtitle</vt:lpstr>
      <vt:lpstr>1_Title &amp; Bullets</vt:lpstr>
      <vt:lpstr>Title - Center</vt:lpstr>
      <vt:lpstr>Title &amp; Bullets</vt:lpstr>
      <vt:lpstr>Relational Databases and SQLite</vt:lpstr>
      <vt:lpstr>SQLite Manager for Firefox</vt:lpstr>
      <vt:lpstr>Relational Databases</vt:lpstr>
      <vt:lpstr>Terminology</vt:lpstr>
      <vt:lpstr>Slide 5</vt:lpstr>
      <vt:lpstr>Slide 6</vt:lpstr>
      <vt:lpstr>Two Roles in Large Projects</vt:lpstr>
      <vt:lpstr>Application Structure</vt:lpstr>
      <vt:lpstr>Database Administrator (dba)</vt:lpstr>
      <vt:lpstr>Database Model</vt:lpstr>
      <vt:lpstr>SQL</vt:lpstr>
      <vt:lpstr>Common Database Systems</vt:lpstr>
      <vt:lpstr>SQLite Database Manager</vt:lpstr>
      <vt:lpstr>SQLite is in lots of software...</vt:lpstr>
      <vt:lpstr>Slide 15</vt:lpstr>
      <vt:lpstr>Application Structure</vt:lpstr>
      <vt:lpstr>Start Simple - A Single Table</vt:lpstr>
      <vt:lpstr>Slide 18</vt:lpstr>
      <vt:lpstr>Slide 19</vt:lpstr>
      <vt:lpstr>SQL</vt:lpstr>
      <vt:lpstr>SQL Insert</vt:lpstr>
      <vt:lpstr>Slide 22</vt:lpstr>
      <vt:lpstr>SQL Delete</vt:lpstr>
      <vt:lpstr>Slide 24</vt:lpstr>
      <vt:lpstr>SQL: Update</vt:lpstr>
      <vt:lpstr>Slide 26</vt:lpstr>
      <vt:lpstr>Retrieving Records: Select</vt:lpstr>
      <vt:lpstr>Slide 28</vt:lpstr>
      <vt:lpstr>Sorting with ORDER BY</vt:lpstr>
      <vt:lpstr>Slide 30</vt:lpstr>
      <vt:lpstr>SQL Summary</vt:lpstr>
      <vt:lpstr>This is not too exciting (so far)</vt:lpstr>
      <vt:lpstr>Complex Data Models and  Relationships</vt:lpstr>
      <vt:lpstr>Database Design</vt:lpstr>
      <vt:lpstr>Slide 35</vt:lpstr>
      <vt:lpstr>Slide 36</vt:lpstr>
      <vt:lpstr>Building a Data Model</vt:lpstr>
      <vt:lpstr>Slide 38</vt:lpstr>
      <vt:lpstr>For each “piece of info”...</vt:lpstr>
      <vt:lpstr>Slide 40</vt:lpstr>
      <vt:lpstr>Slide 41</vt:lpstr>
      <vt:lpstr>Representing Relationships in a Database</vt:lpstr>
      <vt:lpstr>Slide 43</vt:lpstr>
      <vt:lpstr>Database Normalization (3NF)</vt:lpstr>
      <vt:lpstr>Integer Reference Pattern</vt:lpstr>
      <vt:lpstr>Keys</vt:lpstr>
      <vt:lpstr>Three Kinds of Keys</vt:lpstr>
      <vt:lpstr>Primary Key Rules</vt:lpstr>
      <vt:lpstr>Foreign Keys</vt:lpstr>
      <vt:lpstr>Relationship Building (in tables)</vt:lpstr>
      <vt:lpstr>Slide 51</vt:lpstr>
      <vt:lpstr>Slide 52</vt:lpstr>
      <vt:lpstr>Slide 53</vt:lpstr>
      <vt:lpstr>Slide 54</vt:lpstr>
      <vt:lpstr>Slide 55</vt:lpstr>
      <vt:lpstr>Slide 56</vt:lpstr>
      <vt:lpstr>Slide 57</vt:lpstr>
      <vt:lpstr>Slide 58</vt:lpstr>
      <vt:lpstr>Slide 59</vt:lpstr>
      <vt:lpstr>Slide 60</vt:lpstr>
      <vt:lpstr>Slide 61</vt:lpstr>
      <vt:lpstr>We have relationships!</vt:lpstr>
      <vt:lpstr>Using Join Across Tables</vt:lpstr>
      <vt:lpstr>Relational Power</vt:lpstr>
      <vt:lpstr>The JOIN Operation</vt:lpstr>
      <vt:lpstr>Slide 66</vt:lpstr>
      <vt:lpstr>Slide 67</vt:lpstr>
      <vt:lpstr>Slide 68</vt:lpstr>
      <vt:lpstr>It can get complex...</vt:lpstr>
      <vt:lpstr>Slide 70</vt:lpstr>
      <vt:lpstr>Complexity Enables Speed</vt:lpstr>
      <vt:lpstr>Additional SQL Topics</vt:lpstr>
      <vt:lpstr>Summary</vt:lpstr>
      <vt:lpstr>Slide 74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Relational Databases and SQLite</dc:title>
  <cp:lastModifiedBy>Atul Ghumade</cp:lastModifiedBy>
  <cp:revision>1</cp:revision>
  <dcterms:modified xsi:type="dcterms:W3CDTF">2015-09-03T18:40:51Z</dcterms:modified>
</cp:coreProperties>
</file>