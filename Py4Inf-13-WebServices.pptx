
<file path=[Content_Types].xml><?xml version="1.0" encoding="utf-8"?>
<Types xmlns="http://schemas.openxmlformats.org/package/2006/content-types">
  <Override PartName="/ppt/slideMasters/slideMaster3.xml" ContentType="application/vnd.openxmlformats-officedocument.presentationml.slideMaster+xml"/>
  <Override PartName="/ppt/slides/slide29.xml" ContentType="application/vnd.openxmlformats-officedocument.presentationml.slide+xml"/>
  <Override PartName="/ppt/slides/slide47.xml" ContentType="application/vnd.openxmlformats-officedocument.presentationml.slide+xml"/>
  <Override PartName="/ppt/slideLayouts/slideLayout39.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slideLayouts/slideLayout53.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42.xml" ContentType="application/vnd.openxmlformats-officedocument.presentationml.slideLayout+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Masters/slideMaster4.xml" ContentType="application/vnd.openxmlformats-officedocument.presentationml.slideMaster+xml"/>
  <Override PartName="/ppt/slides/slide9.xml" ContentType="application/vnd.openxmlformats-officedocument.presentationml.slide+xml"/>
  <Override PartName="/ppt/viewProps.xml" ContentType="application/vnd.openxmlformats-officedocument.presentationml.viewProps+xml"/>
  <Override PartName="/ppt/theme/theme6.xml" ContentType="application/vnd.openxmlformats-officedocument.theme+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notesSlides/notesSlide3.xml" ContentType="application/vnd.openxmlformats-officedocument.presentationml.notesSlide+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18.xml" ContentType="application/vnd.openxmlformats-officedocument.presentationml.slideLayout+xml"/>
  <Override PartName="/ppt/theme/theme2.xml" ContentType="application/vnd.openxmlformats-officedocument.theme+xml"/>
  <Override PartName="/ppt/slideLayouts/slideLayout36.xml" ContentType="application/vnd.openxmlformats-officedocument.presentationml.slideLayout+xml"/>
  <Override PartName="/ppt/slideLayouts/slideLayout47.xml" ContentType="application/vnd.openxmlformats-officedocument.presentationml.slideLayout+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slideLayouts/slideLayout14.xml" ContentType="application/vnd.openxmlformats-officedocument.presentationml.slideLayout+xml"/>
  <Override PartName="/ppt/slideLayouts/slideLayout32.xml" ContentType="application/vnd.openxmlformats-officedocument.presentationml.slideLayout+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Layouts/slideLayout21.xml" ContentType="application/vnd.openxmlformats-officedocument.presentationml.slideLayout+xml"/>
  <Override PartName="/ppt/slideLayouts/slideLayout50.xml" ContentType="application/vnd.openxmlformats-officedocument.presentationml.slideLayout+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Masters/slideMaster5.xml" ContentType="application/vnd.openxmlformats-officedocument.presentationml.slideMaster+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55.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51.xml" ContentType="application/vnd.openxmlformats-officedocument.presentationml.slideLayout+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Layouts/slideLayout3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Layouts/slideLayout16.xml" ContentType="application/vnd.openxmlformats-officedocument.presentationml.slideLayout+xml"/>
  <Override PartName="/ppt/slideLayouts/slideLayout34.xml" ContentType="application/vnd.openxmlformats-officedocument.presentationml.slideLayout+xml"/>
  <Default Extension="jpeg" ContentType="image/jpeg"/>
  <Override PartName="/ppt/notesSlides/notesSlide37.xml" ContentType="application/vnd.openxmlformats-officedocument.presentationml.notesSlide+xml"/>
  <Override PartName="/ppt/notesSlides/notesSlide55.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30.xml" ContentType="application/vnd.openxmlformats-officedocument.presentationml.slide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3" r:id="rId1"/>
    <p:sldMasterId id="2147483704" r:id="rId2"/>
    <p:sldMasterId id="2147483705" r:id="rId3"/>
    <p:sldMasterId id="2147483706" r:id="rId4"/>
    <p:sldMasterId id="2147483707" r:id="rId5"/>
  </p:sldMasterIdLst>
  <p:notesMasterIdLst>
    <p:notesMasterId r:id="rId6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Lst>
  <p:sldSz cx="16256000" cy="9144000"/>
  <p:notesSz cx="6858000" cy="9144000"/>
  <p:embeddedFontLst>
    <p:embeddedFont>
      <p:font typeface="Cabin" charset="0"/>
      <p:regular r:id="rId64"/>
      <p:bold r:id="rId65"/>
      <p:italic r:id="rId66"/>
      <p:boldItalic r:id="rId67"/>
    </p:embeddedFont>
  </p:embeddedFontLst>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1" d="100"/>
          <a:sy n="51" d="100"/>
        </p:scale>
        <p:origin x="-750" y="-90"/>
      </p:cViewPr>
      <p:guideLst>
        <p:guide orient="horz" pos="2880"/>
        <p:guide pos="512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notesMaster" Target="notesMasters/notesMaster1.xml"/><Relationship Id="rId68" Type="http://schemas.openxmlformats.org/officeDocument/2006/relationships/presProps" Target="presProps.xml"/><Relationship Id="rId7" Type="http://schemas.openxmlformats.org/officeDocument/2006/relationships/slide" Target="slides/slide2.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font" Target="fonts/font3.fntdata"/><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font" Target="fonts/font2.fntdata"/><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font" Target="fonts/font1.fntdata"/><Relationship Id="rId69"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font" Target="fonts/font4.fntdata"/><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 name="Shape 3"/>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a:spcBef>
                <a:spcPts val="0"/>
              </a:spcBef>
              <a:defRPr sz="1100"/>
            </a:lvl1pPr>
            <a:lvl2pPr>
              <a:spcBef>
                <a:spcPts val="0"/>
              </a:spcBef>
              <a:defRPr sz="1100"/>
            </a:lvl2pPr>
            <a:lvl3pPr>
              <a:spcBef>
                <a:spcPts val="0"/>
              </a:spcBef>
              <a:defRPr sz="1100"/>
            </a:lvl3pPr>
            <a:lvl4pPr>
              <a:spcBef>
                <a:spcPts val="0"/>
              </a:spcBef>
              <a:defRPr sz="1100"/>
            </a:lvl4pPr>
            <a:lvl5pPr>
              <a:spcBef>
                <a:spcPts val="0"/>
              </a:spcBef>
              <a:defRPr sz="1100"/>
            </a:lvl5pPr>
            <a:lvl6pPr>
              <a:spcBef>
                <a:spcPts val="0"/>
              </a:spcBef>
              <a:defRPr sz="1100"/>
            </a:lvl6pPr>
            <a:lvl7pPr>
              <a:spcBef>
                <a:spcPts val="0"/>
              </a:spcBef>
              <a:defRPr sz="1100"/>
            </a:lvl7pPr>
            <a:lvl8pPr>
              <a:spcBef>
                <a:spcPts val="0"/>
              </a:spcBef>
              <a:defRPr sz="1100"/>
            </a:lvl8pPr>
            <a:lvl9pPr>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Shape 5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Shape 9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96" name="Shape 96"/>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Shape 10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07" name="Shape 107"/>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Shape 11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20" name="Shape 120"/>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Shape 13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33" name="Shape 13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Shape 13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40" name="Shape 140"/>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Shape 14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47" name="Shape 147"/>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Shape 15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54" name="Shape 154"/>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Shape 16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61" name="Shape 161"/>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Shape 16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69" name="Shape 169"/>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Shape 17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76" name="Shape 176"/>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Shape 18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83" name="Shape 18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Shape 20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07" name="Shape 207"/>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Shape 23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34" name="Shape 234"/>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Shape 25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60" name="Shape 260"/>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Shape 26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68" name="Shape 268"/>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Shape 27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75" name="Shape 275"/>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Shape 28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86" name="Shape 286"/>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Shape 29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99" name="Shape 299"/>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Shape 30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07" name="Shape 307"/>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Shape 31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15" name="Shape 315"/>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Shape 32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23" name="Shape 32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Shape 33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31" name="Shape 331"/>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Shape 37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79" name="Shape 379"/>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Shape 39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93" name="Shape 39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Shape 39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00" name="Shape 400"/>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Shape 40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06" name="Shape 406"/>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Shape 41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12" name="Shape 412"/>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Shape 41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18" name="Shape 418"/>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Shape 42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24" name="Shape 424"/>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Shape 47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71" name="Shape 471"/>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Shape 47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76" name="Shape 476"/>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Shape 48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81" name="Shape 481"/>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Shape 48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88" name="Shape 488"/>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Shape 49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95" name="Shape 495"/>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Shape 50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02" name="Shape 502"/>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Shape 51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19" name="Shape 519"/>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Shape 52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28" name="Shape 528"/>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Shape 53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35" name="Shape 535"/>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Shape 54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43" name="Shape 54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Shape 55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51" name="Shape 551"/>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Shape 55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57" name="Shape 557"/>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Shape 56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64" name="Shape 564"/>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Shape 57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71" name="Shape 571"/>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Shape 57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77" name="Shape 577"/>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Shape 58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82" name="Shape 582"/>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Shape 58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87" name="Shape 587"/>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Shape 59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92" name="Shape 592"/>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Shape 59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597" name="Shape 597"/>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Shape 60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603" name="Shape 60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Shape 60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609" name="Shape 609"/>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Shape 61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614" name="Shape 614"/>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Shape 62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621" name="Shape 621"/>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Shape 62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626" name="Shape 626"/>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Shape 63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633" name="Shape 63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Shape 63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639" name="Shape 639"/>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Shape 68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688" name="Shape 68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7"/>
        <p:cNvGrpSpPr/>
        <p:nvPr/>
      </p:nvGrpSpPr>
      <p:grpSpPr>
        <a:xfrm>
          <a:off x="0" y="0"/>
          <a:ext cx="0" cy="0"/>
          <a:chOff x="0" y="0"/>
          <a:chExt cx="0" cy="0"/>
        </a:xfrm>
      </p:grpSpPr>
      <p:sp>
        <p:nvSpPr>
          <p:cNvPr id="8" name="Shape 8"/>
          <p:cNvSpPr txBox="1">
            <a:spLocks noGrp="1"/>
          </p:cNvSpPr>
          <p:nvPr>
            <p:ph type="title"/>
          </p:nvPr>
        </p:nvSpPr>
        <p:spPr>
          <a:xfrm rot="5400000">
            <a:off x="11231562" y="1909762"/>
            <a:ext cx="4229100" cy="3482975"/>
          </a:xfrm>
          <a:prstGeom prst="rect">
            <a:avLst/>
          </a:prstGeom>
          <a:noFill/>
          <a:ln>
            <a:noFill/>
          </a:ln>
        </p:spPr>
        <p:txBody>
          <a:bodyPr lIns="91425" tIns="91425" rIns="91425" bIns="91425" anchor="b"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9" name="Shape 9"/>
          <p:cNvSpPr txBox="1">
            <a:spLocks noGrp="1"/>
          </p:cNvSpPr>
          <p:nvPr>
            <p:ph type="body" idx="1"/>
          </p:nvPr>
        </p:nvSpPr>
        <p:spPr>
          <a:xfrm rot="5400000">
            <a:off x="4189412" y="-1497012"/>
            <a:ext cx="4229100" cy="10296524"/>
          </a:xfrm>
          <a:prstGeom prst="rect">
            <a:avLst/>
          </a:prstGeom>
          <a:noFill/>
          <a:ln>
            <a:noFill/>
          </a:ln>
        </p:spPr>
        <p:txBody>
          <a:bodyPr lIns="91425" tIns="91425" rIns="91425" bIns="91425" anchor="t" anchorCtr="0"/>
          <a:lstStyle>
            <a:lvl1pPr marL="342900" indent="-342900" algn="ctr" rtl="0">
              <a:spcBef>
                <a:spcPts val="0"/>
              </a:spcBef>
              <a:spcAft>
                <a:spcPts val="0"/>
              </a:spcAft>
              <a:defRPr/>
            </a:lvl1pPr>
            <a:lvl2pPr marL="742950" indent="-285750" algn="ctr" rtl="0">
              <a:spcBef>
                <a:spcPts val="0"/>
              </a:spcBef>
              <a:spcAft>
                <a:spcPts val="0"/>
              </a:spcAft>
              <a:defRPr/>
            </a:lvl2pPr>
            <a:lvl3pPr marL="1143000" indent="-228600" algn="ctr" rtl="0">
              <a:spcBef>
                <a:spcPts val="0"/>
              </a:spcBef>
              <a:spcAft>
                <a:spcPts val="0"/>
              </a:spcAft>
              <a:defRPr/>
            </a:lvl3pPr>
            <a:lvl4pPr marL="1600200" indent="-228600" algn="ctr" rtl="0">
              <a:spcBef>
                <a:spcPts val="0"/>
              </a:spcBef>
              <a:spcAft>
                <a:spcPts val="0"/>
              </a:spcAft>
              <a:defRPr/>
            </a:lvl4pPr>
            <a:lvl5pPr marL="2057400" indent="-228600"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10"/>
        <p:cNvGrpSpPr/>
        <p:nvPr/>
      </p:nvGrpSpPr>
      <p:grpSpPr>
        <a:xfrm>
          <a:off x="0" y="0"/>
          <a:ext cx="0" cy="0"/>
          <a:chOff x="0" y="0"/>
          <a:chExt cx="0" cy="0"/>
        </a:xfrm>
      </p:grpSpPr>
      <p:sp>
        <p:nvSpPr>
          <p:cNvPr id="11" name="Shape 11"/>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12" name="Shape 12"/>
          <p:cNvSpPr txBox="1">
            <a:spLocks noGrp="1"/>
          </p:cNvSpPr>
          <p:nvPr>
            <p:ph type="body" idx="1"/>
          </p:nvPr>
        </p:nvSpPr>
        <p:spPr>
          <a:xfrm rot="5400000">
            <a:off x="7594599" y="-1727200"/>
            <a:ext cx="1054100" cy="13931900"/>
          </a:xfrm>
          <a:prstGeom prst="rect">
            <a:avLst/>
          </a:prstGeom>
          <a:noFill/>
          <a:ln>
            <a:noFill/>
          </a:ln>
        </p:spPr>
        <p:txBody>
          <a:bodyPr lIns="91425" tIns="91425" rIns="91425" bIns="91425" anchor="t" anchorCtr="0"/>
          <a:lstStyle>
            <a:lvl1pPr marL="342900" indent="-342900" algn="ctr" rtl="0">
              <a:spcBef>
                <a:spcPts val="0"/>
              </a:spcBef>
              <a:spcAft>
                <a:spcPts val="0"/>
              </a:spcAft>
              <a:defRPr/>
            </a:lvl1pPr>
            <a:lvl2pPr marL="742950" indent="-285750" algn="ctr" rtl="0">
              <a:spcBef>
                <a:spcPts val="0"/>
              </a:spcBef>
              <a:spcAft>
                <a:spcPts val="0"/>
              </a:spcAft>
              <a:defRPr/>
            </a:lvl2pPr>
            <a:lvl3pPr marL="1143000" indent="-228600" algn="ctr" rtl="0">
              <a:spcBef>
                <a:spcPts val="0"/>
              </a:spcBef>
              <a:spcAft>
                <a:spcPts val="0"/>
              </a:spcAft>
              <a:defRPr/>
            </a:lvl3pPr>
            <a:lvl4pPr marL="1600200" indent="-228600" algn="ctr" rtl="0">
              <a:spcBef>
                <a:spcPts val="0"/>
              </a:spcBef>
              <a:spcAft>
                <a:spcPts val="0"/>
              </a:spcAft>
              <a:defRPr/>
            </a:lvl4pPr>
            <a:lvl5pPr marL="2057400" indent="-228600"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3186113" y="6400800"/>
            <a:ext cx="9753599" cy="755649"/>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15" name="Shape 15"/>
          <p:cNvSpPr>
            <a:spLocks noGrp="1"/>
          </p:cNvSpPr>
          <p:nvPr>
            <p:ph type="pic" idx="2"/>
          </p:nvPr>
        </p:nvSpPr>
        <p:spPr>
          <a:xfrm>
            <a:off x="3186113" y="817562"/>
            <a:ext cx="9753599" cy="5486399"/>
          </a:xfrm>
          <a:prstGeom prst="rect">
            <a:avLst/>
          </a:prstGeom>
          <a:noFill/>
          <a:ln>
            <a:noFill/>
          </a:ln>
        </p:spPr>
      </p:sp>
      <p:sp>
        <p:nvSpPr>
          <p:cNvPr id="16" name="Shape 16"/>
          <p:cNvSpPr txBox="1">
            <a:spLocks noGrp="1"/>
          </p:cNvSpPr>
          <p:nvPr>
            <p:ph type="body" idx="1"/>
          </p:nvPr>
        </p:nvSpPr>
        <p:spPr>
          <a:xfrm>
            <a:off x="3186113" y="7156450"/>
            <a:ext cx="9753599" cy="1073150"/>
          </a:xfrm>
          <a:prstGeom prst="rect">
            <a:avLst/>
          </a:prstGeom>
          <a:noFill/>
          <a:ln>
            <a:noFill/>
          </a:ln>
        </p:spPr>
        <p:txBody>
          <a:bodyPr lIns="91425" tIns="91425" rIns="91425" bIns="91425" anchor="t"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812800" y="363537"/>
            <a:ext cx="5348287" cy="1549400"/>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19" name="Shape 19"/>
          <p:cNvSpPr txBox="1">
            <a:spLocks noGrp="1"/>
          </p:cNvSpPr>
          <p:nvPr>
            <p:ph type="body" idx="1"/>
          </p:nvPr>
        </p:nvSpPr>
        <p:spPr>
          <a:xfrm>
            <a:off x="6356350" y="363537"/>
            <a:ext cx="9086849" cy="780415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0" name="Shape 20"/>
          <p:cNvSpPr txBox="1">
            <a:spLocks noGrp="1"/>
          </p:cNvSpPr>
          <p:nvPr>
            <p:ph type="body" idx="2"/>
          </p:nvPr>
        </p:nvSpPr>
        <p:spPr>
          <a:xfrm>
            <a:off x="812800" y="1912938"/>
            <a:ext cx="5348287" cy="6254749"/>
          </a:xfrm>
          <a:prstGeom prst="rect">
            <a:avLst/>
          </a:prstGeom>
          <a:noFill/>
          <a:ln>
            <a:noFill/>
          </a:ln>
        </p:spPr>
        <p:txBody>
          <a:bodyPr lIns="91425" tIns="91425" rIns="91425" bIns="91425" anchor="t"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21"/>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812800" y="366712"/>
            <a:ext cx="14630400" cy="1524000"/>
          </a:xfrm>
          <a:prstGeom prst="rect">
            <a:avLst/>
          </a:prstGeom>
          <a:noFill/>
          <a:ln>
            <a:noFill/>
          </a:ln>
        </p:spPr>
        <p:txBody>
          <a:bodyPr lIns="91425" tIns="91425" rIns="91425" bIns="91425" anchor="b"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6" name="Shape 26"/>
          <p:cNvSpPr txBox="1">
            <a:spLocks noGrp="1"/>
          </p:cNvSpPr>
          <p:nvPr>
            <p:ph type="body" idx="1"/>
          </p:nvPr>
        </p:nvSpPr>
        <p:spPr>
          <a:xfrm>
            <a:off x="812800" y="2046288"/>
            <a:ext cx="7181849"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27" name="Shape 27"/>
          <p:cNvSpPr txBox="1">
            <a:spLocks noGrp="1"/>
          </p:cNvSpPr>
          <p:nvPr>
            <p:ph type="body" idx="2"/>
          </p:nvPr>
        </p:nvSpPr>
        <p:spPr>
          <a:xfrm>
            <a:off x="812800" y="2900363"/>
            <a:ext cx="7181849" cy="5267324"/>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28" name="Shape 28"/>
          <p:cNvSpPr txBox="1">
            <a:spLocks noGrp="1"/>
          </p:cNvSpPr>
          <p:nvPr>
            <p:ph type="body" idx="3"/>
          </p:nvPr>
        </p:nvSpPr>
        <p:spPr>
          <a:xfrm>
            <a:off x="8258175" y="2046288"/>
            <a:ext cx="7185024"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29" name="Shape 29"/>
          <p:cNvSpPr txBox="1">
            <a:spLocks noGrp="1"/>
          </p:cNvSpPr>
          <p:nvPr>
            <p:ph type="body" idx="4"/>
          </p:nvPr>
        </p:nvSpPr>
        <p:spPr>
          <a:xfrm>
            <a:off x="8258175" y="2900363"/>
            <a:ext cx="7185024" cy="5267324"/>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32" name="Shape 32"/>
          <p:cNvSpPr txBox="1">
            <a:spLocks noGrp="1"/>
          </p:cNvSpPr>
          <p:nvPr>
            <p:ph type="body" idx="1"/>
          </p:nvPr>
        </p:nvSpPr>
        <p:spPr>
          <a:xfrm>
            <a:off x="1155700" y="4711700"/>
            <a:ext cx="6889750" cy="105410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33" name="Shape 33"/>
          <p:cNvSpPr txBox="1">
            <a:spLocks noGrp="1"/>
          </p:cNvSpPr>
          <p:nvPr>
            <p:ph type="body" idx="2"/>
          </p:nvPr>
        </p:nvSpPr>
        <p:spPr>
          <a:xfrm>
            <a:off x="8197850" y="4711700"/>
            <a:ext cx="6889750" cy="105410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34"/>
        <p:cNvGrpSpPr/>
        <p:nvPr/>
      </p:nvGrpSpPr>
      <p:grpSpPr>
        <a:xfrm>
          <a:off x="0" y="0"/>
          <a:ext cx="0" cy="0"/>
          <a:chOff x="0" y="0"/>
          <a:chExt cx="0" cy="0"/>
        </a:xfrm>
      </p:grpSpPr>
      <p:sp>
        <p:nvSpPr>
          <p:cNvPr id="35" name="Shape 35"/>
          <p:cNvSpPr txBox="1">
            <a:spLocks noGrp="1"/>
          </p:cNvSpPr>
          <p:nvPr>
            <p:ph type="title"/>
          </p:nvPr>
        </p:nvSpPr>
        <p:spPr>
          <a:xfrm>
            <a:off x="1284287" y="5875337"/>
            <a:ext cx="13817599" cy="1816099"/>
          </a:xfrm>
          <a:prstGeom prst="rect">
            <a:avLst/>
          </a:prstGeom>
          <a:noFill/>
          <a:ln>
            <a:noFill/>
          </a:ln>
        </p:spPr>
        <p:txBody>
          <a:bodyPr lIns="91425" tIns="91425" rIns="91425" bIns="91425" anchor="t"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36" name="Shape 36"/>
          <p:cNvSpPr txBox="1">
            <a:spLocks noGrp="1"/>
          </p:cNvSpPr>
          <p:nvPr>
            <p:ph type="body" idx="1"/>
          </p:nvPr>
        </p:nvSpPr>
        <p:spPr>
          <a:xfrm>
            <a:off x="1284287" y="3875087"/>
            <a:ext cx="13817599" cy="2000250"/>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39" name="Shape 39"/>
          <p:cNvSpPr txBox="1">
            <a:spLocks noGrp="1"/>
          </p:cNvSpPr>
          <p:nvPr>
            <p:ph type="body" idx="1"/>
          </p:nvPr>
        </p:nvSpPr>
        <p:spPr>
          <a:xfrm>
            <a:off x="1155700" y="4711700"/>
            <a:ext cx="13931900" cy="1054100"/>
          </a:xfrm>
          <a:prstGeom prst="rect">
            <a:avLst/>
          </a:prstGeom>
          <a:noFill/>
          <a:ln>
            <a:noFill/>
          </a:ln>
        </p:spPr>
        <p:txBody>
          <a:bodyPr lIns="91425" tIns="91425" rIns="91425" bIns="91425" anchor="t" anchorCtr="0"/>
          <a:lstStyle>
            <a:lvl1pPr marL="342900" indent="-342900" algn="ctr" rtl="0">
              <a:spcBef>
                <a:spcPts val="0"/>
              </a:spcBef>
              <a:spcAft>
                <a:spcPts val="0"/>
              </a:spcAft>
              <a:defRPr/>
            </a:lvl1pPr>
            <a:lvl2pPr marL="742950" indent="-285750" algn="ctr" rtl="0">
              <a:spcBef>
                <a:spcPts val="0"/>
              </a:spcBef>
              <a:spcAft>
                <a:spcPts val="0"/>
              </a:spcAft>
              <a:defRPr/>
            </a:lvl2pPr>
            <a:lvl3pPr marL="1143000" indent="-228600" algn="ctr" rtl="0">
              <a:spcBef>
                <a:spcPts val="0"/>
              </a:spcBef>
              <a:spcAft>
                <a:spcPts val="0"/>
              </a:spcAft>
              <a:defRPr/>
            </a:lvl3pPr>
            <a:lvl4pPr marL="1600200" indent="-228600" algn="ctr" rtl="0">
              <a:spcBef>
                <a:spcPts val="0"/>
              </a:spcBef>
              <a:spcAft>
                <a:spcPts val="0"/>
              </a:spcAft>
              <a:defRPr/>
            </a:lvl4pPr>
            <a:lvl5pPr marL="2057400" indent="-228600"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40"/>
        <p:cNvGrpSpPr/>
        <p:nvPr/>
      </p:nvGrpSpPr>
      <p:grpSpPr>
        <a:xfrm>
          <a:off x="0" y="0"/>
          <a:ext cx="0" cy="0"/>
          <a:chOff x="0" y="0"/>
          <a:chExt cx="0" cy="0"/>
        </a:xfrm>
      </p:grpSpPr>
      <p:sp>
        <p:nvSpPr>
          <p:cNvPr id="41" name="Shape 41"/>
          <p:cNvSpPr txBox="1">
            <a:spLocks noGrp="1"/>
          </p:cNvSpPr>
          <p:nvPr>
            <p:ph type="ctrTitle"/>
          </p:nvPr>
        </p:nvSpPr>
        <p:spPr>
          <a:xfrm>
            <a:off x="1219200" y="2840038"/>
            <a:ext cx="13817599" cy="1960561"/>
          </a:xfrm>
          <a:prstGeom prst="rect">
            <a:avLst/>
          </a:prstGeom>
          <a:noFill/>
          <a:ln>
            <a:noFill/>
          </a:ln>
        </p:spPr>
        <p:txBody>
          <a:bodyPr lIns="91425" tIns="91425" rIns="91425" bIns="91425" anchor="b"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42" name="Shape 42"/>
          <p:cNvSpPr txBox="1">
            <a:spLocks noGrp="1"/>
          </p:cNvSpPr>
          <p:nvPr>
            <p:ph type="subTitle" idx="1"/>
          </p:nvPr>
        </p:nvSpPr>
        <p:spPr>
          <a:xfrm>
            <a:off x="2438400" y="5181600"/>
            <a:ext cx="11379200" cy="2336800"/>
          </a:xfrm>
          <a:prstGeom prst="rect">
            <a:avLst/>
          </a:prstGeom>
          <a:noFill/>
          <a:ln>
            <a:noFill/>
          </a:ln>
        </p:spPr>
        <p:txBody>
          <a:bodyPr lIns="91425" tIns="91425" rIns="91425" bIns="91425" anchor="t" anchorCtr="0"/>
          <a:lstStyle>
            <a:lvl1pPr marL="0" marR="0" indent="0" algn="ctr" rtl="0">
              <a:spcBef>
                <a:spcPts val="0"/>
              </a:spcBef>
              <a:spcAft>
                <a:spcPts val="0"/>
              </a:spcAft>
              <a:buClr>
                <a:schemeClr val="lt1"/>
              </a:buClr>
              <a:buFont typeface="Cabin"/>
              <a:buNone/>
              <a:defRPr/>
            </a:lvl1pPr>
            <a:lvl2pPr marL="457200" marR="0" indent="0" algn="ctr" rtl="0">
              <a:spcBef>
                <a:spcPts val="0"/>
              </a:spcBef>
              <a:spcAft>
                <a:spcPts val="0"/>
              </a:spcAft>
              <a:buClr>
                <a:schemeClr val="lt1"/>
              </a:buClr>
              <a:buFont typeface="Cabin"/>
              <a:buNone/>
              <a:defRPr/>
            </a:lvl2pPr>
            <a:lvl3pPr marL="914400" marR="0" indent="0" algn="ctr" rtl="0">
              <a:spcBef>
                <a:spcPts val="0"/>
              </a:spcBef>
              <a:spcAft>
                <a:spcPts val="0"/>
              </a:spcAft>
              <a:buClr>
                <a:schemeClr val="lt1"/>
              </a:buClr>
              <a:buFont typeface="Cabin"/>
              <a:buNone/>
              <a:defRPr/>
            </a:lvl3pPr>
            <a:lvl4pPr marL="1371600" marR="0" indent="0" algn="ctr" rtl="0">
              <a:spcBef>
                <a:spcPts val="0"/>
              </a:spcBef>
              <a:spcAft>
                <a:spcPts val="0"/>
              </a:spcAft>
              <a:buClr>
                <a:schemeClr val="lt1"/>
              </a:buClr>
              <a:buFont typeface="Cabin"/>
              <a:buNone/>
              <a:defRPr/>
            </a:lvl4pPr>
            <a:lvl5pPr marL="1828800" marR="0" indent="0" algn="ctr" rtl="0">
              <a:spcBef>
                <a:spcPts val="0"/>
              </a:spcBef>
              <a:spcAft>
                <a:spcPts val="0"/>
              </a:spcAft>
              <a:buClr>
                <a:schemeClr val="lt1"/>
              </a:buClr>
              <a:buFont typeface="Cabin"/>
              <a:buNone/>
              <a:defRPr/>
            </a:lvl5pPr>
            <a:lvl6pPr marL="2286000" marR="0" indent="0" algn="ctr" rtl="0">
              <a:spcBef>
                <a:spcPts val="0"/>
              </a:spcBef>
              <a:spcAft>
                <a:spcPts val="0"/>
              </a:spcAft>
              <a:buClr>
                <a:schemeClr val="lt1"/>
              </a:buClr>
              <a:buFont typeface="Cabin"/>
              <a:buNone/>
              <a:defRPr/>
            </a:lvl6pPr>
            <a:lvl7pPr marL="2743200" marR="0" indent="0" algn="ctr" rtl="0">
              <a:spcBef>
                <a:spcPts val="0"/>
              </a:spcBef>
              <a:spcAft>
                <a:spcPts val="0"/>
              </a:spcAft>
              <a:buClr>
                <a:schemeClr val="lt1"/>
              </a:buClr>
              <a:buFont typeface="Cabin"/>
              <a:buNone/>
              <a:defRPr/>
            </a:lvl7pPr>
            <a:lvl8pPr marL="3200400" marR="0" indent="0" algn="ctr" rtl="0">
              <a:spcBef>
                <a:spcPts val="0"/>
              </a:spcBef>
              <a:spcAft>
                <a:spcPts val="0"/>
              </a:spcAft>
              <a:buClr>
                <a:schemeClr val="lt1"/>
              </a:buClr>
              <a:buFont typeface="Cabin"/>
              <a:buNone/>
              <a:defRPr/>
            </a:lvl8pPr>
            <a:lvl9pPr marL="3657600" marR="0" indent="0" algn="ctr" rtl="0">
              <a:spcBef>
                <a:spcPts val="0"/>
              </a:spcBef>
              <a:spcAft>
                <a:spcPts val="0"/>
              </a:spcAft>
              <a:buClr>
                <a:schemeClr val="lt1"/>
              </a:buClr>
              <a:buFont typeface="Cabin"/>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55"/>
        <p:cNvGrpSpPr/>
        <p:nvPr/>
      </p:nvGrpSpPr>
      <p:grpSpPr>
        <a:xfrm>
          <a:off x="0" y="0"/>
          <a:ext cx="0" cy="0"/>
          <a:chOff x="0" y="0"/>
          <a:chExt cx="0" cy="0"/>
        </a:xfrm>
      </p:grpSpPr>
      <p:sp>
        <p:nvSpPr>
          <p:cNvPr id="56" name="Shape 56"/>
          <p:cNvSpPr txBox="1">
            <a:spLocks noGrp="1"/>
          </p:cNvSpPr>
          <p:nvPr>
            <p:ph type="title"/>
          </p:nvPr>
        </p:nvSpPr>
        <p:spPr>
          <a:xfrm rot="5400000">
            <a:off x="9313862" y="2532062"/>
            <a:ext cx="8064499" cy="3482975"/>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57" name="Shape 57"/>
          <p:cNvSpPr txBox="1">
            <a:spLocks noGrp="1"/>
          </p:cNvSpPr>
          <p:nvPr>
            <p:ph type="body" idx="1"/>
          </p:nvPr>
        </p:nvSpPr>
        <p:spPr>
          <a:xfrm rot="5400000">
            <a:off x="2271712" y="-874712"/>
            <a:ext cx="8064499" cy="10296524"/>
          </a:xfrm>
          <a:prstGeom prst="rect">
            <a:avLst/>
          </a:prstGeom>
          <a:noFill/>
          <a:ln>
            <a:noFill/>
          </a:ln>
        </p:spPr>
        <p:txBody>
          <a:bodyPr lIns="91425" tIns="91425" rIns="91425" bIns="91425" anchor="ctr" anchorCtr="0"/>
          <a:lstStyle>
            <a:lvl1pPr marL="711200" indent="-142494" algn="l" rtl="0">
              <a:spcBef>
                <a:spcPts val="3500"/>
              </a:spcBef>
              <a:spcAft>
                <a:spcPts val="0"/>
              </a:spcAft>
              <a:buClr>
                <a:schemeClr val="lt1"/>
              </a:buClr>
              <a:buFont typeface="Cabin"/>
              <a:buChar char="•"/>
              <a:defRPr/>
            </a:lvl1pPr>
            <a:lvl2pPr marL="1003300" indent="-142494" algn="l" rtl="0">
              <a:spcBef>
                <a:spcPts val="3500"/>
              </a:spcBef>
              <a:spcAft>
                <a:spcPts val="0"/>
              </a:spcAft>
              <a:buClr>
                <a:schemeClr val="lt1"/>
              </a:buClr>
              <a:buFont typeface="Cabin"/>
              <a:buChar char="•"/>
              <a:defRPr/>
            </a:lvl2pPr>
            <a:lvl3pPr marL="1295400" indent="-142494" algn="l" rtl="0">
              <a:spcBef>
                <a:spcPts val="3500"/>
              </a:spcBef>
              <a:spcAft>
                <a:spcPts val="0"/>
              </a:spcAft>
              <a:buClr>
                <a:schemeClr val="lt1"/>
              </a:buClr>
              <a:buFont typeface="Cabin"/>
              <a:buChar char="•"/>
              <a:defRPr/>
            </a:lvl3pPr>
            <a:lvl4pPr marL="1600200" indent="-142494" algn="l" rtl="0">
              <a:spcBef>
                <a:spcPts val="3500"/>
              </a:spcBef>
              <a:spcAft>
                <a:spcPts val="0"/>
              </a:spcAft>
              <a:buClr>
                <a:schemeClr val="lt1"/>
              </a:buClr>
              <a:buFont typeface="Cabin"/>
              <a:buChar char="•"/>
              <a:defRPr/>
            </a:lvl4pPr>
            <a:lvl5pPr marL="1892300" indent="-142494" algn="l" rtl="0">
              <a:spcBef>
                <a:spcPts val="3500"/>
              </a:spcBef>
              <a:spcAft>
                <a:spcPts val="0"/>
              </a:spcAft>
              <a:buClr>
                <a:schemeClr val="lt1"/>
              </a:buClr>
              <a:buFont typeface="Cabin"/>
              <a:buChar char="•"/>
              <a:defRPr/>
            </a:lvl5pPr>
            <a:lvl6pPr marL="2349500" indent="-142494" algn="l" rtl="0">
              <a:spcBef>
                <a:spcPts val="3500"/>
              </a:spcBef>
              <a:spcAft>
                <a:spcPts val="0"/>
              </a:spcAft>
              <a:buClr>
                <a:schemeClr val="lt1"/>
              </a:buClr>
              <a:buFont typeface="Cabin"/>
              <a:buChar char="•"/>
              <a:defRPr/>
            </a:lvl6pPr>
            <a:lvl7pPr marL="2806700" indent="-142494" algn="l" rtl="0">
              <a:spcBef>
                <a:spcPts val="3500"/>
              </a:spcBef>
              <a:spcAft>
                <a:spcPts val="0"/>
              </a:spcAft>
              <a:buClr>
                <a:schemeClr val="lt1"/>
              </a:buClr>
              <a:buFont typeface="Cabin"/>
              <a:buChar char="•"/>
              <a:defRPr/>
            </a:lvl7pPr>
            <a:lvl8pPr marL="3263900" indent="-142494" algn="l" rtl="0">
              <a:spcBef>
                <a:spcPts val="3500"/>
              </a:spcBef>
              <a:spcAft>
                <a:spcPts val="0"/>
              </a:spcAft>
              <a:buClr>
                <a:schemeClr val="lt1"/>
              </a:buClr>
              <a:buFont typeface="Cabin"/>
              <a:buChar char="•"/>
              <a:defRPr/>
            </a:lvl8pPr>
            <a:lvl9pPr marL="3721100" indent="-142494"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58"/>
        <p:cNvGrpSpPr/>
        <p:nvPr/>
      </p:nvGrpSpPr>
      <p:grpSpPr>
        <a:xfrm>
          <a:off x="0" y="0"/>
          <a:ext cx="0" cy="0"/>
          <a:chOff x="0" y="0"/>
          <a:chExt cx="0" cy="0"/>
        </a:xfrm>
      </p:grpSpPr>
      <p:sp>
        <p:nvSpPr>
          <p:cNvPr id="59" name="Shape 59"/>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60" name="Shape 60"/>
          <p:cNvSpPr txBox="1">
            <a:spLocks noGrp="1"/>
          </p:cNvSpPr>
          <p:nvPr>
            <p:ph type="body" idx="1"/>
          </p:nvPr>
        </p:nvSpPr>
        <p:spPr>
          <a:xfrm rot="5400000">
            <a:off x="5270500" y="-1511300"/>
            <a:ext cx="5702299" cy="13931900"/>
          </a:xfrm>
          <a:prstGeom prst="rect">
            <a:avLst/>
          </a:prstGeom>
          <a:noFill/>
          <a:ln>
            <a:noFill/>
          </a:ln>
        </p:spPr>
        <p:txBody>
          <a:bodyPr lIns="91425" tIns="91425" rIns="91425" bIns="91425" anchor="ctr" anchorCtr="0"/>
          <a:lstStyle>
            <a:lvl1pPr marL="711200" indent="-142494" algn="l" rtl="0">
              <a:spcBef>
                <a:spcPts val="3500"/>
              </a:spcBef>
              <a:spcAft>
                <a:spcPts val="0"/>
              </a:spcAft>
              <a:buClr>
                <a:schemeClr val="lt1"/>
              </a:buClr>
              <a:buFont typeface="Cabin"/>
              <a:buChar char="•"/>
              <a:defRPr/>
            </a:lvl1pPr>
            <a:lvl2pPr marL="1003300" indent="-142494" algn="l" rtl="0">
              <a:spcBef>
                <a:spcPts val="3500"/>
              </a:spcBef>
              <a:spcAft>
                <a:spcPts val="0"/>
              </a:spcAft>
              <a:buClr>
                <a:schemeClr val="lt1"/>
              </a:buClr>
              <a:buFont typeface="Cabin"/>
              <a:buChar char="•"/>
              <a:defRPr/>
            </a:lvl2pPr>
            <a:lvl3pPr marL="1295400" indent="-142494" algn="l" rtl="0">
              <a:spcBef>
                <a:spcPts val="3500"/>
              </a:spcBef>
              <a:spcAft>
                <a:spcPts val="0"/>
              </a:spcAft>
              <a:buClr>
                <a:schemeClr val="lt1"/>
              </a:buClr>
              <a:buFont typeface="Cabin"/>
              <a:buChar char="•"/>
              <a:defRPr/>
            </a:lvl3pPr>
            <a:lvl4pPr marL="1600200" indent="-142494" algn="l" rtl="0">
              <a:spcBef>
                <a:spcPts val="3500"/>
              </a:spcBef>
              <a:spcAft>
                <a:spcPts val="0"/>
              </a:spcAft>
              <a:buClr>
                <a:schemeClr val="lt1"/>
              </a:buClr>
              <a:buFont typeface="Cabin"/>
              <a:buChar char="•"/>
              <a:defRPr/>
            </a:lvl4pPr>
            <a:lvl5pPr marL="1892300" indent="-142494" algn="l" rtl="0">
              <a:spcBef>
                <a:spcPts val="3500"/>
              </a:spcBef>
              <a:spcAft>
                <a:spcPts val="0"/>
              </a:spcAft>
              <a:buClr>
                <a:schemeClr val="lt1"/>
              </a:buClr>
              <a:buFont typeface="Cabin"/>
              <a:buChar char="•"/>
              <a:defRPr/>
            </a:lvl5pPr>
            <a:lvl6pPr marL="2349500" indent="-142494" algn="l" rtl="0">
              <a:spcBef>
                <a:spcPts val="3500"/>
              </a:spcBef>
              <a:spcAft>
                <a:spcPts val="0"/>
              </a:spcAft>
              <a:buClr>
                <a:schemeClr val="lt1"/>
              </a:buClr>
              <a:buFont typeface="Cabin"/>
              <a:buChar char="•"/>
              <a:defRPr/>
            </a:lvl6pPr>
            <a:lvl7pPr marL="2806700" indent="-142494" algn="l" rtl="0">
              <a:spcBef>
                <a:spcPts val="3500"/>
              </a:spcBef>
              <a:spcAft>
                <a:spcPts val="0"/>
              </a:spcAft>
              <a:buClr>
                <a:schemeClr val="lt1"/>
              </a:buClr>
              <a:buFont typeface="Cabin"/>
              <a:buChar char="•"/>
              <a:defRPr/>
            </a:lvl7pPr>
            <a:lvl8pPr marL="3263900" indent="-142494" algn="l" rtl="0">
              <a:spcBef>
                <a:spcPts val="3500"/>
              </a:spcBef>
              <a:spcAft>
                <a:spcPts val="0"/>
              </a:spcAft>
              <a:buClr>
                <a:schemeClr val="lt1"/>
              </a:buClr>
              <a:buFont typeface="Cabin"/>
              <a:buChar char="•"/>
              <a:defRPr/>
            </a:lvl8pPr>
            <a:lvl9pPr marL="3721100" indent="-142494"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3186113" y="6400800"/>
            <a:ext cx="9753599" cy="755649"/>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63" name="Shape 63"/>
          <p:cNvSpPr>
            <a:spLocks noGrp="1"/>
          </p:cNvSpPr>
          <p:nvPr>
            <p:ph type="pic" idx="2"/>
          </p:nvPr>
        </p:nvSpPr>
        <p:spPr>
          <a:xfrm>
            <a:off x="3186113" y="817562"/>
            <a:ext cx="9753599" cy="5486399"/>
          </a:xfrm>
          <a:prstGeom prst="rect">
            <a:avLst/>
          </a:prstGeom>
          <a:noFill/>
          <a:ln>
            <a:noFill/>
          </a:ln>
        </p:spPr>
      </p:sp>
      <p:sp>
        <p:nvSpPr>
          <p:cNvPr id="64" name="Shape 64"/>
          <p:cNvSpPr txBox="1">
            <a:spLocks noGrp="1"/>
          </p:cNvSpPr>
          <p:nvPr>
            <p:ph type="body" idx="1"/>
          </p:nvPr>
        </p:nvSpPr>
        <p:spPr>
          <a:xfrm>
            <a:off x="3186113" y="7156450"/>
            <a:ext cx="9753599" cy="1073150"/>
          </a:xfrm>
          <a:prstGeom prst="rect">
            <a:avLst/>
          </a:prstGeom>
          <a:noFill/>
          <a:ln>
            <a:noFill/>
          </a:ln>
        </p:spPr>
        <p:txBody>
          <a:bodyPr lIns="91425" tIns="91425" rIns="91425" bIns="91425" anchor="ctr"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65"/>
        <p:cNvGrpSpPr/>
        <p:nvPr/>
      </p:nvGrpSpPr>
      <p:grpSpPr>
        <a:xfrm>
          <a:off x="0" y="0"/>
          <a:ext cx="0" cy="0"/>
          <a:chOff x="0" y="0"/>
          <a:chExt cx="0" cy="0"/>
        </a:xfrm>
      </p:grpSpPr>
      <p:sp>
        <p:nvSpPr>
          <p:cNvPr id="66" name="Shape 66"/>
          <p:cNvSpPr txBox="1">
            <a:spLocks noGrp="1"/>
          </p:cNvSpPr>
          <p:nvPr>
            <p:ph type="title"/>
          </p:nvPr>
        </p:nvSpPr>
        <p:spPr>
          <a:xfrm>
            <a:off x="812800" y="363537"/>
            <a:ext cx="5348287" cy="1549400"/>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67" name="Shape 67"/>
          <p:cNvSpPr txBox="1">
            <a:spLocks noGrp="1"/>
          </p:cNvSpPr>
          <p:nvPr>
            <p:ph type="body" idx="1"/>
          </p:nvPr>
        </p:nvSpPr>
        <p:spPr>
          <a:xfrm>
            <a:off x="6356350" y="363537"/>
            <a:ext cx="9086849" cy="780415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68" name="Shape 68"/>
          <p:cNvSpPr txBox="1">
            <a:spLocks noGrp="1"/>
          </p:cNvSpPr>
          <p:nvPr>
            <p:ph type="body" idx="2"/>
          </p:nvPr>
        </p:nvSpPr>
        <p:spPr>
          <a:xfrm>
            <a:off x="812800" y="1912938"/>
            <a:ext cx="5348287" cy="6254749"/>
          </a:xfrm>
          <a:prstGeom prst="rect">
            <a:avLst/>
          </a:prstGeom>
          <a:noFill/>
          <a:ln>
            <a:noFill/>
          </a:ln>
        </p:spPr>
        <p:txBody>
          <a:bodyPr lIns="91425" tIns="91425" rIns="91425" bIns="91425" anchor="ctr"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9"/>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70"/>
        <p:cNvGrpSpPr/>
        <p:nvPr/>
      </p:nvGrpSpPr>
      <p:grpSpPr>
        <a:xfrm>
          <a:off x="0" y="0"/>
          <a:ext cx="0" cy="0"/>
          <a:chOff x="0" y="0"/>
          <a:chExt cx="0" cy="0"/>
        </a:xfrm>
      </p:grpSpPr>
      <p:sp>
        <p:nvSpPr>
          <p:cNvPr id="71" name="Shape 71"/>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72"/>
        <p:cNvGrpSpPr/>
        <p:nvPr/>
      </p:nvGrpSpPr>
      <p:grpSpPr>
        <a:xfrm>
          <a:off x="0" y="0"/>
          <a:ext cx="0" cy="0"/>
          <a:chOff x="0" y="0"/>
          <a:chExt cx="0" cy="0"/>
        </a:xfrm>
      </p:grpSpPr>
      <p:sp>
        <p:nvSpPr>
          <p:cNvPr id="73" name="Shape 73"/>
          <p:cNvSpPr txBox="1">
            <a:spLocks noGrp="1"/>
          </p:cNvSpPr>
          <p:nvPr>
            <p:ph type="title"/>
          </p:nvPr>
        </p:nvSpPr>
        <p:spPr>
          <a:xfrm>
            <a:off x="812800" y="366712"/>
            <a:ext cx="14630400" cy="152400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74" name="Shape 74"/>
          <p:cNvSpPr txBox="1">
            <a:spLocks noGrp="1"/>
          </p:cNvSpPr>
          <p:nvPr>
            <p:ph type="body" idx="1"/>
          </p:nvPr>
        </p:nvSpPr>
        <p:spPr>
          <a:xfrm>
            <a:off x="812800" y="2046288"/>
            <a:ext cx="7181849"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75" name="Shape 75"/>
          <p:cNvSpPr txBox="1">
            <a:spLocks noGrp="1"/>
          </p:cNvSpPr>
          <p:nvPr>
            <p:ph type="body" idx="2"/>
          </p:nvPr>
        </p:nvSpPr>
        <p:spPr>
          <a:xfrm>
            <a:off x="812800" y="2900363"/>
            <a:ext cx="7181849" cy="5267324"/>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76" name="Shape 76"/>
          <p:cNvSpPr txBox="1">
            <a:spLocks noGrp="1"/>
          </p:cNvSpPr>
          <p:nvPr>
            <p:ph type="body" idx="3"/>
          </p:nvPr>
        </p:nvSpPr>
        <p:spPr>
          <a:xfrm>
            <a:off x="8258175" y="2046288"/>
            <a:ext cx="7185024"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77" name="Shape 77"/>
          <p:cNvSpPr txBox="1">
            <a:spLocks noGrp="1"/>
          </p:cNvSpPr>
          <p:nvPr>
            <p:ph type="body" idx="4"/>
          </p:nvPr>
        </p:nvSpPr>
        <p:spPr>
          <a:xfrm>
            <a:off x="8258175" y="2900363"/>
            <a:ext cx="7185024" cy="5267324"/>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78"/>
        <p:cNvGrpSpPr/>
        <p:nvPr/>
      </p:nvGrpSpPr>
      <p:grpSpPr>
        <a:xfrm>
          <a:off x="0" y="0"/>
          <a:ext cx="0" cy="0"/>
          <a:chOff x="0" y="0"/>
          <a:chExt cx="0" cy="0"/>
        </a:xfrm>
      </p:grpSpPr>
      <p:sp>
        <p:nvSpPr>
          <p:cNvPr id="79" name="Shape 79"/>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80" name="Shape 80"/>
          <p:cNvSpPr txBox="1">
            <a:spLocks noGrp="1"/>
          </p:cNvSpPr>
          <p:nvPr>
            <p:ph type="body" idx="1"/>
          </p:nvPr>
        </p:nvSpPr>
        <p:spPr>
          <a:xfrm>
            <a:off x="1155700" y="2603500"/>
            <a:ext cx="6889750" cy="5702299"/>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81" name="Shape 81"/>
          <p:cNvSpPr txBox="1">
            <a:spLocks noGrp="1"/>
          </p:cNvSpPr>
          <p:nvPr>
            <p:ph type="body" idx="2"/>
          </p:nvPr>
        </p:nvSpPr>
        <p:spPr>
          <a:xfrm>
            <a:off x="8197850" y="2603500"/>
            <a:ext cx="6889750" cy="5702299"/>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82"/>
        <p:cNvGrpSpPr/>
        <p:nvPr/>
      </p:nvGrpSpPr>
      <p:grpSpPr>
        <a:xfrm>
          <a:off x="0" y="0"/>
          <a:ext cx="0" cy="0"/>
          <a:chOff x="0" y="0"/>
          <a:chExt cx="0" cy="0"/>
        </a:xfrm>
      </p:grpSpPr>
      <p:sp>
        <p:nvSpPr>
          <p:cNvPr id="83" name="Shape 83"/>
          <p:cNvSpPr txBox="1">
            <a:spLocks noGrp="1"/>
          </p:cNvSpPr>
          <p:nvPr>
            <p:ph type="title"/>
          </p:nvPr>
        </p:nvSpPr>
        <p:spPr>
          <a:xfrm>
            <a:off x="1284287" y="5875337"/>
            <a:ext cx="13817599" cy="1816099"/>
          </a:xfrm>
          <a:prstGeom prst="rect">
            <a:avLst/>
          </a:prstGeom>
          <a:noFill/>
          <a:ln>
            <a:noFill/>
          </a:ln>
        </p:spPr>
        <p:txBody>
          <a:bodyPr lIns="91425" tIns="91425" rIns="91425" bIns="91425" anchor="t"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84" name="Shape 84"/>
          <p:cNvSpPr txBox="1">
            <a:spLocks noGrp="1"/>
          </p:cNvSpPr>
          <p:nvPr>
            <p:ph type="body" idx="1"/>
          </p:nvPr>
        </p:nvSpPr>
        <p:spPr>
          <a:xfrm>
            <a:off x="1284287" y="3875087"/>
            <a:ext cx="13817599" cy="2000250"/>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85"/>
        <p:cNvGrpSpPr/>
        <p:nvPr/>
      </p:nvGrpSpPr>
      <p:grpSpPr>
        <a:xfrm>
          <a:off x="0" y="0"/>
          <a:ext cx="0" cy="0"/>
          <a:chOff x="0" y="0"/>
          <a:chExt cx="0" cy="0"/>
        </a:xfrm>
      </p:grpSpPr>
      <p:sp>
        <p:nvSpPr>
          <p:cNvPr id="86" name="Shape 86"/>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87" name="Shape 87"/>
          <p:cNvSpPr txBox="1">
            <a:spLocks noGrp="1"/>
          </p:cNvSpPr>
          <p:nvPr>
            <p:ph type="body" idx="1"/>
          </p:nvPr>
        </p:nvSpPr>
        <p:spPr>
          <a:xfrm>
            <a:off x="1155700" y="2603500"/>
            <a:ext cx="13931900" cy="5702299"/>
          </a:xfrm>
          <a:prstGeom prst="rect">
            <a:avLst/>
          </a:prstGeom>
          <a:noFill/>
          <a:ln>
            <a:noFill/>
          </a:ln>
        </p:spPr>
        <p:txBody>
          <a:bodyPr lIns="91425" tIns="91425" rIns="91425" bIns="91425" anchor="ctr" anchorCtr="0"/>
          <a:lstStyle>
            <a:lvl1pPr marL="711200" indent="-142494" algn="l" rtl="0">
              <a:spcBef>
                <a:spcPts val="3500"/>
              </a:spcBef>
              <a:spcAft>
                <a:spcPts val="0"/>
              </a:spcAft>
              <a:buClr>
                <a:schemeClr val="lt1"/>
              </a:buClr>
              <a:buFont typeface="Cabin"/>
              <a:buChar char="•"/>
              <a:defRPr/>
            </a:lvl1pPr>
            <a:lvl2pPr marL="1003300" indent="-142494" algn="l" rtl="0">
              <a:spcBef>
                <a:spcPts val="3500"/>
              </a:spcBef>
              <a:spcAft>
                <a:spcPts val="0"/>
              </a:spcAft>
              <a:buClr>
                <a:schemeClr val="lt1"/>
              </a:buClr>
              <a:buFont typeface="Cabin"/>
              <a:buChar char="•"/>
              <a:defRPr/>
            </a:lvl2pPr>
            <a:lvl3pPr marL="1295400" indent="-142494" algn="l" rtl="0">
              <a:spcBef>
                <a:spcPts val="3500"/>
              </a:spcBef>
              <a:spcAft>
                <a:spcPts val="0"/>
              </a:spcAft>
              <a:buClr>
                <a:schemeClr val="lt1"/>
              </a:buClr>
              <a:buFont typeface="Cabin"/>
              <a:buChar char="•"/>
              <a:defRPr/>
            </a:lvl3pPr>
            <a:lvl4pPr marL="1600200" indent="-142494" algn="l" rtl="0">
              <a:spcBef>
                <a:spcPts val="3500"/>
              </a:spcBef>
              <a:spcAft>
                <a:spcPts val="0"/>
              </a:spcAft>
              <a:buClr>
                <a:schemeClr val="lt1"/>
              </a:buClr>
              <a:buFont typeface="Cabin"/>
              <a:buChar char="•"/>
              <a:defRPr/>
            </a:lvl4pPr>
            <a:lvl5pPr marL="1892300" indent="-142494" algn="l" rtl="0">
              <a:spcBef>
                <a:spcPts val="3500"/>
              </a:spcBef>
              <a:spcAft>
                <a:spcPts val="0"/>
              </a:spcAft>
              <a:buClr>
                <a:schemeClr val="lt1"/>
              </a:buClr>
              <a:buFont typeface="Cabin"/>
              <a:buChar char="•"/>
              <a:defRPr/>
            </a:lvl5pPr>
            <a:lvl6pPr marL="2349500" indent="-142494" algn="l" rtl="0">
              <a:spcBef>
                <a:spcPts val="3500"/>
              </a:spcBef>
              <a:spcAft>
                <a:spcPts val="0"/>
              </a:spcAft>
              <a:buClr>
                <a:schemeClr val="lt1"/>
              </a:buClr>
              <a:buFont typeface="Cabin"/>
              <a:buChar char="•"/>
              <a:defRPr/>
            </a:lvl6pPr>
            <a:lvl7pPr marL="2806700" indent="-142494" algn="l" rtl="0">
              <a:spcBef>
                <a:spcPts val="3500"/>
              </a:spcBef>
              <a:spcAft>
                <a:spcPts val="0"/>
              </a:spcAft>
              <a:buClr>
                <a:schemeClr val="lt1"/>
              </a:buClr>
              <a:buFont typeface="Cabin"/>
              <a:buChar char="•"/>
              <a:defRPr/>
            </a:lvl7pPr>
            <a:lvl8pPr marL="3263900" indent="-142494" algn="l" rtl="0">
              <a:spcBef>
                <a:spcPts val="3500"/>
              </a:spcBef>
              <a:spcAft>
                <a:spcPts val="0"/>
              </a:spcAft>
              <a:buClr>
                <a:schemeClr val="lt1"/>
              </a:buClr>
              <a:buFont typeface="Cabin"/>
              <a:buChar char="•"/>
              <a:defRPr/>
            </a:lvl8pPr>
            <a:lvl9pPr marL="3721100" indent="-142494"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88"/>
        <p:cNvGrpSpPr/>
        <p:nvPr/>
      </p:nvGrpSpPr>
      <p:grpSpPr>
        <a:xfrm>
          <a:off x="0" y="0"/>
          <a:ext cx="0" cy="0"/>
          <a:chOff x="0" y="0"/>
          <a:chExt cx="0" cy="0"/>
        </a:xfrm>
      </p:grpSpPr>
      <p:sp>
        <p:nvSpPr>
          <p:cNvPr id="89" name="Shape 89"/>
          <p:cNvSpPr txBox="1">
            <a:spLocks noGrp="1"/>
          </p:cNvSpPr>
          <p:nvPr>
            <p:ph type="ctrTitle"/>
          </p:nvPr>
        </p:nvSpPr>
        <p:spPr>
          <a:xfrm>
            <a:off x="1219200" y="2840038"/>
            <a:ext cx="13817599" cy="1960561"/>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90" name="Shape 90"/>
          <p:cNvSpPr txBox="1">
            <a:spLocks noGrp="1"/>
          </p:cNvSpPr>
          <p:nvPr>
            <p:ph type="subTitle" idx="1"/>
          </p:nvPr>
        </p:nvSpPr>
        <p:spPr>
          <a:xfrm>
            <a:off x="2438400" y="5181600"/>
            <a:ext cx="11379200" cy="2336800"/>
          </a:xfrm>
          <a:prstGeom prst="rect">
            <a:avLst/>
          </a:prstGeom>
          <a:noFill/>
          <a:ln>
            <a:noFill/>
          </a:ln>
        </p:spPr>
        <p:txBody>
          <a:bodyPr lIns="91425" tIns="91425" rIns="91425" bIns="91425" anchor="ctr" anchorCtr="0"/>
          <a:lstStyle>
            <a:lvl1pPr marL="0" marR="0" indent="0" algn="ctr" rtl="0">
              <a:spcBef>
                <a:spcPts val="3500"/>
              </a:spcBef>
              <a:spcAft>
                <a:spcPts val="0"/>
              </a:spcAft>
              <a:buClr>
                <a:schemeClr val="lt1"/>
              </a:buClr>
              <a:buFont typeface="Cabin"/>
              <a:buNone/>
              <a:defRPr/>
            </a:lvl1pPr>
            <a:lvl2pPr marL="457200" marR="0" indent="0" algn="ctr" rtl="0">
              <a:spcBef>
                <a:spcPts val="3500"/>
              </a:spcBef>
              <a:spcAft>
                <a:spcPts val="0"/>
              </a:spcAft>
              <a:buClr>
                <a:schemeClr val="lt1"/>
              </a:buClr>
              <a:buFont typeface="Cabin"/>
              <a:buNone/>
              <a:defRPr/>
            </a:lvl2pPr>
            <a:lvl3pPr marL="914400" marR="0" indent="0" algn="ctr" rtl="0">
              <a:spcBef>
                <a:spcPts val="3500"/>
              </a:spcBef>
              <a:spcAft>
                <a:spcPts val="0"/>
              </a:spcAft>
              <a:buClr>
                <a:schemeClr val="lt1"/>
              </a:buClr>
              <a:buFont typeface="Cabin"/>
              <a:buNone/>
              <a:defRPr/>
            </a:lvl3pPr>
            <a:lvl4pPr marL="1371600" marR="0" indent="0" algn="ctr" rtl="0">
              <a:spcBef>
                <a:spcPts val="3500"/>
              </a:spcBef>
              <a:spcAft>
                <a:spcPts val="0"/>
              </a:spcAft>
              <a:buClr>
                <a:schemeClr val="lt1"/>
              </a:buClr>
              <a:buFont typeface="Cabin"/>
              <a:buNone/>
              <a:defRPr/>
            </a:lvl4pPr>
            <a:lvl5pPr marL="1828800" marR="0" indent="0" algn="ctr" rtl="0">
              <a:spcBef>
                <a:spcPts val="3500"/>
              </a:spcBef>
              <a:spcAft>
                <a:spcPts val="0"/>
              </a:spcAft>
              <a:buClr>
                <a:schemeClr val="lt1"/>
              </a:buClr>
              <a:buFont typeface="Cabin"/>
              <a:buNone/>
              <a:defRPr/>
            </a:lvl5pPr>
            <a:lvl6pPr marL="2286000" marR="0" indent="0" algn="ctr" rtl="0">
              <a:spcBef>
                <a:spcPts val="3500"/>
              </a:spcBef>
              <a:spcAft>
                <a:spcPts val="0"/>
              </a:spcAft>
              <a:buClr>
                <a:schemeClr val="lt1"/>
              </a:buClr>
              <a:buFont typeface="Cabin"/>
              <a:buNone/>
              <a:defRPr/>
            </a:lvl6pPr>
            <a:lvl7pPr marL="2743200" marR="0" indent="0" algn="ctr" rtl="0">
              <a:spcBef>
                <a:spcPts val="3500"/>
              </a:spcBef>
              <a:spcAft>
                <a:spcPts val="0"/>
              </a:spcAft>
              <a:buClr>
                <a:schemeClr val="lt1"/>
              </a:buClr>
              <a:buFont typeface="Cabin"/>
              <a:buNone/>
              <a:defRPr/>
            </a:lvl7pPr>
            <a:lvl8pPr marL="3200400" marR="0" indent="0" algn="ctr" rtl="0">
              <a:spcBef>
                <a:spcPts val="3500"/>
              </a:spcBef>
              <a:spcAft>
                <a:spcPts val="0"/>
              </a:spcAft>
              <a:buClr>
                <a:schemeClr val="lt1"/>
              </a:buClr>
              <a:buFont typeface="Cabin"/>
              <a:buNone/>
              <a:defRPr/>
            </a:lvl8pPr>
            <a:lvl9pPr marL="3657600" marR="0" indent="0" algn="ctr" rtl="0">
              <a:spcBef>
                <a:spcPts val="3500"/>
              </a:spcBef>
              <a:spcAft>
                <a:spcPts val="0"/>
              </a:spcAft>
              <a:buClr>
                <a:schemeClr val="lt1"/>
              </a:buClr>
              <a:buFont typeface="Cabin"/>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335"/>
        <p:cNvGrpSpPr/>
        <p:nvPr/>
      </p:nvGrpSpPr>
      <p:grpSpPr>
        <a:xfrm>
          <a:off x="0" y="0"/>
          <a:ext cx="0" cy="0"/>
          <a:chOff x="0" y="0"/>
          <a:chExt cx="0" cy="0"/>
        </a:xfrm>
      </p:grpSpPr>
      <p:sp>
        <p:nvSpPr>
          <p:cNvPr id="336" name="Shape 336"/>
          <p:cNvSpPr txBox="1">
            <a:spLocks noGrp="1"/>
          </p:cNvSpPr>
          <p:nvPr>
            <p:ph type="title"/>
          </p:nvPr>
        </p:nvSpPr>
        <p:spPr>
          <a:xfrm rot="5400000">
            <a:off x="9313862" y="2532062"/>
            <a:ext cx="8064499" cy="3482975"/>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337" name="Shape 337"/>
          <p:cNvSpPr txBox="1">
            <a:spLocks noGrp="1"/>
          </p:cNvSpPr>
          <p:nvPr>
            <p:ph type="body" idx="1"/>
          </p:nvPr>
        </p:nvSpPr>
        <p:spPr>
          <a:xfrm rot="5400000">
            <a:off x="2271712" y="-874712"/>
            <a:ext cx="8064499" cy="10296524"/>
          </a:xfrm>
          <a:prstGeom prst="rect">
            <a:avLst/>
          </a:prstGeom>
          <a:noFill/>
          <a:ln>
            <a:noFill/>
          </a:ln>
        </p:spPr>
        <p:txBody>
          <a:bodyPr lIns="91425" tIns="91425" rIns="91425" bIns="91425" anchor="t" anchorCtr="0"/>
          <a:lstStyle>
            <a:lvl1pPr marL="647700" indent="-165861" algn="l" rtl="0">
              <a:spcBef>
                <a:spcPts val="3500"/>
              </a:spcBef>
              <a:spcAft>
                <a:spcPts val="0"/>
              </a:spcAft>
              <a:buClr>
                <a:schemeClr val="lt1"/>
              </a:buClr>
              <a:buFont typeface="Cabin"/>
              <a:buChar char="•"/>
              <a:defRPr/>
            </a:lvl1pPr>
            <a:lvl2pPr marL="939800" indent="-165861" algn="l" rtl="0">
              <a:spcBef>
                <a:spcPts val="3500"/>
              </a:spcBef>
              <a:spcAft>
                <a:spcPts val="0"/>
              </a:spcAft>
              <a:buClr>
                <a:schemeClr val="lt1"/>
              </a:buClr>
              <a:buFont typeface="Cabin"/>
              <a:buChar char="•"/>
              <a:defRPr/>
            </a:lvl2pPr>
            <a:lvl3pPr marL="1231900" indent="-165861" algn="l" rtl="0">
              <a:spcBef>
                <a:spcPts val="3500"/>
              </a:spcBef>
              <a:spcAft>
                <a:spcPts val="0"/>
              </a:spcAft>
              <a:buClr>
                <a:schemeClr val="lt1"/>
              </a:buClr>
              <a:buFont typeface="Cabin"/>
              <a:buChar char="•"/>
              <a:defRPr/>
            </a:lvl3pPr>
            <a:lvl4pPr marL="1536700" indent="-165861" algn="l" rtl="0">
              <a:spcBef>
                <a:spcPts val="3500"/>
              </a:spcBef>
              <a:spcAft>
                <a:spcPts val="0"/>
              </a:spcAft>
              <a:buClr>
                <a:schemeClr val="lt1"/>
              </a:buClr>
              <a:buFont typeface="Cabin"/>
              <a:buChar char="•"/>
              <a:defRPr/>
            </a:lvl4pPr>
            <a:lvl5pPr marL="1828800" indent="-165861" algn="l" rtl="0">
              <a:spcBef>
                <a:spcPts val="3500"/>
              </a:spcBef>
              <a:spcAft>
                <a:spcPts val="0"/>
              </a:spcAft>
              <a:buClr>
                <a:schemeClr val="lt1"/>
              </a:buClr>
              <a:buFont typeface="Cabin"/>
              <a:buChar char="•"/>
              <a:defRPr/>
            </a:lvl5pPr>
            <a:lvl6pPr marL="2286000" indent="-165861" algn="l" rtl="0">
              <a:spcBef>
                <a:spcPts val="3500"/>
              </a:spcBef>
              <a:spcAft>
                <a:spcPts val="0"/>
              </a:spcAft>
              <a:buClr>
                <a:schemeClr val="lt1"/>
              </a:buClr>
              <a:buFont typeface="Cabin"/>
              <a:buChar char="•"/>
              <a:defRPr/>
            </a:lvl6pPr>
            <a:lvl7pPr marL="2743200" indent="-165861" algn="l" rtl="0">
              <a:spcBef>
                <a:spcPts val="3500"/>
              </a:spcBef>
              <a:spcAft>
                <a:spcPts val="0"/>
              </a:spcAft>
              <a:buClr>
                <a:schemeClr val="lt1"/>
              </a:buClr>
              <a:buFont typeface="Cabin"/>
              <a:buChar char="•"/>
              <a:defRPr/>
            </a:lvl7pPr>
            <a:lvl8pPr marL="3200400" indent="-165861" algn="l" rtl="0">
              <a:spcBef>
                <a:spcPts val="3500"/>
              </a:spcBef>
              <a:spcAft>
                <a:spcPts val="0"/>
              </a:spcAft>
              <a:buClr>
                <a:schemeClr val="lt1"/>
              </a:buClr>
              <a:buFont typeface="Cabin"/>
              <a:buChar char="•"/>
              <a:defRPr/>
            </a:lvl8pPr>
            <a:lvl9pPr marL="3657600" indent="-165861"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338"/>
        <p:cNvGrpSpPr/>
        <p:nvPr/>
      </p:nvGrpSpPr>
      <p:grpSpPr>
        <a:xfrm>
          <a:off x="0" y="0"/>
          <a:ext cx="0" cy="0"/>
          <a:chOff x="0" y="0"/>
          <a:chExt cx="0" cy="0"/>
        </a:xfrm>
      </p:grpSpPr>
      <p:sp>
        <p:nvSpPr>
          <p:cNvPr id="339" name="Shape 339"/>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340" name="Shape 340"/>
          <p:cNvSpPr txBox="1">
            <a:spLocks noGrp="1"/>
          </p:cNvSpPr>
          <p:nvPr>
            <p:ph type="body" idx="1"/>
          </p:nvPr>
        </p:nvSpPr>
        <p:spPr>
          <a:xfrm rot="5400000">
            <a:off x="5270500" y="-1511300"/>
            <a:ext cx="5702299" cy="13931900"/>
          </a:xfrm>
          <a:prstGeom prst="rect">
            <a:avLst/>
          </a:prstGeom>
          <a:noFill/>
          <a:ln>
            <a:noFill/>
          </a:ln>
        </p:spPr>
        <p:txBody>
          <a:bodyPr lIns="91425" tIns="91425" rIns="91425" bIns="91425" anchor="t" anchorCtr="0"/>
          <a:lstStyle>
            <a:lvl1pPr marL="647700" indent="-165861" algn="l" rtl="0">
              <a:spcBef>
                <a:spcPts val="3500"/>
              </a:spcBef>
              <a:spcAft>
                <a:spcPts val="0"/>
              </a:spcAft>
              <a:buClr>
                <a:schemeClr val="lt1"/>
              </a:buClr>
              <a:buFont typeface="Cabin"/>
              <a:buChar char="•"/>
              <a:defRPr/>
            </a:lvl1pPr>
            <a:lvl2pPr marL="939800" indent="-165861" algn="l" rtl="0">
              <a:spcBef>
                <a:spcPts val="3500"/>
              </a:spcBef>
              <a:spcAft>
                <a:spcPts val="0"/>
              </a:spcAft>
              <a:buClr>
                <a:schemeClr val="lt1"/>
              </a:buClr>
              <a:buFont typeface="Cabin"/>
              <a:buChar char="•"/>
              <a:defRPr/>
            </a:lvl2pPr>
            <a:lvl3pPr marL="1231900" indent="-165861" algn="l" rtl="0">
              <a:spcBef>
                <a:spcPts val="3500"/>
              </a:spcBef>
              <a:spcAft>
                <a:spcPts val="0"/>
              </a:spcAft>
              <a:buClr>
                <a:schemeClr val="lt1"/>
              </a:buClr>
              <a:buFont typeface="Cabin"/>
              <a:buChar char="•"/>
              <a:defRPr/>
            </a:lvl3pPr>
            <a:lvl4pPr marL="1536700" indent="-165861" algn="l" rtl="0">
              <a:spcBef>
                <a:spcPts val="3500"/>
              </a:spcBef>
              <a:spcAft>
                <a:spcPts val="0"/>
              </a:spcAft>
              <a:buClr>
                <a:schemeClr val="lt1"/>
              </a:buClr>
              <a:buFont typeface="Cabin"/>
              <a:buChar char="•"/>
              <a:defRPr/>
            </a:lvl4pPr>
            <a:lvl5pPr marL="1828800" indent="-165861" algn="l" rtl="0">
              <a:spcBef>
                <a:spcPts val="3500"/>
              </a:spcBef>
              <a:spcAft>
                <a:spcPts val="0"/>
              </a:spcAft>
              <a:buClr>
                <a:schemeClr val="lt1"/>
              </a:buClr>
              <a:buFont typeface="Cabin"/>
              <a:buChar char="•"/>
              <a:defRPr/>
            </a:lvl5pPr>
            <a:lvl6pPr marL="2286000" indent="-165861" algn="l" rtl="0">
              <a:spcBef>
                <a:spcPts val="3500"/>
              </a:spcBef>
              <a:spcAft>
                <a:spcPts val="0"/>
              </a:spcAft>
              <a:buClr>
                <a:schemeClr val="lt1"/>
              </a:buClr>
              <a:buFont typeface="Cabin"/>
              <a:buChar char="•"/>
              <a:defRPr/>
            </a:lvl6pPr>
            <a:lvl7pPr marL="2743200" indent="-165861" algn="l" rtl="0">
              <a:spcBef>
                <a:spcPts val="3500"/>
              </a:spcBef>
              <a:spcAft>
                <a:spcPts val="0"/>
              </a:spcAft>
              <a:buClr>
                <a:schemeClr val="lt1"/>
              </a:buClr>
              <a:buFont typeface="Cabin"/>
              <a:buChar char="•"/>
              <a:defRPr/>
            </a:lvl7pPr>
            <a:lvl8pPr marL="3200400" indent="-165861" algn="l" rtl="0">
              <a:spcBef>
                <a:spcPts val="3500"/>
              </a:spcBef>
              <a:spcAft>
                <a:spcPts val="0"/>
              </a:spcAft>
              <a:buClr>
                <a:schemeClr val="lt1"/>
              </a:buClr>
              <a:buFont typeface="Cabin"/>
              <a:buChar char="•"/>
              <a:defRPr/>
            </a:lvl8pPr>
            <a:lvl9pPr marL="3657600" indent="-165861"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341"/>
        <p:cNvGrpSpPr/>
        <p:nvPr/>
      </p:nvGrpSpPr>
      <p:grpSpPr>
        <a:xfrm>
          <a:off x="0" y="0"/>
          <a:ext cx="0" cy="0"/>
          <a:chOff x="0" y="0"/>
          <a:chExt cx="0" cy="0"/>
        </a:xfrm>
      </p:grpSpPr>
      <p:sp>
        <p:nvSpPr>
          <p:cNvPr id="342" name="Shape 342"/>
          <p:cNvSpPr txBox="1">
            <a:spLocks noGrp="1"/>
          </p:cNvSpPr>
          <p:nvPr>
            <p:ph type="title"/>
          </p:nvPr>
        </p:nvSpPr>
        <p:spPr>
          <a:xfrm>
            <a:off x="3186113" y="6400800"/>
            <a:ext cx="9753599" cy="755649"/>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343" name="Shape 343"/>
          <p:cNvSpPr>
            <a:spLocks noGrp="1"/>
          </p:cNvSpPr>
          <p:nvPr>
            <p:ph type="pic" idx="2"/>
          </p:nvPr>
        </p:nvSpPr>
        <p:spPr>
          <a:xfrm>
            <a:off x="3186113" y="817562"/>
            <a:ext cx="9753599" cy="5486399"/>
          </a:xfrm>
          <a:prstGeom prst="rect">
            <a:avLst/>
          </a:prstGeom>
          <a:noFill/>
          <a:ln>
            <a:noFill/>
          </a:ln>
        </p:spPr>
      </p:sp>
      <p:sp>
        <p:nvSpPr>
          <p:cNvPr id="344" name="Shape 344"/>
          <p:cNvSpPr txBox="1">
            <a:spLocks noGrp="1"/>
          </p:cNvSpPr>
          <p:nvPr>
            <p:ph type="body" idx="1"/>
          </p:nvPr>
        </p:nvSpPr>
        <p:spPr>
          <a:xfrm>
            <a:off x="3186113" y="7156450"/>
            <a:ext cx="9753599" cy="1073150"/>
          </a:xfrm>
          <a:prstGeom prst="rect">
            <a:avLst/>
          </a:prstGeom>
          <a:noFill/>
          <a:ln>
            <a:noFill/>
          </a:ln>
        </p:spPr>
        <p:txBody>
          <a:bodyPr lIns="91425" tIns="91425" rIns="91425" bIns="91425" anchor="t"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345"/>
        <p:cNvGrpSpPr/>
        <p:nvPr/>
      </p:nvGrpSpPr>
      <p:grpSpPr>
        <a:xfrm>
          <a:off x="0" y="0"/>
          <a:ext cx="0" cy="0"/>
          <a:chOff x="0" y="0"/>
          <a:chExt cx="0" cy="0"/>
        </a:xfrm>
      </p:grpSpPr>
      <p:sp>
        <p:nvSpPr>
          <p:cNvPr id="346" name="Shape 346"/>
          <p:cNvSpPr txBox="1">
            <a:spLocks noGrp="1"/>
          </p:cNvSpPr>
          <p:nvPr>
            <p:ph type="title"/>
          </p:nvPr>
        </p:nvSpPr>
        <p:spPr>
          <a:xfrm>
            <a:off x="812800" y="363537"/>
            <a:ext cx="5348287" cy="1549400"/>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347" name="Shape 347"/>
          <p:cNvSpPr txBox="1">
            <a:spLocks noGrp="1"/>
          </p:cNvSpPr>
          <p:nvPr>
            <p:ph type="body" idx="1"/>
          </p:nvPr>
        </p:nvSpPr>
        <p:spPr>
          <a:xfrm>
            <a:off x="6356350" y="363537"/>
            <a:ext cx="9086849" cy="780415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348" name="Shape 348"/>
          <p:cNvSpPr txBox="1">
            <a:spLocks noGrp="1"/>
          </p:cNvSpPr>
          <p:nvPr>
            <p:ph type="body" idx="2"/>
          </p:nvPr>
        </p:nvSpPr>
        <p:spPr>
          <a:xfrm>
            <a:off x="812800" y="1912938"/>
            <a:ext cx="5348287" cy="6254749"/>
          </a:xfrm>
          <a:prstGeom prst="rect">
            <a:avLst/>
          </a:prstGeom>
          <a:noFill/>
          <a:ln>
            <a:noFill/>
          </a:ln>
        </p:spPr>
        <p:txBody>
          <a:bodyPr lIns="91425" tIns="91425" rIns="91425" bIns="91425" anchor="t"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349"/>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50"/>
        <p:cNvGrpSpPr/>
        <p:nvPr/>
      </p:nvGrpSpPr>
      <p:grpSpPr>
        <a:xfrm>
          <a:off x="0" y="0"/>
          <a:ext cx="0" cy="0"/>
          <a:chOff x="0" y="0"/>
          <a:chExt cx="0" cy="0"/>
        </a:xfrm>
      </p:grpSpPr>
      <p:sp>
        <p:nvSpPr>
          <p:cNvPr id="351" name="Shape 351"/>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352"/>
        <p:cNvGrpSpPr/>
        <p:nvPr/>
      </p:nvGrpSpPr>
      <p:grpSpPr>
        <a:xfrm>
          <a:off x="0" y="0"/>
          <a:ext cx="0" cy="0"/>
          <a:chOff x="0" y="0"/>
          <a:chExt cx="0" cy="0"/>
        </a:xfrm>
      </p:grpSpPr>
      <p:sp>
        <p:nvSpPr>
          <p:cNvPr id="353" name="Shape 353"/>
          <p:cNvSpPr txBox="1">
            <a:spLocks noGrp="1"/>
          </p:cNvSpPr>
          <p:nvPr>
            <p:ph type="title"/>
          </p:nvPr>
        </p:nvSpPr>
        <p:spPr>
          <a:xfrm>
            <a:off x="812800" y="366712"/>
            <a:ext cx="14630400" cy="152400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354" name="Shape 354"/>
          <p:cNvSpPr txBox="1">
            <a:spLocks noGrp="1"/>
          </p:cNvSpPr>
          <p:nvPr>
            <p:ph type="body" idx="1"/>
          </p:nvPr>
        </p:nvSpPr>
        <p:spPr>
          <a:xfrm>
            <a:off x="812800" y="2046288"/>
            <a:ext cx="7181849"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355" name="Shape 355"/>
          <p:cNvSpPr txBox="1">
            <a:spLocks noGrp="1"/>
          </p:cNvSpPr>
          <p:nvPr>
            <p:ph type="body" idx="2"/>
          </p:nvPr>
        </p:nvSpPr>
        <p:spPr>
          <a:xfrm>
            <a:off x="812800" y="2900363"/>
            <a:ext cx="7181849" cy="5267324"/>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356" name="Shape 356"/>
          <p:cNvSpPr txBox="1">
            <a:spLocks noGrp="1"/>
          </p:cNvSpPr>
          <p:nvPr>
            <p:ph type="body" idx="3"/>
          </p:nvPr>
        </p:nvSpPr>
        <p:spPr>
          <a:xfrm>
            <a:off x="8258175" y="2046288"/>
            <a:ext cx="7185024"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357" name="Shape 357"/>
          <p:cNvSpPr txBox="1">
            <a:spLocks noGrp="1"/>
          </p:cNvSpPr>
          <p:nvPr>
            <p:ph type="body" idx="4"/>
          </p:nvPr>
        </p:nvSpPr>
        <p:spPr>
          <a:xfrm>
            <a:off x="8258175" y="2900363"/>
            <a:ext cx="7185024" cy="5267324"/>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358"/>
        <p:cNvGrpSpPr/>
        <p:nvPr/>
      </p:nvGrpSpPr>
      <p:grpSpPr>
        <a:xfrm>
          <a:off x="0" y="0"/>
          <a:ext cx="0" cy="0"/>
          <a:chOff x="0" y="0"/>
          <a:chExt cx="0" cy="0"/>
        </a:xfrm>
      </p:grpSpPr>
      <p:sp>
        <p:nvSpPr>
          <p:cNvPr id="359" name="Shape 359"/>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360" name="Shape 360"/>
          <p:cNvSpPr txBox="1">
            <a:spLocks noGrp="1"/>
          </p:cNvSpPr>
          <p:nvPr>
            <p:ph type="body" idx="1"/>
          </p:nvPr>
        </p:nvSpPr>
        <p:spPr>
          <a:xfrm>
            <a:off x="1155700" y="2603500"/>
            <a:ext cx="6889750" cy="5702299"/>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361" name="Shape 361"/>
          <p:cNvSpPr txBox="1">
            <a:spLocks noGrp="1"/>
          </p:cNvSpPr>
          <p:nvPr>
            <p:ph type="body" idx="2"/>
          </p:nvPr>
        </p:nvSpPr>
        <p:spPr>
          <a:xfrm>
            <a:off x="8197850" y="2603500"/>
            <a:ext cx="6889750" cy="5702299"/>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362"/>
        <p:cNvGrpSpPr/>
        <p:nvPr/>
      </p:nvGrpSpPr>
      <p:grpSpPr>
        <a:xfrm>
          <a:off x="0" y="0"/>
          <a:ext cx="0" cy="0"/>
          <a:chOff x="0" y="0"/>
          <a:chExt cx="0" cy="0"/>
        </a:xfrm>
      </p:grpSpPr>
      <p:sp>
        <p:nvSpPr>
          <p:cNvPr id="363" name="Shape 363"/>
          <p:cNvSpPr txBox="1">
            <a:spLocks noGrp="1"/>
          </p:cNvSpPr>
          <p:nvPr>
            <p:ph type="title"/>
          </p:nvPr>
        </p:nvSpPr>
        <p:spPr>
          <a:xfrm>
            <a:off x="1284287" y="5875337"/>
            <a:ext cx="13817599" cy="1816099"/>
          </a:xfrm>
          <a:prstGeom prst="rect">
            <a:avLst/>
          </a:prstGeom>
          <a:noFill/>
          <a:ln>
            <a:noFill/>
          </a:ln>
        </p:spPr>
        <p:txBody>
          <a:bodyPr lIns="91425" tIns="91425" rIns="91425" bIns="91425" anchor="t"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364" name="Shape 364"/>
          <p:cNvSpPr txBox="1">
            <a:spLocks noGrp="1"/>
          </p:cNvSpPr>
          <p:nvPr>
            <p:ph type="body" idx="1"/>
          </p:nvPr>
        </p:nvSpPr>
        <p:spPr>
          <a:xfrm>
            <a:off x="1284287" y="3875087"/>
            <a:ext cx="13817599" cy="2000250"/>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365"/>
        <p:cNvGrpSpPr/>
        <p:nvPr/>
      </p:nvGrpSpPr>
      <p:grpSpPr>
        <a:xfrm>
          <a:off x="0" y="0"/>
          <a:ext cx="0" cy="0"/>
          <a:chOff x="0" y="0"/>
          <a:chExt cx="0" cy="0"/>
        </a:xfrm>
      </p:grpSpPr>
      <p:sp>
        <p:nvSpPr>
          <p:cNvPr id="366" name="Shape 366"/>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367" name="Shape 367"/>
          <p:cNvSpPr txBox="1">
            <a:spLocks noGrp="1"/>
          </p:cNvSpPr>
          <p:nvPr>
            <p:ph type="body" idx="1"/>
          </p:nvPr>
        </p:nvSpPr>
        <p:spPr>
          <a:xfrm>
            <a:off x="1155700" y="2603500"/>
            <a:ext cx="13931900" cy="5702299"/>
          </a:xfrm>
          <a:prstGeom prst="rect">
            <a:avLst/>
          </a:prstGeom>
          <a:noFill/>
          <a:ln>
            <a:noFill/>
          </a:ln>
        </p:spPr>
        <p:txBody>
          <a:bodyPr lIns="91425" tIns="91425" rIns="91425" bIns="91425" anchor="t" anchorCtr="0"/>
          <a:lstStyle>
            <a:lvl1pPr marL="647700" indent="-165861" algn="l" rtl="0">
              <a:spcBef>
                <a:spcPts val="3500"/>
              </a:spcBef>
              <a:spcAft>
                <a:spcPts val="0"/>
              </a:spcAft>
              <a:buClr>
                <a:schemeClr val="lt1"/>
              </a:buClr>
              <a:buFont typeface="Cabin"/>
              <a:buChar char="•"/>
              <a:defRPr/>
            </a:lvl1pPr>
            <a:lvl2pPr marL="939800" indent="-165861" algn="l" rtl="0">
              <a:spcBef>
                <a:spcPts val="3500"/>
              </a:spcBef>
              <a:spcAft>
                <a:spcPts val="0"/>
              </a:spcAft>
              <a:buClr>
                <a:schemeClr val="lt1"/>
              </a:buClr>
              <a:buFont typeface="Cabin"/>
              <a:buChar char="•"/>
              <a:defRPr/>
            </a:lvl2pPr>
            <a:lvl3pPr marL="1231900" indent="-165861" algn="l" rtl="0">
              <a:spcBef>
                <a:spcPts val="3500"/>
              </a:spcBef>
              <a:spcAft>
                <a:spcPts val="0"/>
              </a:spcAft>
              <a:buClr>
                <a:schemeClr val="lt1"/>
              </a:buClr>
              <a:buFont typeface="Cabin"/>
              <a:buChar char="•"/>
              <a:defRPr/>
            </a:lvl3pPr>
            <a:lvl4pPr marL="1536700" indent="-165861" algn="l" rtl="0">
              <a:spcBef>
                <a:spcPts val="3500"/>
              </a:spcBef>
              <a:spcAft>
                <a:spcPts val="0"/>
              </a:spcAft>
              <a:buClr>
                <a:schemeClr val="lt1"/>
              </a:buClr>
              <a:buFont typeface="Cabin"/>
              <a:buChar char="•"/>
              <a:defRPr/>
            </a:lvl4pPr>
            <a:lvl5pPr marL="1828800" indent="-165861" algn="l" rtl="0">
              <a:spcBef>
                <a:spcPts val="3500"/>
              </a:spcBef>
              <a:spcAft>
                <a:spcPts val="0"/>
              </a:spcAft>
              <a:buClr>
                <a:schemeClr val="lt1"/>
              </a:buClr>
              <a:buFont typeface="Cabin"/>
              <a:buChar char="•"/>
              <a:defRPr/>
            </a:lvl5pPr>
            <a:lvl6pPr marL="2286000" indent="-165861" algn="l" rtl="0">
              <a:spcBef>
                <a:spcPts val="3500"/>
              </a:spcBef>
              <a:spcAft>
                <a:spcPts val="0"/>
              </a:spcAft>
              <a:buClr>
                <a:schemeClr val="lt1"/>
              </a:buClr>
              <a:buFont typeface="Cabin"/>
              <a:buChar char="•"/>
              <a:defRPr/>
            </a:lvl6pPr>
            <a:lvl7pPr marL="2743200" indent="-165861" algn="l" rtl="0">
              <a:spcBef>
                <a:spcPts val="3500"/>
              </a:spcBef>
              <a:spcAft>
                <a:spcPts val="0"/>
              </a:spcAft>
              <a:buClr>
                <a:schemeClr val="lt1"/>
              </a:buClr>
              <a:buFont typeface="Cabin"/>
              <a:buChar char="•"/>
              <a:defRPr/>
            </a:lvl7pPr>
            <a:lvl8pPr marL="3200400" indent="-165861" algn="l" rtl="0">
              <a:spcBef>
                <a:spcPts val="3500"/>
              </a:spcBef>
              <a:spcAft>
                <a:spcPts val="0"/>
              </a:spcAft>
              <a:buClr>
                <a:schemeClr val="lt1"/>
              </a:buClr>
              <a:buFont typeface="Cabin"/>
              <a:buChar char="•"/>
              <a:defRPr/>
            </a:lvl8pPr>
            <a:lvl9pPr marL="3657600" indent="-165861"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368"/>
        <p:cNvGrpSpPr/>
        <p:nvPr/>
      </p:nvGrpSpPr>
      <p:grpSpPr>
        <a:xfrm>
          <a:off x="0" y="0"/>
          <a:ext cx="0" cy="0"/>
          <a:chOff x="0" y="0"/>
          <a:chExt cx="0" cy="0"/>
        </a:xfrm>
      </p:grpSpPr>
      <p:sp>
        <p:nvSpPr>
          <p:cNvPr id="369" name="Shape 369"/>
          <p:cNvSpPr txBox="1">
            <a:spLocks noGrp="1"/>
          </p:cNvSpPr>
          <p:nvPr>
            <p:ph type="ctrTitle"/>
          </p:nvPr>
        </p:nvSpPr>
        <p:spPr>
          <a:xfrm>
            <a:off x="1219200" y="2840038"/>
            <a:ext cx="13817599" cy="1960561"/>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370" name="Shape 370"/>
          <p:cNvSpPr txBox="1">
            <a:spLocks noGrp="1"/>
          </p:cNvSpPr>
          <p:nvPr>
            <p:ph type="subTitle" idx="1"/>
          </p:nvPr>
        </p:nvSpPr>
        <p:spPr>
          <a:xfrm>
            <a:off x="2438400" y="5181600"/>
            <a:ext cx="11379200" cy="2336800"/>
          </a:xfrm>
          <a:prstGeom prst="rect">
            <a:avLst/>
          </a:prstGeom>
          <a:noFill/>
          <a:ln>
            <a:noFill/>
          </a:ln>
        </p:spPr>
        <p:txBody>
          <a:bodyPr lIns="91425" tIns="91425" rIns="91425" bIns="91425" anchor="t" anchorCtr="0"/>
          <a:lstStyle>
            <a:lvl1pPr marL="0" marR="0" indent="0" algn="ctr" rtl="0">
              <a:spcBef>
                <a:spcPts val="3500"/>
              </a:spcBef>
              <a:spcAft>
                <a:spcPts val="0"/>
              </a:spcAft>
              <a:buClr>
                <a:schemeClr val="lt1"/>
              </a:buClr>
              <a:buFont typeface="Cabin"/>
              <a:buNone/>
              <a:defRPr/>
            </a:lvl1pPr>
            <a:lvl2pPr marL="457200" marR="0" indent="0" algn="ctr" rtl="0">
              <a:spcBef>
                <a:spcPts val="3500"/>
              </a:spcBef>
              <a:spcAft>
                <a:spcPts val="0"/>
              </a:spcAft>
              <a:buClr>
                <a:schemeClr val="lt1"/>
              </a:buClr>
              <a:buFont typeface="Cabin"/>
              <a:buNone/>
              <a:defRPr/>
            </a:lvl2pPr>
            <a:lvl3pPr marL="914400" marR="0" indent="0" algn="ctr" rtl="0">
              <a:spcBef>
                <a:spcPts val="3500"/>
              </a:spcBef>
              <a:spcAft>
                <a:spcPts val="0"/>
              </a:spcAft>
              <a:buClr>
                <a:schemeClr val="lt1"/>
              </a:buClr>
              <a:buFont typeface="Cabin"/>
              <a:buNone/>
              <a:defRPr/>
            </a:lvl3pPr>
            <a:lvl4pPr marL="1371600" marR="0" indent="0" algn="ctr" rtl="0">
              <a:spcBef>
                <a:spcPts val="3500"/>
              </a:spcBef>
              <a:spcAft>
                <a:spcPts val="0"/>
              </a:spcAft>
              <a:buClr>
                <a:schemeClr val="lt1"/>
              </a:buClr>
              <a:buFont typeface="Cabin"/>
              <a:buNone/>
              <a:defRPr/>
            </a:lvl4pPr>
            <a:lvl5pPr marL="1828800" marR="0" indent="0" algn="ctr" rtl="0">
              <a:spcBef>
                <a:spcPts val="3500"/>
              </a:spcBef>
              <a:spcAft>
                <a:spcPts val="0"/>
              </a:spcAft>
              <a:buClr>
                <a:schemeClr val="lt1"/>
              </a:buClr>
              <a:buFont typeface="Cabin"/>
              <a:buNone/>
              <a:defRPr/>
            </a:lvl5pPr>
            <a:lvl6pPr marL="2286000" marR="0" indent="0" algn="ctr" rtl="0">
              <a:spcBef>
                <a:spcPts val="3500"/>
              </a:spcBef>
              <a:spcAft>
                <a:spcPts val="0"/>
              </a:spcAft>
              <a:buClr>
                <a:schemeClr val="lt1"/>
              </a:buClr>
              <a:buFont typeface="Cabin"/>
              <a:buNone/>
              <a:defRPr/>
            </a:lvl6pPr>
            <a:lvl7pPr marL="2743200" marR="0" indent="0" algn="ctr" rtl="0">
              <a:spcBef>
                <a:spcPts val="3500"/>
              </a:spcBef>
              <a:spcAft>
                <a:spcPts val="0"/>
              </a:spcAft>
              <a:buClr>
                <a:schemeClr val="lt1"/>
              </a:buClr>
              <a:buFont typeface="Cabin"/>
              <a:buNone/>
              <a:defRPr/>
            </a:lvl7pPr>
            <a:lvl8pPr marL="3200400" marR="0" indent="0" algn="ctr" rtl="0">
              <a:spcBef>
                <a:spcPts val="3500"/>
              </a:spcBef>
              <a:spcAft>
                <a:spcPts val="0"/>
              </a:spcAft>
              <a:buClr>
                <a:schemeClr val="lt1"/>
              </a:buClr>
              <a:buFont typeface="Cabin"/>
              <a:buNone/>
              <a:defRPr/>
            </a:lvl8pPr>
            <a:lvl9pPr marL="3657600" marR="0" indent="0" algn="ctr" rtl="0">
              <a:spcBef>
                <a:spcPts val="3500"/>
              </a:spcBef>
              <a:spcAft>
                <a:spcPts val="0"/>
              </a:spcAft>
              <a:buClr>
                <a:schemeClr val="lt1"/>
              </a:buClr>
              <a:buFont typeface="Cabin"/>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428"/>
        <p:cNvGrpSpPr/>
        <p:nvPr/>
      </p:nvGrpSpPr>
      <p:grpSpPr>
        <a:xfrm>
          <a:off x="0" y="0"/>
          <a:ext cx="0" cy="0"/>
          <a:chOff x="0" y="0"/>
          <a:chExt cx="0" cy="0"/>
        </a:xfrm>
      </p:grpSpPr>
      <p:sp>
        <p:nvSpPr>
          <p:cNvPr id="429" name="Shape 429"/>
          <p:cNvSpPr txBox="1">
            <a:spLocks noGrp="1"/>
          </p:cNvSpPr>
          <p:nvPr>
            <p:ph type="title"/>
          </p:nvPr>
        </p:nvSpPr>
        <p:spPr>
          <a:xfrm rot="5400000">
            <a:off x="9236075" y="2441574"/>
            <a:ext cx="7708899" cy="3308349"/>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430" name="Shape 430"/>
          <p:cNvSpPr txBox="1">
            <a:spLocks noGrp="1"/>
          </p:cNvSpPr>
          <p:nvPr>
            <p:ph type="body" idx="1"/>
          </p:nvPr>
        </p:nvSpPr>
        <p:spPr>
          <a:xfrm rot="5400000">
            <a:off x="2543175" y="-790575"/>
            <a:ext cx="7708899" cy="9772650"/>
          </a:xfrm>
          <a:prstGeom prst="rect">
            <a:avLst/>
          </a:prstGeom>
          <a:noFill/>
          <a:ln>
            <a:noFill/>
          </a:ln>
        </p:spPr>
        <p:txBody>
          <a:bodyPr lIns="91425" tIns="91425" rIns="91425" bIns="91425" anchor="ctr" anchorCtr="0"/>
          <a:lstStyle>
            <a:lvl1pPr marL="1054100" indent="-374776" algn="l" rtl="0">
              <a:spcBef>
                <a:spcPts val="2300"/>
              </a:spcBef>
              <a:spcAft>
                <a:spcPts val="0"/>
              </a:spcAft>
              <a:buClr>
                <a:schemeClr val="lt1"/>
              </a:buClr>
              <a:buFont typeface="Cabin"/>
              <a:buChar char="•"/>
              <a:defRPr/>
            </a:lvl1pPr>
            <a:lvl2pPr marL="1498600" indent="-374776" algn="l" rtl="0">
              <a:spcBef>
                <a:spcPts val="2300"/>
              </a:spcBef>
              <a:spcAft>
                <a:spcPts val="0"/>
              </a:spcAft>
              <a:buClr>
                <a:schemeClr val="lt1"/>
              </a:buClr>
              <a:buFont typeface="Cabin"/>
              <a:buChar char="•"/>
              <a:defRPr/>
            </a:lvl2pPr>
            <a:lvl3pPr marL="1943100" indent="-374776" algn="l" rtl="0">
              <a:spcBef>
                <a:spcPts val="2300"/>
              </a:spcBef>
              <a:spcAft>
                <a:spcPts val="0"/>
              </a:spcAft>
              <a:buClr>
                <a:schemeClr val="lt1"/>
              </a:buClr>
              <a:buFont typeface="Cabin"/>
              <a:buChar char="•"/>
              <a:defRPr/>
            </a:lvl3pPr>
            <a:lvl4pPr marL="2387600" indent="-374776" algn="l" rtl="0">
              <a:spcBef>
                <a:spcPts val="2300"/>
              </a:spcBef>
              <a:spcAft>
                <a:spcPts val="0"/>
              </a:spcAft>
              <a:buClr>
                <a:schemeClr val="lt1"/>
              </a:buClr>
              <a:buFont typeface="Cabin"/>
              <a:buChar char="•"/>
              <a:defRPr/>
            </a:lvl4pPr>
            <a:lvl5pPr marL="2832100" indent="-374776" algn="l" rtl="0">
              <a:spcBef>
                <a:spcPts val="2300"/>
              </a:spcBef>
              <a:spcAft>
                <a:spcPts val="0"/>
              </a:spcAft>
              <a:buClr>
                <a:schemeClr val="lt1"/>
              </a:buClr>
              <a:buFont typeface="Cabin"/>
              <a:buChar char="•"/>
              <a:defRPr/>
            </a:lvl5pPr>
            <a:lvl6pPr marL="3289300" indent="-374776" algn="l" rtl="0">
              <a:spcBef>
                <a:spcPts val="2300"/>
              </a:spcBef>
              <a:spcAft>
                <a:spcPts val="0"/>
              </a:spcAft>
              <a:buClr>
                <a:schemeClr val="lt1"/>
              </a:buClr>
              <a:buFont typeface="Cabin"/>
              <a:buChar char="•"/>
              <a:defRPr/>
            </a:lvl6pPr>
            <a:lvl7pPr marL="3746500" indent="-374777" algn="l" rtl="0">
              <a:spcBef>
                <a:spcPts val="2300"/>
              </a:spcBef>
              <a:spcAft>
                <a:spcPts val="0"/>
              </a:spcAft>
              <a:buClr>
                <a:schemeClr val="lt1"/>
              </a:buClr>
              <a:buFont typeface="Cabin"/>
              <a:buChar char="•"/>
              <a:defRPr/>
            </a:lvl7pPr>
            <a:lvl8pPr marL="4203700" indent="-374777" algn="l" rtl="0">
              <a:spcBef>
                <a:spcPts val="2300"/>
              </a:spcBef>
              <a:spcAft>
                <a:spcPts val="0"/>
              </a:spcAft>
              <a:buClr>
                <a:schemeClr val="lt1"/>
              </a:buClr>
              <a:buFont typeface="Cabin"/>
              <a:buChar char="•"/>
              <a:defRPr/>
            </a:lvl8pPr>
            <a:lvl9pPr marL="4660900" indent="-374777" algn="l" rtl="0">
              <a:spcBef>
                <a:spcPts val="2300"/>
              </a:spcBef>
              <a:spcAft>
                <a:spcPts val="0"/>
              </a:spcAft>
              <a:buClr>
                <a:schemeClr val="lt1"/>
              </a:buClr>
              <a:buFont typeface="Cabin"/>
              <a:buChar char="•"/>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431"/>
        <p:cNvGrpSpPr/>
        <p:nvPr/>
      </p:nvGrpSpPr>
      <p:grpSpPr>
        <a:xfrm>
          <a:off x="0" y="0"/>
          <a:ext cx="0" cy="0"/>
          <a:chOff x="0" y="0"/>
          <a:chExt cx="0" cy="0"/>
        </a:xfrm>
      </p:grpSpPr>
      <p:sp>
        <p:nvSpPr>
          <p:cNvPr id="432" name="Shape 432"/>
          <p:cNvSpPr txBox="1">
            <a:spLocks noGrp="1"/>
          </p:cNvSpPr>
          <p:nvPr>
            <p:ph type="title"/>
          </p:nvPr>
        </p:nvSpPr>
        <p:spPr>
          <a:xfrm>
            <a:off x="1511300" y="241300"/>
            <a:ext cx="13233399" cy="22860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433" name="Shape 433"/>
          <p:cNvSpPr txBox="1">
            <a:spLocks noGrp="1"/>
          </p:cNvSpPr>
          <p:nvPr>
            <p:ph type="body" idx="1"/>
          </p:nvPr>
        </p:nvSpPr>
        <p:spPr>
          <a:xfrm rot="5400000">
            <a:off x="5448299" y="-1346199"/>
            <a:ext cx="5359400" cy="13233399"/>
          </a:xfrm>
          <a:prstGeom prst="rect">
            <a:avLst/>
          </a:prstGeom>
          <a:noFill/>
          <a:ln>
            <a:noFill/>
          </a:ln>
        </p:spPr>
        <p:txBody>
          <a:bodyPr lIns="91425" tIns="91425" rIns="91425" bIns="91425" anchor="ctr" anchorCtr="0"/>
          <a:lstStyle>
            <a:lvl1pPr marL="1054100" indent="-374776" algn="l" rtl="0">
              <a:spcBef>
                <a:spcPts val="2300"/>
              </a:spcBef>
              <a:spcAft>
                <a:spcPts val="0"/>
              </a:spcAft>
              <a:buClr>
                <a:schemeClr val="lt1"/>
              </a:buClr>
              <a:buFont typeface="Cabin"/>
              <a:buChar char="•"/>
              <a:defRPr/>
            </a:lvl1pPr>
            <a:lvl2pPr marL="1498600" indent="-374776" algn="l" rtl="0">
              <a:spcBef>
                <a:spcPts val="2300"/>
              </a:spcBef>
              <a:spcAft>
                <a:spcPts val="0"/>
              </a:spcAft>
              <a:buClr>
                <a:schemeClr val="lt1"/>
              </a:buClr>
              <a:buFont typeface="Cabin"/>
              <a:buChar char="•"/>
              <a:defRPr/>
            </a:lvl2pPr>
            <a:lvl3pPr marL="1943100" indent="-374776" algn="l" rtl="0">
              <a:spcBef>
                <a:spcPts val="2300"/>
              </a:spcBef>
              <a:spcAft>
                <a:spcPts val="0"/>
              </a:spcAft>
              <a:buClr>
                <a:schemeClr val="lt1"/>
              </a:buClr>
              <a:buFont typeface="Cabin"/>
              <a:buChar char="•"/>
              <a:defRPr/>
            </a:lvl3pPr>
            <a:lvl4pPr marL="2387600" indent="-374776" algn="l" rtl="0">
              <a:spcBef>
                <a:spcPts val="2300"/>
              </a:spcBef>
              <a:spcAft>
                <a:spcPts val="0"/>
              </a:spcAft>
              <a:buClr>
                <a:schemeClr val="lt1"/>
              </a:buClr>
              <a:buFont typeface="Cabin"/>
              <a:buChar char="•"/>
              <a:defRPr/>
            </a:lvl4pPr>
            <a:lvl5pPr marL="2832100" indent="-374776" algn="l" rtl="0">
              <a:spcBef>
                <a:spcPts val="2300"/>
              </a:spcBef>
              <a:spcAft>
                <a:spcPts val="0"/>
              </a:spcAft>
              <a:buClr>
                <a:schemeClr val="lt1"/>
              </a:buClr>
              <a:buFont typeface="Cabin"/>
              <a:buChar char="•"/>
              <a:defRPr/>
            </a:lvl5pPr>
            <a:lvl6pPr marL="3289300" indent="-374776" algn="l" rtl="0">
              <a:spcBef>
                <a:spcPts val="2300"/>
              </a:spcBef>
              <a:spcAft>
                <a:spcPts val="0"/>
              </a:spcAft>
              <a:buClr>
                <a:schemeClr val="lt1"/>
              </a:buClr>
              <a:buFont typeface="Cabin"/>
              <a:buChar char="•"/>
              <a:defRPr/>
            </a:lvl6pPr>
            <a:lvl7pPr marL="3746500" indent="-374777" algn="l" rtl="0">
              <a:spcBef>
                <a:spcPts val="2300"/>
              </a:spcBef>
              <a:spcAft>
                <a:spcPts val="0"/>
              </a:spcAft>
              <a:buClr>
                <a:schemeClr val="lt1"/>
              </a:buClr>
              <a:buFont typeface="Cabin"/>
              <a:buChar char="•"/>
              <a:defRPr/>
            </a:lvl7pPr>
            <a:lvl8pPr marL="4203700" indent="-374777" algn="l" rtl="0">
              <a:spcBef>
                <a:spcPts val="2300"/>
              </a:spcBef>
              <a:spcAft>
                <a:spcPts val="0"/>
              </a:spcAft>
              <a:buClr>
                <a:schemeClr val="lt1"/>
              </a:buClr>
              <a:buFont typeface="Cabin"/>
              <a:buChar char="•"/>
              <a:defRPr/>
            </a:lvl8pPr>
            <a:lvl9pPr marL="4660900" indent="-374777" algn="l" rtl="0">
              <a:spcBef>
                <a:spcPts val="2300"/>
              </a:spcBef>
              <a:spcAft>
                <a:spcPts val="0"/>
              </a:spcAft>
              <a:buClr>
                <a:schemeClr val="lt1"/>
              </a:buClr>
              <a:buFont typeface="Cabin"/>
              <a:buChar char="•"/>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434"/>
        <p:cNvGrpSpPr/>
        <p:nvPr/>
      </p:nvGrpSpPr>
      <p:grpSpPr>
        <a:xfrm>
          <a:off x="0" y="0"/>
          <a:ext cx="0" cy="0"/>
          <a:chOff x="0" y="0"/>
          <a:chExt cx="0" cy="0"/>
        </a:xfrm>
      </p:grpSpPr>
      <p:sp>
        <p:nvSpPr>
          <p:cNvPr id="435" name="Shape 435"/>
          <p:cNvSpPr txBox="1">
            <a:spLocks noGrp="1"/>
          </p:cNvSpPr>
          <p:nvPr>
            <p:ph type="title"/>
          </p:nvPr>
        </p:nvSpPr>
        <p:spPr>
          <a:xfrm>
            <a:off x="3186113" y="6400800"/>
            <a:ext cx="9753599" cy="755649"/>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36" name="Shape 436"/>
          <p:cNvSpPr>
            <a:spLocks noGrp="1"/>
          </p:cNvSpPr>
          <p:nvPr>
            <p:ph type="pic" idx="2"/>
          </p:nvPr>
        </p:nvSpPr>
        <p:spPr>
          <a:xfrm>
            <a:off x="3186113" y="817562"/>
            <a:ext cx="9753599" cy="5486399"/>
          </a:xfrm>
          <a:prstGeom prst="rect">
            <a:avLst/>
          </a:prstGeom>
          <a:noFill/>
          <a:ln>
            <a:noFill/>
          </a:ln>
        </p:spPr>
      </p:sp>
      <p:sp>
        <p:nvSpPr>
          <p:cNvPr id="437" name="Shape 437"/>
          <p:cNvSpPr txBox="1">
            <a:spLocks noGrp="1"/>
          </p:cNvSpPr>
          <p:nvPr>
            <p:ph type="body" idx="1"/>
          </p:nvPr>
        </p:nvSpPr>
        <p:spPr>
          <a:xfrm>
            <a:off x="3186113" y="7156450"/>
            <a:ext cx="9753599" cy="1073150"/>
          </a:xfrm>
          <a:prstGeom prst="rect">
            <a:avLst/>
          </a:prstGeom>
          <a:noFill/>
          <a:ln>
            <a:noFill/>
          </a:ln>
        </p:spPr>
        <p:txBody>
          <a:bodyPr lIns="91425" tIns="91425" rIns="91425" bIns="91425" anchor="ctr"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438"/>
        <p:cNvGrpSpPr/>
        <p:nvPr/>
      </p:nvGrpSpPr>
      <p:grpSpPr>
        <a:xfrm>
          <a:off x="0" y="0"/>
          <a:ext cx="0" cy="0"/>
          <a:chOff x="0" y="0"/>
          <a:chExt cx="0" cy="0"/>
        </a:xfrm>
      </p:grpSpPr>
      <p:sp>
        <p:nvSpPr>
          <p:cNvPr id="439" name="Shape 439"/>
          <p:cNvSpPr txBox="1">
            <a:spLocks noGrp="1"/>
          </p:cNvSpPr>
          <p:nvPr>
            <p:ph type="title"/>
          </p:nvPr>
        </p:nvSpPr>
        <p:spPr>
          <a:xfrm>
            <a:off x="812800" y="363537"/>
            <a:ext cx="5348287" cy="1549400"/>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40" name="Shape 440"/>
          <p:cNvSpPr txBox="1">
            <a:spLocks noGrp="1"/>
          </p:cNvSpPr>
          <p:nvPr>
            <p:ph type="body" idx="1"/>
          </p:nvPr>
        </p:nvSpPr>
        <p:spPr>
          <a:xfrm>
            <a:off x="6356350" y="363537"/>
            <a:ext cx="9086849" cy="780415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41" name="Shape 441"/>
          <p:cNvSpPr txBox="1">
            <a:spLocks noGrp="1"/>
          </p:cNvSpPr>
          <p:nvPr>
            <p:ph type="body" idx="2"/>
          </p:nvPr>
        </p:nvSpPr>
        <p:spPr>
          <a:xfrm>
            <a:off x="812800" y="1912938"/>
            <a:ext cx="5348287" cy="6254749"/>
          </a:xfrm>
          <a:prstGeom prst="rect">
            <a:avLst/>
          </a:prstGeom>
          <a:noFill/>
          <a:ln>
            <a:noFill/>
          </a:ln>
        </p:spPr>
        <p:txBody>
          <a:bodyPr lIns="91425" tIns="91425" rIns="91425" bIns="91425" anchor="ctr"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442"/>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443"/>
        <p:cNvGrpSpPr/>
        <p:nvPr/>
      </p:nvGrpSpPr>
      <p:grpSpPr>
        <a:xfrm>
          <a:off x="0" y="0"/>
          <a:ext cx="0" cy="0"/>
          <a:chOff x="0" y="0"/>
          <a:chExt cx="0" cy="0"/>
        </a:xfrm>
      </p:grpSpPr>
      <p:sp>
        <p:nvSpPr>
          <p:cNvPr id="444" name="Shape 444"/>
          <p:cNvSpPr txBox="1">
            <a:spLocks noGrp="1"/>
          </p:cNvSpPr>
          <p:nvPr>
            <p:ph type="title"/>
          </p:nvPr>
        </p:nvSpPr>
        <p:spPr>
          <a:xfrm>
            <a:off x="1511300" y="241300"/>
            <a:ext cx="13233399" cy="22860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445"/>
        <p:cNvGrpSpPr/>
        <p:nvPr/>
      </p:nvGrpSpPr>
      <p:grpSpPr>
        <a:xfrm>
          <a:off x="0" y="0"/>
          <a:ext cx="0" cy="0"/>
          <a:chOff x="0" y="0"/>
          <a:chExt cx="0" cy="0"/>
        </a:xfrm>
      </p:grpSpPr>
      <p:sp>
        <p:nvSpPr>
          <p:cNvPr id="446" name="Shape 446"/>
          <p:cNvSpPr txBox="1">
            <a:spLocks noGrp="1"/>
          </p:cNvSpPr>
          <p:nvPr>
            <p:ph type="title"/>
          </p:nvPr>
        </p:nvSpPr>
        <p:spPr>
          <a:xfrm>
            <a:off x="812800" y="366712"/>
            <a:ext cx="14630400" cy="152400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47" name="Shape 447"/>
          <p:cNvSpPr txBox="1">
            <a:spLocks noGrp="1"/>
          </p:cNvSpPr>
          <p:nvPr>
            <p:ph type="body" idx="1"/>
          </p:nvPr>
        </p:nvSpPr>
        <p:spPr>
          <a:xfrm>
            <a:off x="812800" y="2046288"/>
            <a:ext cx="7181849"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448" name="Shape 448"/>
          <p:cNvSpPr txBox="1">
            <a:spLocks noGrp="1"/>
          </p:cNvSpPr>
          <p:nvPr>
            <p:ph type="body" idx="2"/>
          </p:nvPr>
        </p:nvSpPr>
        <p:spPr>
          <a:xfrm>
            <a:off x="812800" y="2900363"/>
            <a:ext cx="7181849" cy="5267324"/>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49" name="Shape 449"/>
          <p:cNvSpPr txBox="1">
            <a:spLocks noGrp="1"/>
          </p:cNvSpPr>
          <p:nvPr>
            <p:ph type="body" idx="3"/>
          </p:nvPr>
        </p:nvSpPr>
        <p:spPr>
          <a:xfrm>
            <a:off x="8258175" y="2046288"/>
            <a:ext cx="7185024" cy="854074"/>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450" name="Shape 450"/>
          <p:cNvSpPr txBox="1">
            <a:spLocks noGrp="1"/>
          </p:cNvSpPr>
          <p:nvPr>
            <p:ph type="body" idx="4"/>
          </p:nvPr>
        </p:nvSpPr>
        <p:spPr>
          <a:xfrm>
            <a:off x="8258175" y="2900363"/>
            <a:ext cx="7185024" cy="5267324"/>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451"/>
        <p:cNvGrpSpPr/>
        <p:nvPr/>
      </p:nvGrpSpPr>
      <p:grpSpPr>
        <a:xfrm>
          <a:off x="0" y="0"/>
          <a:ext cx="0" cy="0"/>
          <a:chOff x="0" y="0"/>
          <a:chExt cx="0" cy="0"/>
        </a:xfrm>
      </p:grpSpPr>
      <p:sp>
        <p:nvSpPr>
          <p:cNvPr id="452" name="Shape 452"/>
          <p:cNvSpPr txBox="1">
            <a:spLocks noGrp="1"/>
          </p:cNvSpPr>
          <p:nvPr>
            <p:ph type="title"/>
          </p:nvPr>
        </p:nvSpPr>
        <p:spPr>
          <a:xfrm>
            <a:off x="1511300" y="241300"/>
            <a:ext cx="13233399" cy="22860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453" name="Shape 453"/>
          <p:cNvSpPr txBox="1">
            <a:spLocks noGrp="1"/>
          </p:cNvSpPr>
          <p:nvPr>
            <p:ph type="body" idx="1"/>
          </p:nvPr>
        </p:nvSpPr>
        <p:spPr>
          <a:xfrm>
            <a:off x="1511300" y="2590800"/>
            <a:ext cx="6540500" cy="535940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54" name="Shape 454"/>
          <p:cNvSpPr txBox="1">
            <a:spLocks noGrp="1"/>
          </p:cNvSpPr>
          <p:nvPr>
            <p:ph type="body" idx="2"/>
          </p:nvPr>
        </p:nvSpPr>
        <p:spPr>
          <a:xfrm>
            <a:off x="8204200" y="2590800"/>
            <a:ext cx="6540500" cy="535940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455"/>
        <p:cNvGrpSpPr/>
        <p:nvPr/>
      </p:nvGrpSpPr>
      <p:grpSpPr>
        <a:xfrm>
          <a:off x="0" y="0"/>
          <a:ext cx="0" cy="0"/>
          <a:chOff x="0" y="0"/>
          <a:chExt cx="0" cy="0"/>
        </a:xfrm>
      </p:grpSpPr>
      <p:sp>
        <p:nvSpPr>
          <p:cNvPr id="456" name="Shape 456"/>
          <p:cNvSpPr txBox="1">
            <a:spLocks noGrp="1"/>
          </p:cNvSpPr>
          <p:nvPr>
            <p:ph type="title"/>
          </p:nvPr>
        </p:nvSpPr>
        <p:spPr>
          <a:xfrm>
            <a:off x="1284287" y="5875337"/>
            <a:ext cx="13817599" cy="1816099"/>
          </a:xfrm>
          <a:prstGeom prst="rect">
            <a:avLst/>
          </a:prstGeom>
          <a:noFill/>
          <a:ln>
            <a:noFill/>
          </a:ln>
        </p:spPr>
        <p:txBody>
          <a:bodyPr lIns="91425" tIns="91425" rIns="91425" bIns="91425" anchor="t"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57" name="Shape 457"/>
          <p:cNvSpPr txBox="1">
            <a:spLocks noGrp="1"/>
          </p:cNvSpPr>
          <p:nvPr>
            <p:ph type="body" idx="1"/>
          </p:nvPr>
        </p:nvSpPr>
        <p:spPr>
          <a:xfrm>
            <a:off x="1284287" y="3875087"/>
            <a:ext cx="13817599" cy="2000250"/>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458"/>
        <p:cNvGrpSpPr/>
        <p:nvPr/>
      </p:nvGrpSpPr>
      <p:grpSpPr>
        <a:xfrm>
          <a:off x="0" y="0"/>
          <a:ext cx="0" cy="0"/>
          <a:chOff x="0" y="0"/>
          <a:chExt cx="0" cy="0"/>
        </a:xfrm>
      </p:grpSpPr>
      <p:sp>
        <p:nvSpPr>
          <p:cNvPr id="459" name="Shape 459"/>
          <p:cNvSpPr txBox="1">
            <a:spLocks noGrp="1"/>
          </p:cNvSpPr>
          <p:nvPr>
            <p:ph type="title"/>
          </p:nvPr>
        </p:nvSpPr>
        <p:spPr>
          <a:xfrm>
            <a:off x="1511300" y="241300"/>
            <a:ext cx="13233399" cy="22860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460" name="Shape 460"/>
          <p:cNvSpPr txBox="1">
            <a:spLocks noGrp="1"/>
          </p:cNvSpPr>
          <p:nvPr>
            <p:ph type="body" idx="1"/>
          </p:nvPr>
        </p:nvSpPr>
        <p:spPr>
          <a:xfrm>
            <a:off x="1511300" y="2590800"/>
            <a:ext cx="13233399" cy="5359400"/>
          </a:xfrm>
          <a:prstGeom prst="rect">
            <a:avLst/>
          </a:prstGeom>
          <a:noFill/>
          <a:ln>
            <a:noFill/>
          </a:ln>
        </p:spPr>
        <p:txBody>
          <a:bodyPr lIns="91425" tIns="91425" rIns="91425" bIns="91425" anchor="ctr" anchorCtr="0"/>
          <a:lstStyle>
            <a:lvl1pPr marL="1054100" indent="-374776" algn="l" rtl="0">
              <a:spcBef>
                <a:spcPts val="2300"/>
              </a:spcBef>
              <a:spcAft>
                <a:spcPts val="0"/>
              </a:spcAft>
              <a:buClr>
                <a:schemeClr val="lt1"/>
              </a:buClr>
              <a:buFont typeface="Cabin"/>
              <a:buChar char="•"/>
              <a:defRPr/>
            </a:lvl1pPr>
            <a:lvl2pPr marL="1498600" indent="-374776" algn="l" rtl="0">
              <a:spcBef>
                <a:spcPts val="2300"/>
              </a:spcBef>
              <a:spcAft>
                <a:spcPts val="0"/>
              </a:spcAft>
              <a:buClr>
                <a:schemeClr val="lt1"/>
              </a:buClr>
              <a:buFont typeface="Cabin"/>
              <a:buChar char="•"/>
              <a:defRPr/>
            </a:lvl2pPr>
            <a:lvl3pPr marL="1943100" indent="-374776" algn="l" rtl="0">
              <a:spcBef>
                <a:spcPts val="2300"/>
              </a:spcBef>
              <a:spcAft>
                <a:spcPts val="0"/>
              </a:spcAft>
              <a:buClr>
                <a:schemeClr val="lt1"/>
              </a:buClr>
              <a:buFont typeface="Cabin"/>
              <a:buChar char="•"/>
              <a:defRPr/>
            </a:lvl3pPr>
            <a:lvl4pPr marL="2387600" indent="-374776" algn="l" rtl="0">
              <a:spcBef>
                <a:spcPts val="2300"/>
              </a:spcBef>
              <a:spcAft>
                <a:spcPts val="0"/>
              </a:spcAft>
              <a:buClr>
                <a:schemeClr val="lt1"/>
              </a:buClr>
              <a:buFont typeface="Cabin"/>
              <a:buChar char="•"/>
              <a:defRPr/>
            </a:lvl4pPr>
            <a:lvl5pPr marL="2832100" indent="-374776" algn="l" rtl="0">
              <a:spcBef>
                <a:spcPts val="2300"/>
              </a:spcBef>
              <a:spcAft>
                <a:spcPts val="0"/>
              </a:spcAft>
              <a:buClr>
                <a:schemeClr val="lt1"/>
              </a:buClr>
              <a:buFont typeface="Cabin"/>
              <a:buChar char="•"/>
              <a:defRPr/>
            </a:lvl5pPr>
            <a:lvl6pPr marL="3289300" indent="-374776" algn="l" rtl="0">
              <a:spcBef>
                <a:spcPts val="2300"/>
              </a:spcBef>
              <a:spcAft>
                <a:spcPts val="0"/>
              </a:spcAft>
              <a:buClr>
                <a:schemeClr val="lt1"/>
              </a:buClr>
              <a:buFont typeface="Cabin"/>
              <a:buChar char="•"/>
              <a:defRPr/>
            </a:lvl6pPr>
            <a:lvl7pPr marL="3746500" indent="-374777" algn="l" rtl="0">
              <a:spcBef>
                <a:spcPts val="2300"/>
              </a:spcBef>
              <a:spcAft>
                <a:spcPts val="0"/>
              </a:spcAft>
              <a:buClr>
                <a:schemeClr val="lt1"/>
              </a:buClr>
              <a:buFont typeface="Cabin"/>
              <a:buChar char="•"/>
              <a:defRPr/>
            </a:lvl7pPr>
            <a:lvl8pPr marL="4203700" indent="-374777" algn="l" rtl="0">
              <a:spcBef>
                <a:spcPts val="2300"/>
              </a:spcBef>
              <a:spcAft>
                <a:spcPts val="0"/>
              </a:spcAft>
              <a:buClr>
                <a:schemeClr val="lt1"/>
              </a:buClr>
              <a:buFont typeface="Cabin"/>
              <a:buChar char="•"/>
              <a:defRPr/>
            </a:lvl8pPr>
            <a:lvl9pPr marL="4660900" indent="-374777" algn="l" rtl="0">
              <a:spcBef>
                <a:spcPts val="2300"/>
              </a:spcBef>
              <a:spcAft>
                <a:spcPts val="0"/>
              </a:spcAft>
              <a:buClr>
                <a:schemeClr val="lt1"/>
              </a:buClr>
              <a:buFont typeface="Cabin"/>
              <a:buChar char="•"/>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461"/>
        <p:cNvGrpSpPr/>
        <p:nvPr/>
      </p:nvGrpSpPr>
      <p:grpSpPr>
        <a:xfrm>
          <a:off x="0" y="0"/>
          <a:ext cx="0" cy="0"/>
          <a:chOff x="0" y="0"/>
          <a:chExt cx="0" cy="0"/>
        </a:xfrm>
      </p:grpSpPr>
      <p:sp>
        <p:nvSpPr>
          <p:cNvPr id="462" name="Shape 462"/>
          <p:cNvSpPr txBox="1">
            <a:spLocks noGrp="1"/>
          </p:cNvSpPr>
          <p:nvPr>
            <p:ph type="ctrTitle"/>
          </p:nvPr>
        </p:nvSpPr>
        <p:spPr>
          <a:xfrm>
            <a:off x="1219200" y="2840038"/>
            <a:ext cx="13817599" cy="1960561"/>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463" name="Shape 463"/>
          <p:cNvSpPr txBox="1">
            <a:spLocks noGrp="1"/>
          </p:cNvSpPr>
          <p:nvPr>
            <p:ph type="subTitle" idx="1"/>
          </p:nvPr>
        </p:nvSpPr>
        <p:spPr>
          <a:xfrm>
            <a:off x="2438400" y="5181600"/>
            <a:ext cx="11379200" cy="2336800"/>
          </a:xfrm>
          <a:prstGeom prst="rect">
            <a:avLst/>
          </a:prstGeom>
          <a:noFill/>
          <a:ln>
            <a:noFill/>
          </a:ln>
        </p:spPr>
        <p:txBody>
          <a:bodyPr lIns="91425" tIns="91425" rIns="91425" bIns="91425" anchor="ctr" anchorCtr="0"/>
          <a:lstStyle>
            <a:lvl1pPr marL="0" marR="0" indent="0" algn="ctr" rtl="0">
              <a:spcBef>
                <a:spcPts val="2300"/>
              </a:spcBef>
              <a:spcAft>
                <a:spcPts val="0"/>
              </a:spcAft>
              <a:buClr>
                <a:schemeClr val="lt1"/>
              </a:buClr>
              <a:buFont typeface="Cabin"/>
              <a:buNone/>
              <a:defRPr/>
            </a:lvl1pPr>
            <a:lvl2pPr marL="457200" marR="0" indent="0" algn="ctr" rtl="0">
              <a:spcBef>
                <a:spcPts val="2300"/>
              </a:spcBef>
              <a:spcAft>
                <a:spcPts val="0"/>
              </a:spcAft>
              <a:buClr>
                <a:schemeClr val="lt1"/>
              </a:buClr>
              <a:buFont typeface="Cabin"/>
              <a:buNone/>
              <a:defRPr/>
            </a:lvl2pPr>
            <a:lvl3pPr marL="914400" marR="0" indent="0" algn="ctr" rtl="0">
              <a:spcBef>
                <a:spcPts val="2300"/>
              </a:spcBef>
              <a:spcAft>
                <a:spcPts val="0"/>
              </a:spcAft>
              <a:buClr>
                <a:schemeClr val="lt1"/>
              </a:buClr>
              <a:buFont typeface="Cabin"/>
              <a:buNone/>
              <a:defRPr/>
            </a:lvl3pPr>
            <a:lvl4pPr marL="1371600" marR="0" indent="0" algn="ctr" rtl="0">
              <a:spcBef>
                <a:spcPts val="2300"/>
              </a:spcBef>
              <a:spcAft>
                <a:spcPts val="0"/>
              </a:spcAft>
              <a:buClr>
                <a:schemeClr val="lt1"/>
              </a:buClr>
              <a:buFont typeface="Cabin"/>
              <a:buNone/>
              <a:defRPr/>
            </a:lvl4pPr>
            <a:lvl5pPr marL="1828800" marR="0" indent="0" algn="ctr" rtl="0">
              <a:spcBef>
                <a:spcPts val="2300"/>
              </a:spcBef>
              <a:spcAft>
                <a:spcPts val="0"/>
              </a:spcAft>
              <a:buClr>
                <a:schemeClr val="lt1"/>
              </a:buClr>
              <a:buFont typeface="Cabin"/>
              <a:buNone/>
              <a:defRPr/>
            </a:lvl5pPr>
            <a:lvl6pPr marL="2286000" marR="0" indent="0" algn="ctr" rtl="0">
              <a:spcBef>
                <a:spcPts val="2300"/>
              </a:spcBef>
              <a:spcAft>
                <a:spcPts val="0"/>
              </a:spcAft>
              <a:buClr>
                <a:schemeClr val="lt1"/>
              </a:buClr>
              <a:buFont typeface="Cabin"/>
              <a:buNone/>
              <a:defRPr/>
            </a:lvl6pPr>
            <a:lvl7pPr marL="2743200" marR="0" indent="0" algn="ctr" rtl="0">
              <a:spcBef>
                <a:spcPts val="2300"/>
              </a:spcBef>
              <a:spcAft>
                <a:spcPts val="0"/>
              </a:spcAft>
              <a:buClr>
                <a:schemeClr val="lt1"/>
              </a:buClr>
              <a:buFont typeface="Cabin"/>
              <a:buNone/>
              <a:defRPr/>
            </a:lvl7pPr>
            <a:lvl8pPr marL="3200400" marR="0" indent="0" algn="ctr" rtl="0">
              <a:spcBef>
                <a:spcPts val="2300"/>
              </a:spcBef>
              <a:spcAft>
                <a:spcPts val="0"/>
              </a:spcAft>
              <a:buClr>
                <a:schemeClr val="lt1"/>
              </a:buClr>
              <a:buFont typeface="Cabin"/>
              <a:buNone/>
              <a:defRPr/>
            </a:lvl8pPr>
            <a:lvl9pPr marL="3657600" marR="0" indent="0" algn="ctr" rtl="0">
              <a:spcBef>
                <a:spcPts val="2300"/>
              </a:spcBef>
              <a:spcAft>
                <a:spcPts val="0"/>
              </a:spcAft>
              <a:buClr>
                <a:schemeClr val="lt1"/>
              </a:buClr>
              <a:buFont typeface="Cabin"/>
              <a:buNone/>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643"/>
        <p:cNvGrpSpPr/>
        <p:nvPr/>
      </p:nvGrpSpPr>
      <p:grpSpPr>
        <a:xfrm>
          <a:off x="0" y="0"/>
          <a:ext cx="0" cy="0"/>
          <a:chOff x="0" y="0"/>
          <a:chExt cx="0" cy="0"/>
        </a:xfrm>
      </p:grpSpPr>
      <p:sp>
        <p:nvSpPr>
          <p:cNvPr id="644" name="Shape 644"/>
          <p:cNvSpPr txBox="1">
            <a:spLocks noGrp="1"/>
          </p:cNvSpPr>
          <p:nvPr>
            <p:ph type="title"/>
          </p:nvPr>
        </p:nvSpPr>
        <p:spPr>
          <a:xfrm rot="5400000">
            <a:off x="9313799" y="2532099"/>
            <a:ext cx="8064599" cy="34830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645" name="Shape 645"/>
          <p:cNvSpPr txBox="1">
            <a:spLocks noGrp="1"/>
          </p:cNvSpPr>
          <p:nvPr>
            <p:ph type="body" idx="1"/>
          </p:nvPr>
        </p:nvSpPr>
        <p:spPr>
          <a:xfrm rot="5400000">
            <a:off x="2271625" y="-874699"/>
            <a:ext cx="8064599" cy="10296599"/>
          </a:xfrm>
          <a:prstGeom prst="rect">
            <a:avLst/>
          </a:prstGeom>
          <a:noFill/>
          <a:ln>
            <a:noFill/>
          </a:ln>
        </p:spPr>
        <p:txBody>
          <a:bodyPr lIns="91425" tIns="91425" rIns="91425" bIns="91425" anchor="ctr" anchorCtr="0"/>
          <a:lstStyle>
            <a:lvl1pPr marL="711200" indent="-142494" algn="l" rtl="0">
              <a:spcBef>
                <a:spcPts val="3500"/>
              </a:spcBef>
              <a:spcAft>
                <a:spcPts val="0"/>
              </a:spcAft>
              <a:buClr>
                <a:schemeClr val="lt1"/>
              </a:buClr>
              <a:buFont typeface="Cabin"/>
              <a:buChar char="•"/>
              <a:defRPr/>
            </a:lvl1pPr>
            <a:lvl2pPr marL="1003300" indent="-142494" algn="l" rtl="0">
              <a:spcBef>
                <a:spcPts val="3500"/>
              </a:spcBef>
              <a:spcAft>
                <a:spcPts val="0"/>
              </a:spcAft>
              <a:buClr>
                <a:schemeClr val="lt1"/>
              </a:buClr>
              <a:buFont typeface="Cabin"/>
              <a:buChar char="•"/>
              <a:defRPr/>
            </a:lvl2pPr>
            <a:lvl3pPr marL="1295400" indent="-142494" algn="l" rtl="0">
              <a:spcBef>
                <a:spcPts val="3500"/>
              </a:spcBef>
              <a:spcAft>
                <a:spcPts val="0"/>
              </a:spcAft>
              <a:buClr>
                <a:schemeClr val="lt1"/>
              </a:buClr>
              <a:buFont typeface="Cabin"/>
              <a:buChar char="•"/>
              <a:defRPr/>
            </a:lvl3pPr>
            <a:lvl4pPr marL="1600200" indent="-142494" algn="l" rtl="0">
              <a:spcBef>
                <a:spcPts val="3500"/>
              </a:spcBef>
              <a:spcAft>
                <a:spcPts val="0"/>
              </a:spcAft>
              <a:buClr>
                <a:schemeClr val="lt1"/>
              </a:buClr>
              <a:buFont typeface="Cabin"/>
              <a:buChar char="•"/>
              <a:defRPr/>
            </a:lvl4pPr>
            <a:lvl5pPr marL="1892300" indent="-142494" algn="l" rtl="0">
              <a:spcBef>
                <a:spcPts val="3500"/>
              </a:spcBef>
              <a:spcAft>
                <a:spcPts val="0"/>
              </a:spcAft>
              <a:buClr>
                <a:schemeClr val="lt1"/>
              </a:buClr>
              <a:buFont typeface="Cabin"/>
              <a:buChar char="•"/>
              <a:defRPr/>
            </a:lvl5pPr>
            <a:lvl6pPr marL="2349500" indent="-142494" algn="l" rtl="0">
              <a:spcBef>
                <a:spcPts val="3500"/>
              </a:spcBef>
              <a:spcAft>
                <a:spcPts val="0"/>
              </a:spcAft>
              <a:buClr>
                <a:schemeClr val="lt1"/>
              </a:buClr>
              <a:buFont typeface="Cabin"/>
              <a:buChar char="•"/>
              <a:defRPr/>
            </a:lvl6pPr>
            <a:lvl7pPr marL="2806700" indent="-142494" algn="l" rtl="0">
              <a:spcBef>
                <a:spcPts val="3500"/>
              </a:spcBef>
              <a:spcAft>
                <a:spcPts val="0"/>
              </a:spcAft>
              <a:buClr>
                <a:schemeClr val="lt1"/>
              </a:buClr>
              <a:buFont typeface="Cabin"/>
              <a:buChar char="•"/>
              <a:defRPr/>
            </a:lvl7pPr>
            <a:lvl8pPr marL="3263900" indent="-142494" algn="l" rtl="0">
              <a:spcBef>
                <a:spcPts val="3500"/>
              </a:spcBef>
              <a:spcAft>
                <a:spcPts val="0"/>
              </a:spcAft>
              <a:buClr>
                <a:schemeClr val="lt1"/>
              </a:buClr>
              <a:buFont typeface="Cabin"/>
              <a:buChar char="•"/>
              <a:defRPr/>
            </a:lvl8pPr>
            <a:lvl9pPr marL="3721100" indent="-142494"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646"/>
        <p:cNvGrpSpPr/>
        <p:nvPr/>
      </p:nvGrpSpPr>
      <p:grpSpPr>
        <a:xfrm>
          <a:off x="0" y="0"/>
          <a:ext cx="0" cy="0"/>
          <a:chOff x="0" y="0"/>
          <a:chExt cx="0" cy="0"/>
        </a:xfrm>
      </p:grpSpPr>
      <p:sp>
        <p:nvSpPr>
          <p:cNvPr id="647" name="Shape 647"/>
          <p:cNvSpPr txBox="1">
            <a:spLocks noGrp="1"/>
          </p:cNvSpPr>
          <p:nvPr>
            <p:ph type="title"/>
          </p:nvPr>
        </p:nvSpPr>
        <p:spPr>
          <a:xfrm>
            <a:off x="1155700" y="241300"/>
            <a:ext cx="13932000" cy="22986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648" name="Shape 648"/>
          <p:cNvSpPr txBox="1">
            <a:spLocks noGrp="1"/>
          </p:cNvSpPr>
          <p:nvPr>
            <p:ph type="body" idx="1"/>
          </p:nvPr>
        </p:nvSpPr>
        <p:spPr>
          <a:xfrm rot="5400000">
            <a:off x="5270399" y="-1511300"/>
            <a:ext cx="5702399" cy="13932000"/>
          </a:xfrm>
          <a:prstGeom prst="rect">
            <a:avLst/>
          </a:prstGeom>
          <a:noFill/>
          <a:ln>
            <a:noFill/>
          </a:ln>
        </p:spPr>
        <p:txBody>
          <a:bodyPr lIns="91425" tIns="91425" rIns="91425" bIns="91425" anchor="ctr" anchorCtr="0"/>
          <a:lstStyle>
            <a:lvl1pPr marL="711200" indent="-142494" algn="l" rtl="0">
              <a:spcBef>
                <a:spcPts val="3500"/>
              </a:spcBef>
              <a:spcAft>
                <a:spcPts val="0"/>
              </a:spcAft>
              <a:buClr>
                <a:schemeClr val="lt1"/>
              </a:buClr>
              <a:buFont typeface="Cabin"/>
              <a:buChar char="•"/>
              <a:defRPr/>
            </a:lvl1pPr>
            <a:lvl2pPr marL="1003300" indent="-142494" algn="l" rtl="0">
              <a:spcBef>
                <a:spcPts val="3500"/>
              </a:spcBef>
              <a:spcAft>
                <a:spcPts val="0"/>
              </a:spcAft>
              <a:buClr>
                <a:schemeClr val="lt1"/>
              </a:buClr>
              <a:buFont typeface="Cabin"/>
              <a:buChar char="•"/>
              <a:defRPr/>
            </a:lvl2pPr>
            <a:lvl3pPr marL="1295400" indent="-142494" algn="l" rtl="0">
              <a:spcBef>
                <a:spcPts val="3500"/>
              </a:spcBef>
              <a:spcAft>
                <a:spcPts val="0"/>
              </a:spcAft>
              <a:buClr>
                <a:schemeClr val="lt1"/>
              </a:buClr>
              <a:buFont typeface="Cabin"/>
              <a:buChar char="•"/>
              <a:defRPr/>
            </a:lvl3pPr>
            <a:lvl4pPr marL="1600200" indent="-142494" algn="l" rtl="0">
              <a:spcBef>
                <a:spcPts val="3500"/>
              </a:spcBef>
              <a:spcAft>
                <a:spcPts val="0"/>
              </a:spcAft>
              <a:buClr>
                <a:schemeClr val="lt1"/>
              </a:buClr>
              <a:buFont typeface="Cabin"/>
              <a:buChar char="•"/>
              <a:defRPr/>
            </a:lvl4pPr>
            <a:lvl5pPr marL="1892300" indent="-142494" algn="l" rtl="0">
              <a:spcBef>
                <a:spcPts val="3500"/>
              </a:spcBef>
              <a:spcAft>
                <a:spcPts val="0"/>
              </a:spcAft>
              <a:buClr>
                <a:schemeClr val="lt1"/>
              </a:buClr>
              <a:buFont typeface="Cabin"/>
              <a:buChar char="•"/>
              <a:defRPr/>
            </a:lvl5pPr>
            <a:lvl6pPr marL="2349500" indent="-142494" algn="l" rtl="0">
              <a:spcBef>
                <a:spcPts val="3500"/>
              </a:spcBef>
              <a:spcAft>
                <a:spcPts val="0"/>
              </a:spcAft>
              <a:buClr>
                <a:schemeClr val="lt1"/>
              </a:buClr>
              <a:buFont typeface="Cabin"/>
              <a:buChar char="•"/>
              <a:defRPr/>
            </a:lvl6pPr>
            <a:lvl7pPr marL="2806700" indent="-142494" algn="l" rtl="0">
              <a:spcBef>
                <a:spcPts val="3500"/>
              </a:spcBef>
              <a:spcAft>
                <a:spcPts val="0"/>
              </a:spcAft>
              <a:buClr>
                <a:schemeClr val="lt1"/>
              </a:buClr>
              <a:buFont typeface="Cabin"/>
              <a:buChar char="•"/>
              <a:defRPr/>
            </a:lvl7pPr>
            <a:lvl8pPr marL="3263900" indent="-142494" algn="l" rtl="0">
              <a:spcBef>
                <a:spcPts val="3500"/>
              </a:spcBef>
              <a:spcAft>
                <a:spcPts val="0"/>
              </a:spcAft>
              <a:buClr>
                <a:schemeClr val="lt1"/>
              </a:buClr>
              <a:buFont typeface="Cabin"/>
              <a:buChar char="•"/>
              <a:defRPr/>
            </a:lvl8pPr>
            <a:lvl9pPr marL="3721100" indent="-142494"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649"/>
        <p:cNvGrpSpPr/>
        <p:nvPr/>
      </p:nvGrpSpPr>
      <p:grpSpPr>
        <a:xfrm>
          <a:off x="0" y="0"/>
          <a:ext cx="0" cy="0"/>
          <a:chOff x="0" y="0"/>
          <a:chExt cx="0" cy="0"/>
        </a:xfrm>
      </p:grpSpPr>
      <p:sp>
        <p:nvSpPr>
          <p:cNvPr id="650" name="Shape 650"/>
          <p:cNvSpPr txBox="1">
            <a:spLocks noGrp="1"/>
          </p:cNvSpPr>
          <p:nvPr>
            <p:ph type="title"/>
          </p:nvPr>
        </p:nvSpPr>
        <p:spPr>
          <a:xfrm>
            <a:off x="3186113" y="6400800"/>
            <a:ext cx="9753599" cy="755699"/>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651" name="Shape 651"/>
          <p:cNvSpPr>
            <a:spLocks noGrp="1"/>
          </p:cNvSpPr>
          <p:nvPr>
            <p:ph type="pic" idx="2"/>
          </p:nvPr>
        </p:nvSpPr>
        <p:spPr>
          <a:xfrm>
            <a:off x="3186113" y="817562"/>
            <a:ext cx="9753599" cy="5486399"/>
          </a:xfrm>
          <a:prstGeom prst="rect">
            <a:avLst/>
          </a:prstGeom>
          <a:noFill/>
          <a:ln>
            <a:noFill/>
          </a:ln>
        </p:spPr>
      </p:sp>
      <p:sp>
        <p:nvSpPr>
          <p:cNvPr id="652" name="Shape 652"/>
          <p:cNvSpPr txBox="1">
            <a:spLocks noGrp="1"/>
          </p:cNvSpPr>
          <p:nvPr>
            <p:ph type="body" idx="1"/>
          </p:nvPr>
        </p:nvSpPr>
        <p:spPr>
          <a:xfrm>
            <a:off x="3186113" y="7156450"/>
            <a:ext cx="9753599" cy="1073099"/>
          </a:xfrm>
          <a:prstGeom prst="rect">
            <a:avLst/>
          </a:prstGeom>
          <a:noFill/>
          <a:ln>
            <a:noFill/>
          </a:ln>
        </p:spPr>
        <p:txBody>
          <a:bodyPr lIns="91425" tIns="91425" rIns="91425" bIns="91425" anchor="ctr"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653"/>
        <p:cNvGrpSpPr/>
        <p:nvPr/>
      </p:nvGrpSpPr>
      <p:grpSpPr>
        <a:xfrm>
          <a:off x="0" y="0"/>
          <a:ext cx="0" cy="0"/>
          <a:chOff x="0" y="0"/>
          <a:chExt cx="0" cy="0"/>
        </a:xfrm>
      </p:grpSpPr>
      <p:sp>
        <p:nvSpPr>
          <p:cNvPr id="654" name="Shape 654"/>
          <p:cNvSpPr txBox="1">
            <a:spLocks noGrp="1"/>
          </p:cNvSpPr>
          <p:nvPr>
            <p:ph type="title"/>
          </p:nvPr>
        </p:nvSpPr>
        <p:spPr>
          <a:xfrm>
            <a:off x="812800" y="363537"/>
            <a:ext cx="5348399" cy="1549499"/>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655" name="Shape 655"/>
          <p:cNvSpPr txBox="1">
            <a:spLocks noGrp="1"/>
          </p:cNvSpPr>
          <p:nvPr>
            <p:ph type="body" idx="1"/>
          </p:nvPr>
        </p:nvSpPr>
        <p:spPr>
          <a:xfrm>
            <a:off x="6356350" y="363537"/>
            <a:ext cx="9086699" cy="7804199"/>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656" name="Shape 656"/>
          <p:cNvSpPr txBox="1">
            <a:spLocks noGrp="1"/>
          </p:cNvSpPr>
          <p:nvPr>
            <p:ph type="body" idx="2"/>
          </p:nvPr>
        </p:nvSpPr>
        <p:spPr>
          <a:xfrm>
            <a:off x="812800" y="1912938"/>
            <a:ext cx="5348399" cy="6254699"/>
          </a:xfrm>
          <a:prstGeom prst="rect">
            <a:avLst/>
          </a:prstGeom>
          <a:noFill/>
          <a:ln>
            <a:noFill/>
          </a:ln>
        </p:spPr>
        <p:txBody>
          <a:bodyPr lIns="91425" tIns="91425" rIns="91425" bIns="91425" anchor="ctr"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57"/>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658"/>
        <p:cNvGrpSpPr/>
        <p:nvPr/>
      </p:nvGrpSpPr>
      <p:grpSpPr>
        <a:xfrm>
          <a:off x="0" y="0"/>
          <a:ext cx="0" cy="0"/>
          <a:chOff x="0" y="0"/>
          <a:chExt cx="0" cy="0"/>
        </a:xfrm>
      </p:grpSpPr>
      <p:sp>
        <p:nvSpPr>
          <p:cNvPr id="659" name="Shape 659"/>
          <p:cNvSpPr txBox="1">
            <a:spLocks noGrp="1"/>
          </p:cNvSpPr>
          <p:nvPr>
            <p:ph type="title"/>
          </p:nvPr>
        </p:nvSpPr>
        <p:spPr>
          <a:xfrm>
            <a:off x="1155700" y="241300"/>
            <a:ext cx="13932000" cy="22986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660"/>
        <p:cNvGrpSpPr/>
        <p:nvPr/>
      </p:nvGrpSpPr>
      <p:grpSpPr>
        <a:xfrm>
          <a:off x="0" y="0"/>
          <a:ext cx="0" cy="0"/>
          <a:chOff x="0" y="0"/>
          <a:chExt cx="0" cy="0"/>
        </a:xfrm>
      </p:grpSpPr>
      <p:sp>
        <p:nvSpPr>
          <p:cNvPr id="661" name="Shape 661"/>
          <p:cNvSpPr txBox="1">
            <a:spLocks noGrp="1"/>
          </p:cNvSpPr>
          <p:nvPr>
            <p:ph type="title"/>
          </p:nvPr>
        </p:nvSpPr>
        <p:spPr>
          <a:xfrm>
            <a:off x="812800" y="366712"/>
            <a:ext cx="14630400" cy="152400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662" name="Shape 662"/>
          <p:cNvSpPr txBox="1">
            <a:spLocks noGrp="1"/>
          </p:cNvSpPr>
          <p:nvPr>
            <p:ph type="body" idx="1"/>
          </p:nvPr>
        </p:nvSpPr>
        <p:spPr>
          <a:xfrm>
            <a:off x="812800" y="2046288"/>
            <a:ext cx="7181699" cy="854100"/>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663" name="Shape 663"/>
          <p:cNvSpPr txBox="1">
            <a:spLocks noGrp="1"/>
          </p:cNvSpPr>
          <p:nvPr>
            <p:ph type="body" idx="2"/>
          </p:nvPr>
        </p:nvSpPr>
        <p:spPr>
          <a:xfrm>
            <a:off x="812800" y="2900363"/>
            <a:ext cx="7181699" cy="526740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664" name="Shape 664"/>
          <p:cNvSpPr txBox="1">
            <a:spLocks noGrp="1"/>
          </p:cNvSpPr>
          <p:nvPr>
            <p:ph type="body" idx="3"/>
          </p:nvPr>
        </p:nvSpPr>
        <p:spPr>
          <a:xfrm>
            <a:off x="8258175" y="2046288"/>
            <a:ext cx="7184999" cy="854100"/>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
        <p:nvSpPr>
          <p:cNvPr id="665" name="Shape 665"/>
          <p:cNvSpPr txBox="1">
            <a:spLocks noGrp="1"/>
          </p:cNvSpPr>
          <p:nvPr>
            <p:ph type="body" idx="4"/>
          </p:nvPr>
        </p:nvSpPr>
        <p:spPr>
          <a:xfrm>
            <a:off x="8258175" y="2900363"/>
            <a:ext cx="7184999" cy="526740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666"/>
        <p:cNvGrpSpPr/>
        <p:nvPr/>
      </p:nvGrpSpPr>
      <p:grpSpPr>
        <a:xfrm>
          <a:off x="0" y="0"/>
          <a:ext cx="0" cy="0"/>
          <a:chOff x="0" y="0"/>
          <a:chExt cx="0" cy="0"/>
        </a:xfrm>
      </p:grpSpPr>
      <p:sp>
        <p:nvSpPr>
          <p:cNvPr id="667" name="Shape 667"/>
          <p:cNvSpPr txBox="1">
            <a:spLocks noGrp="1"/>
          </p:cNvSpPr>
          <p:nvPr>
            <p:ph type="title"/>
          </p:nvPr>
        </p:nvSpPr>
        <p:spPr>
          <a:xfrm>
            <a:off x="1155700" y="241300"/>
            <a:ext cx="13932000" cy="22986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668" name="Shape 668"/>
          <p:cNvSpPr txBox="1">
            <a:spLocks noGrp="1"/>
          </p:cNvSpPr>
          <p:nvPr>
            <p:ph type="body" idx="1"/>
          </p:nvPr>
        </p:nvSpPr>
        <p:spPr>
          <a:xfrm>
            <a:off x="1155700" y="2603500"/>
            <a:ext cx="6889800" cy="5702399"/>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669" name="Shape 669"/>
          <p:cNvSpPr txBox="1">
            <a:spLocks noGrp="1"/>
          </p:cNvSpPr>
          <p:nvPr>
            <p:ph type="body" idx="2"/>
          </p:nvPr>
        </p:nvSpPr>
        <p:spPr>
          <a:xfrm>
            <a:off x="8197850" y="2603500"/>
            <a:ext cx="6889800" cy="5702399"/>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70"/>
        <p:cNvGrpSpPr/>
        <p:nvPr/>
      </p:nvGrpSpPr>
      <p:grpSpPr>
        <a:xfrm>
          <a:off x="0" y="0"/>
          <a:ext cx="0" cy="0"/>
          <a:chOff x="0" y="0"/>
          <a:chExt cx="0" cy="0"/>
        </a:xfrm>
      </p:grpSpPr>
      <p:sp>
        <p:nvSpPr>
          <p:cNvPr id="671" name="Shape 671"/>
          <p:cNvSpPr txBox="1">
            <a:spLocks noGrp="1"/>
          </p:cNvSpPr>
          <p:nvPr>
            <p:ph type="title"/>
          </p:nvPr>
        </p:nvSpPr>
        <p:spPr>
          <a:xfrm>
            <a:off x="1284287" y="5875337"/>
            <a:ext cx="13817699" cy="1816200"/>
          </a:xfrm>
          <a:prstGeom prst="rect">
            <a:avLst/>
          </a:prstGeom>
          <a:noFill/>
          <a:ln>
            <a:noFill/>
          </a:ln>
        </p:spPr>
        <p:txBody>
          <a:bodyPr lIns="91425" tIns="91425" rIns="91425" bIns="91425" anchor="t"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672" name="Shape 672"/>
          <p:cNvSpPr txBox="1">
            <a:spLocks noGrp="1"/>
          </p:cNvSpPr>
          <p:nvPr>
            <p:ph type="body" idx="1"/>
          </p:nvPr>
        </p:nvSpPr>
        <p:spPr>
          <a:xfrm>
            <a:off x="1284287" y="3875087"/>
            <a:ext cx="13817699" cy="2000400"/>
          </a:xfrm>
          <a:prstGeom prst="rect">
            <a:avLst/>
          </a:prstGeom>
          <a:noFill/>
          <a:ln>
            <a:noFill/>
          </a:ln>
        </p:spPr>
        <p:txBody>
          <a:bodyPr lIns="91425" tIns="91425" rIns="91425" bIns="91425" anchor="b" anchorCtr="0"/>
          <a:lstStyle>
            <a:lvl1pPr marL="0" indent="0" rtl="0">
              <a:spcBef>
                <a:spcPts val="0"/>
              </a:spcBef>
              <a:buFont typeface="Cabin"/>
              <a:buNone/>
              <a:defRPr/>
            </a:lvl1pPr>
            <a:lvl2pPr marL="457200" indent="0" rtl="0">
              <a:spcBef>
                <a:spcPts val="0"/>
              </a:spcBef>
              <a:buFont typeface="Cabin"/>
              <a:buNone/>
              <a:defRPr/>
            </a:lvl2pPr>
            <a:lvl3pPr marL="914400" indent="0" rtl="0">
              <a:spcBef>
                <a:spcPts val="0"/>
              </a:spcBef>
              <a:buFont typeface="Cabin"/>
              <a:buNone/>
              <a:defRPr/>
            </a:lvl3pPr>
            <a:lvl4pPr marL="1371600" indent="0" rtl="0">
              <a:spcBef>
                <a:spcPts val="0"/>
              </a:spcBef>
              <a:buFont typeface="Cabin"/>
              <a:buNone/>
              <a:defRPr/>
            </a:lvl4pPr>
            <a:lvl5pPr marL="1828800" indent="0" rtl="0">
              <a:spcBef>
                <a:spcPts val="0"/>
              </a:spcBef>
              <a:buFont typeface="Cabin"/>
              <a:buNone/>
              <a:defRPr/>
            </a:lvl5pPr>
            <a:lvl6pPr marL="2286000" indent="0" rtl="0">
              <a:spcBef>
                <a:spcPts val="0"/>
              </a:spcBef>
              <a:buFont typeface="Cabin"/>
              <a:buNone/>
              <a:defRPr/>
            </a:lvl6pPr>
            <a:lvl7pPr marL="2743200" indent="0" rtl="0">
              <a:spcBef>
                <a:spcPts val="0"/>
              </a:spcBef>
              <a:buFont typeface="Cabin"/>
              <a:buNone/>
              <a:defRPr/>
            </a:lvl7pPr>
            <a:lvl8pPr marL="3200400" indent="0" rtl="0">
              <a:spcBef>
                <a:spcPts val="0"/>
              </a:spcBef>
              <a:buFont typeface="Cabin"/>
              <a:buNone/>
              <a:defRPr/>
            </a:lvl8pPr>
            <a:lvl9pPr marL="3657600" indent="0" rtl="0">
              <a:spcBef>
                <a:spcPts val="0"/>
              </a:spcBef>
              <a:buFont typeface="Cabin"/>
              <a:buNone/>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673"/>
        <p:cNvGrpSpPr/>
        <p:nvPr/>
      </p:nvGrpSpPr>
      <p:grpSpPr>
        <a:xfrm>
          <a:off x="0" y="0"/>
          <a:ext cx="0" cy="0"/>
          <a:chOff x="0" y="0"/>
          <a:chExt cx="0" cy="0"/>
        </a:xfrm>
      </p:grpSpPr>
      <p:sp>
        <p:nvSpPr>
          <p:cNvPr id="674" name="Shape 674"/>
          <p:cNvSpPr txBox="1">
            <a:spLocks noGrp="1"/>
          </p:cNvSpPr>
          <p:nvPr>
            <p:ph type="title"/>
          </p:nvPr>
        </p:nvSpPr>
        <p:spPr>
          <a:xfrm>
            <a:off x="1155700" y="241300"/>
            <a:ext cx="13932000" cy="22986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675" name="Shape 675"/>
          <p:cNvSpPr txBox="1">
            <a:spLocks noGrp="1"/>
          </p:cNvSpPr>
          <p:nvPr>
            <p:ph type="body" idx="1"/>
          </p:nvPr>
        </p:nvSpPr>
        <p:spPr>
          <a:xfrm>
            <a:off x="1155700" y="2603500"/>
            <a:ext cx="13932000" cy="5702399"/>
          </a:xfrm>
          <a:prstGeom prst="rect">
            <a:avLst/>
          </a:prstGeom>
          <a:noFill/>
          <a:ln>
            <a:noFill/>
          </a:ln>
        </p:spPr>
        <p:txBody>
          <a:bodyPr lIns="91425" tIns="91425" rIns="91425" bIns="91425" anchor="ctr" anchorCtr="0"/>
          <a:lstStyle>
            <a:lvl1pPr marL="711200" indent="-142494" algn="l" rtl="0">
              <a:spcBef>
                <a:spcPts val="3500"/>
              </a:spcBef>
              <a:spcAft>
                <a:spcPts val="0"/>
              </a:spcAft>
              <a:buClr>
                <a:schemeClr val="lt1"/>
              </a:buClr>
              <a:buFont typeface="Cabin"/>
              <a:buChar char="•"/>
              <a:defRPr/>
            </a:lvl1pPr>
            <a:lvl2pPr marL="1003300" indent="-142494" algn="l" rtl="0">
              <a:spcBef>
                <a:spcPts val="3500"/>
              </a:spcBef>
              <a:spcAft>
                <a:spcPts val="0"/>
              </a:spcAft>
              <a:buClr>
                <a:schemeClr val="lt1"/>
              </a:buClr>
              <a:buFont typeface="Cabin"/>
              <a:buChar char="•"/>
              <a:defRPr/>
            </a:lvl2pPr>
            <a:lvl3pPr marL="1295400" indent="-142494" algn="l" rtl="0">
              <a:spcBef>
                <a:spcPts val="3500"/>
              </a:spcBef>
              <a:spcAft>
                <a:spcPts val="0"/>
              </a:spcAft>
              <a:buClr>
                <a:schemeClr val="lt1"/>
              </a:buClr>
              <a:buFont typeface="Cabin"/>
              <a:buChar char="•"/>
              <a:defRPr/>
            </a:lvl3pPr>
            <a:lvl4pPr marL="1600200" indent="-142494" algn="l" rtl="0">
              <a:spcBef>
                <a:spcPts val="3500"/>
              </a:spcBef>
              <a:spcAft>
                <a:spcPts val="0"/>
              </a:spcAft>
              <a:buClr>
                <a:schemeClr val="lt1"/>
              </a:buClr>
              <a:buFont typeface="Cabin"/>
              <a:buChar char="•"/>
              <a:defRPr/>
            </a:lvl4pPr>
            <a:lvl5pPr marL="1892300" indent="-142494" algn="l" rtl="0">
              <a:spcBef>
                <a:spcPts val="3500"/>
              </a:spcBef>
              <a:spcAft>
                <a:spcPts val="0"/>
              </a:spcAft>
              <a:buClr>
                <a:schemeClr val="lt1"/>
              </a:buClr>
              <a:buFont typeface="Cabin"/>
              <a:buChar char="•"/>
              <a:defRPr/>
            </a:lvl5pPr>
            <a:lvl6pPr marL="2349500" indent="-142494" algn="l" rtl="0">
              <a:spcBef>
                <a:spcPts val="3500"/>
              </a:spcBef>
              <a:spcAft>
                <a:spcPts val="0"/>
              </a:spcAft>
              <a:buClr>
                <a:schemeClr val="lt1"/>
              </a:buClr>
              <a:buFont typeface="Cabin"/>
              <a:buChar char="•"/>
              <a:defRPr/>
            </a:lvl6pPr>
            <a:lvl7pPr marL="2806700" indent="-142494" algn="l" rtl="0">
              <a:spcBef>
                <a:spcPts val="3500"/>
              </a:spcBef>
              <a:spcAft>
                <a:spcPts val="0"/>
              </a:spcAft>
              <a:buClr>
                <a:schemeClr val="lt1"/>
              </a:buClr>
              <a:buFont typeface="Cabin"/>
              <a:buChar char="•"/>
              <a:defRPr/>
            </a:lvl7pPr>
            <a:lvl8pPr marL="3263900" indent="-142494" algn="l" rtl="0">
              <a:spcBef>
                <a:spcPts val="3500"/>
              </a:spcBef>
              <a:spcAft>
                <a:spcPts val="0"/>
              </a:spcAft>
              <a:buClr>
                <a:schemeClr val="lt1"/>
              </a:buClr>
              <a:buFont typeface="Cabin"/>
              <a:buChar char="•"/>
              <a:defRPr/>
            </a:lvl8pPr>
            <a:lvl9pPr marL="3721100" indent="-142494" algn="l" rtl="0">
              <a:spcBef>
                <a:spcPts val="3500"/>
              </a:spcBef>
              <a:spcAft>
                <a:spcPts val="0"/>
              </a:spcAft>
              <a:buClr>
                <a:schemeClr val="lt1"/>
              </a:buClr>
              <a:buFont typeface="Cabin"/>
              <a:buChar char="•"/>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676"/>
        <p:cNvGrpSpPr/>
        <p:nvPr/>
      </p:nvGrpSpPr>
      <p:grpSpPr>
        <a:xfrm>
          <a:off x="0" y="0"/>
          <a:ext cx="0" cy="0"/>
          <a:chOff x="0" y="0"/>
          <a:chExt cx="0" cy="0"/>
        </a:xfrm>
      </p:grpSpPr>
      <p:sp>
        <p:nvSpPr>
          <p:cNvPr id="677" name="Shape 677"/>
          <p:cNvSpPr txBox="1">
            <a:spLocks noGrp="1"/>
          </p:cNvSpPr>
          <p:nvPr>
            <p:ph type="ctrTitle"/>
          </p:nvPr>
        </p:nvSpPr>
        <p:spPr>
          <a:xfrm>
            <a:off x="1219200" y="2840038"/>
            <a:ext cx="13817699" cy="1960500"/>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678" name="Shape 678"/>
          <p:cNvSpPr txBox="1">
            <a:spLocks noGrp="1"/>
          </p:cNvSpPr>
          <p:nvPr>
            <p:ph type="subTitle" idx="1"/>
          </p:nvPr>
        </p:nvSpPr>
        <p:spPr>
          <a:xfrm>
            <a:off x="2438400" y="5181600"/>
            <a:ext cx="11379300" cy="2336700"/>
          </a:xfrm>
          <a:prstGeom prst="rect">
            <a:avLst/>
          </a:prstGeom>
          <a:noFill/>
          <a:ln>
            <a:noFill/>
          </a:ln>
        </p:spPr>
        <p:txBody>
          <a:bodyPr lIns="91425" tIns="91425" rIns="91425" bIns="91425" anchor="ctr" anchorCtr="0"/>
          <a:lstStyle>
            <a:lvl1pPr marL="0" marR="0" indent="0" algn="ctr" rtl="0">
              <a:spcBef>
                <a:spcPts val="3500"/>
              </a:spcBef>
              <a:spcAft>
                <a:spcPts val="0"/>
              </a:spcAft>
              <a:buClr>
                <a:schemeClr val="lt1"/>
              </a:buClr>
              <a:buFont typeface="Cabin"/>
              <a:buNone/>
              <a:defRPr/>
            </a:lvl1pPr>
            <a:lvl2pPr marL="457200" marR="0" indent="0" algn="ctr" rtl="0">
              <a:spcBef>
                <a:spcPts val="3500"/>
              </a:spcBef>
              <a:spcAft>
                <a:spcPts val="0"/>
              </a:spcAft>
              <a:buClr>
                <a:schemeClr val="lt1"/>
              </a:buClr>
              <a:buFont typeface="Cabin"/>
              <a:buNone/>
              <a:defRPr/>
            </a:lvl2pPr>
            <a:lvl3pPr marL="914400" marR="0" indent="0" algn="ctr" rtl="0">
              <a:spcBef>
                <a:spcPts val="3500"/>
              </a:spcBef>
              <a:spcAft>
                <a:spcPts val="0"/>
              </a:spcAft>
              <a:buClr>
                <a:schemeClr val="lt1"/>
              </a:buClr>
              <a:buFont typeface="Cabin"/>
              <a:buNone/>
              <a:defRPr/>
            </a:lvl3pPr>
            <a:lvl4pPr marL="1371600" marR="0" indent="0" algn="ctr" rtl="0">
              <a:spcBef>
                <a:spcPts val="3500"/>
              </a:spcBef>
              <a:spcAft>
                <a:spcPts val="0"/>
              </a:spcAft>
              <a:buClr>
                <a:schemeClr val="lt1"/>
              </a:buClr>
              <a:buFont typeface="Cabin"/>
              <a:buNone/>
              <a:defRPr/>
            </a:lvl4pPr>
            <a:lvl5pPr marL="1828800" marR="0" indent="0" algn="ctr" rtl="0">
              <a:spcBef>
                <a:spcPts val="3500"/>
              </a:spcBef>
              <a:spcAft>
                <a:spcPts val="0"/>
              </a:spcAft>
              <a:buClr>
                <a:schemeClr val="lt1"/>
              </a:buClr>
              <a:buFont typeface="Cabin"/>
              <a:buNone/>
              <a:defRPr/>
            </a:lvl5pPr>
            <a:lvl6pPr marL="2286000" marR="0" indent="0" algn="ctr" rtl="0">
              <a:spcBef>
                <a:spcPts val="3500"/>
              </a:spcBef>
              <a:spcAft>
                <a:spcPts val="0"/>
              </a:spcAft>
              <a:buClr>
                <a:schemeClr val="lt1"/>
              </a:buClr>
              <a:buFont typeface="Cabin"/>
              <a:buNone/>
              <a:defRPr/>
            </a:lvl6pPr>
            <a:lvl7pPr marL="2743200" marR="0" indent="0" algn="ctr" rtl="0">
              <a:spcBef>
                <a:spcPts val="3500"/>
              </a:spcBef>
              <a:spcAft>
                <a:spcPts val="0"/>
              </a:spcAft>
              <a:buClr>
                <a:schemeClr val="lt1"/>
              </a:buClr>
              <a:buFont typeface="Cabin"/>
              <a:buNone/>
              <a:defRPr/>
            </a:lvl7pPr>
            <a:lvl8pPr marL="3200400" marR="0" indent="0" algn="ctr" rtl="0">
              <a:spcBef>
                <a:spcPts val="3500"/>
              </a:spcBef>
              <a:spcAft>
                <a:spcPts val="0"/>
              </a:spcAft>
              <a:buClr>
                <a:schemeClr val="lt1"/>
              </a:buClr>
              <a:buFont typeface="Cabin"/>
              <a:buNone/>
              <a:defRPr/>
            </a:lvl8pPr>
            <a:lvl9pPr marL="3657600" marR="0" indent="0" algn="ctr" rtl="0">
              <a:spcBef>
                <a:spcPts val="3500"/>
              </a:spcBef>
              <a:spcAft>
                <a:spcPts val="0"/>
              </a:spcAft>
              <a:buClr>
                <a:schemeClr val="lt1"/>
              </a:buClr>
              <a:buFont typeface="Cabin"/>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4"/>
        <p:cNvGrpSpPr/>
        <p:nvPr/>
      </p:nvGrpSpPr>
      <p:grpSpPr>
        <a:xfrm>
          <a:off x="0" y="0"/>
          <a:ext cx="0" cy="0"/>
          <a:chOff x="0" y="0"/>
          <a:chExt cx="0" cy="0"/>
        </a:xfrm>
      </p:grpSpPr>
      <p:sp>
        <p:nvSpPr>
          <p:cNvPr id="5" name="Shape 5"/>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6" name="Shape 6"/>
          <p:cNvSpPr txBox="1">
            <a:spLocks noGrp="1"/>
          </p:cNvSpPr>
          <p:nvPr>
            <p:ph type="body" idx="1"/>
          </p:nvPr>
        </p:nvSpPr>
        <p:spPr>
          <a:xfrm>
            <a:off x="1155700" y="4711700"/>
            <a:ext cx="13931900" cy="1054100"/>
          </a:xfrm>
          <a:prstGeom prst="rect">
            <a:avLst/>
          </a:prstGeom>
          <a:noFill/>
          <a:ln>
            <a:noFill/>
          </a:ln>
        </p:spPr>
        <p:txBody>
          <a:bodyPr lIns="91425" tIns="91425" rIns="91425" bIns="91425" anchor="t" anchorCtr="0"/>
          <a:lstStyle>
            <a:lvl1pPr marL="342900" marR="0" indent="-342900" algn="ctr" rtl="0">
              <a:spcBef>
                <a:spcPts val="0"/>
              </a:spcBef>
              <a:spcAft>
                <a:spcPts val="0"/>
              </a:spcAft>
              <a:defRPr/>
            </a:lvl1pPr>
            <a:lvl2pPr marL="742950" marR="0" indent="-285750" algn="ctr" rtl="0">
              <a:spcBef>
                <a:spcPts val="0"/>
              </a:spcBef>
              <a:spcAft>
                <a:spcPts val="0"/>
              </a:spcAft>
              <a:defRPr/>
            </a:lvl2pPr>
            <a:lvl3pPr marL="1143000" marR="0" indent="-228600" algn="ctr" rtl="0">
              <a:spcBef>
                <a:spcPts val="0"/>
              </a:spcBef>
              <a:spcAft>
                <a:spcPts val="0"/>
              </a:spcAft>
              <a:defRPr/>
            </a:lvl3pPr>
            <a:lvl4pPr marL="1600200" marR="0" indent="-228600" algn="ctr" rtl="0">
              <a:spcBef>
                <a:spcPts val="0"/>
              </a:spcBef>
              <a:spcAft>
                <a:spcPts val="0"/>
              </a:spcAft>
              <a:defRPr/>
            </a:lvl4pPr>
            <a:lvl5pPr marL="2057400" marR="0" indent="-22860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2"/>
        <p:cNvGrpSpPr/>
        <p:nvPr/>
      </p:nvGrpSpPr>
      <p:grpSpPr>
        <a:xfrm>
          <a:off x="0" y="0"/>
          <a:ext cx="0" cy="0"/>
          <a:chOff x="0" y="0"/>
          <a:chExt cx="0" cy="0"/>
        </a:xfrm>
      </p:grpSpPr>
      <p:sp>
        <p:nvSpPr>
          <p:cNvPr id="53" name="Shape 53"/>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54" name="Shape 54"/>
          <p:cNvSpPr txBox="1">
            <a:spLocks noGrp="1"/>
          </p:cNvSpPr>
          <p:nvPr>
            <p:ph type="body" idx="1"/>
          </p:nvPr>
        </p:nvSpPr>
        <p:spPr>
          <a:xfrm>
            <a:off x="1155700" y="2603500"/>
            <a:ext cx="13931900" cy="5702299"/>
          </a:xfrm>
          <a:prstGeom prst="rect">
            <a:avLst/>
          </a:prstGeom>
          <a:noFill/>
          <a:ln>
            <a:noFill/>
          </a:ln>
        </p:spPr>
        <p:txBody>
          <a:bodyPr lIns="91425" tIns="91425" rIns="91425" bIns="91425" anchor="ctr" anchorCtr="0"/>
          <a:lstStyle>
            <a:lvl1pPr marL="711200" marR="0" indent="-142494" algn="l" rtl="0">
              <a:spcBef>
                <a:spcPts val="3500"/>
              </a:spcBef>
              <a:spcAft>
                <a:spcPts val="0"/>
              </a:spcAft>
              <a:buClr>
                <a:schemeClr val="lt1"/>
              </a:buClr>
              <a:buFont typeface="Cabin"/>
              <a:buChar char="•"/>
              <a:defRPr/>
            </a:lvl1pPr>
            <a:lvl2pPr marL="1003300" marR="0" indent="-142494" algn="l" rtl="0">
              <a:spcBef>
                <a:spcPts val="3500"/>
              </a:spcBef>
              <a:spcAft>
                <a:spcPts val="0"/>
              </a:spcAft>
              <a:buClr>
                <a:schemeClr val="lt1"/>
              </a:buClr>
              <a:buFont typeface="Cabin"/>
              <a:buChar char="•"/>
              <a:defRPr/>
            </a:lvl2pPr>
            <a:lvl3pPr marL="1295400" marR="0" indent="-142494" algn="l" rtl="0">
              <a:spcBef>
                <a:spcPts val="3500"/>
              </a:spcBef>
              <a:spcAft>
                <a:spcPts val="0"/>
              </a:spcAft>
              <a:buClr>
                <a:schemeClr val="lt1"/>
              </a:buClr>
              <a:buFont typeface="Cabin"/>
              <a:buChar char="•"/>
              <a:defRPr/>
            </a:lvl3pPr>
            <a:lvl4pPr marL="1600200" marR="0" indent="-142494" algn="l" rtl="0">
              <a:spcBef>
                <a:spcPts val="3500"/>
              </a:spcBef>
              <a:spcAft>
                <a:spcPts val="0"/>
              </a:spcAft>
              <a:buClr>
                <a:schemeClr val="lt1"/>
              </a:buClr>
              <a:buFont typeface="Cabin"/>
              <a:buChar char="•"/>
              <a:defRPr/>
            </a:lvl4pPr>
            <a:lvl5pPr marL="1892300" marR="0" indent="-142494" algn="l" rtl="0">
              <a:spcBef>
                <a:spcPts val="3500"/>
              </a:spcBef>
              <a:spcAft>
                <a:spcPts val="0"/>
              </a:spcAft>
              <a:buClr>
                <a:schemeClr val="lt1"/>
              </a:buClr>
              <a:buFont typeface="Cabin"/>
              <a:buChar char="•"/>
              <a:defRPr/>
            </a:lvl5pPr>
            <a:lvl6pPr marL="2349500" marR="0" indent="-142494" algn="l" rtl="0">
              <a:spcBef>
                <a:spcPts val="3500"/>
              </a:spcBef>
              <a:spcAft>
                <a:spcPts val="0"/>
              </a:spcAft>
              <a:buClr>
                <a:schemeClr val="lt1"/>
              </a:buClr>
              <a:buFont typeface="Cabin"/>
              <a:buChar char="•"/>
              <a:defRPr/>
            </a:lvl6pPr>
            <a:lvl7pPr marL="2806700" marR="0" indent="-142494" algn="l" rtl="0">
              <a:spcBef>
                <a:spcPts val="3500"/>
              </a:spcBef>
              <a:spcAft>
                <a:spcPts val="0"/>
              </a:spcAft>
              <a:buClr>
                <a:schemeClr val="lt1"/>
              </a:buClr>
              <a:buFont typeface="Cabin"/>
              <a:buChar char="•"/>
              <a:defRPr/>
            </a:lvl7pPr>
            <a:lvl8pPr marL="3263900" marR="0" indent="-142494" algn="l" rtl="0">
              <a:spcBef>
                <a:spcPts val="3500"/>
              </a:spcBef>
              <a:spcAft>
                <a:spcPts val="0"/>
              </a:spcAft>
              <a:buClr>
                <a:schemeClr val="lt1"/>
              </a:buClr>
              <a:buFont typeface="Cabin"/>
              <a:buChar char="•"/>
              <a:defRPr/>
            </a:lvl8pPr>
            <a:lvl9pPr marL="3721100" marR="0" indent="-142494" algn="l" rtl="0">
              <a:spcBef>
                <a:spcPts val="3500"/>
              </a:spcBef>
              <a:spcAft>
                <a:spcPts val="0"/>
              </a:spcAft>
              <a:buClr>
                <a:schemeClr val="lt1"/>
              </a:buClr>
              <a:buFont typeface="Cabin"/>
              <a:buChar char="•"/>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332"/>
        <p:cNvGrpSpPr/>
        <p:nvPr/>
      </p:nvGrpSpPr>
      <p:grpSpPr>
        <a:xfrm>
          <a:off x="0" y="0"/>
          <a:ext cx="0" cy="0"/>
          <a:chOff x="0" y="0"/>
          <a:chExt cx="0" cy="0"/>
        </a:xfrm>
      </p:grpSpPr>
      <p:sp>
        <p:nvSpPr>
          <p:cNvPr id="333" name="Shape 333"/>
          <p:cNvSpPr txBox="1">
            <a:spLocks noGrp="1"/>
          </p:cNvSpPr>
          <p:nvPr>
            <p:ph type="title"/>
          </p:nvPr>
        </p:nvSpPr>
        <p:spPr>
          <a:xfrm>
            <a:off x="1155700" y="241300"/>
            <a:ext cx="13931900" cy="2298699"/>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334" name="Shape 334"/>
          <p:cNvSpPr txBox="1">
            <a:spLocks noGrp="1"/>
          </p:cNvSpPr>
          <p:nvPr>
            <p:ph type="body" idx="1"/>
          </p:nvPr>
        </p:nvSpPr>
        <p:spPr>
          <a:xfrm>
            <a:off x="1155700" y="2603500"/>
            <a:ext cx="13931900" cy="5702299"/>
          </a:xfrm>
          <a:prstGeom prst="rect">
            <a:avLst/>
          </a:prstGeom>
          <a:noFill/>
          <a:ln>
            <a:noFill/>
          </a:ln>
        </p:spPr>
        <p:txBody>
          <a:bodyPr lIns="91425" tIns="91425" rIns="91425" bIns="91425" anchor="t" anchorCtr="0"/>
          <a:lstStyle>
            <a:lvl1pPr marL="647700" marR="0" indent="-165861" algn="l" rtl="0">
              <a:spcBef>
                <a:spcPts val="3500"/>
              </a:spcBef>
              <a:spcAft>
                <a:spcPts val="0"/>
              </a:spcAft>
              <a:buClr>
                <a:schemeClr val="lt1"/>
              </a:buClr>
              <a:buFont typeface="Cabin"/>
              <a:buChar char="•"/>
              <a:defRPr/>
            </a:lvl1pPr>
            <a:lvl2pPr marL="939800" marR="0" indent="-165861" algn="l" rtl="0">
              <a:spcBef>
                <a:spcPts val="3500"/>
              </a:spcBef>
              <a:spcAft>
                <a:spcPts val="0"/>
              </a:spcAft>
              <a:buClr>
                <a:schemeClr val="lt1"/>
              </a:buClr>
              <a:buFont typeface="Cabin"/>
              <a:buChar char="•"/>
              <a:defRPr/>
            </a:lvl2pPr>
            <a:lvl3pPr marL="1231900" marR="0" indent="-165861" algn="l" rtl="0">
              <a:spcBef>
                <a:spcPts val="3500"/>
              </a:spcBef>
              <a:spcAft>
                <a:spcPts val="0"/>
              </a:spcAft>
              <a:buClr>
                <a:schemeClr val="lt1"/>
              </a:buClr>
              <a:buFont typeface="Cabin"/>
              <a:buChar char="•"/>
              <a:defRPr/>
            </a:lvl3pPr>
            <a:lvl4pPr marL="1536700" marR="0" indent="-165861" algn="l" rtl="0">
              <a:spcBef>
                <a:spcPts val="3500"/>
              </a:spcBef>
              <a:spcAft>
                <a:spcPts val="0"/>
              </a:spcAft>
              <a:buClr>
                <a:schemeClr val="lt1"/>
              </a:buClr>
              <a:buFont typeface="Cabin"/>
              <a:buChar char="•"/>
              <a:defRPr/>
            </a:lvl4pPr>
            <a:lvl5pPr marL="1828800" marR="0" indent="-165861" algn="l" rtl="0">
              <a:spcBef>
                <a:spcPts val="3500"/>
              </a:spcBef>
              <a:spcAft>
                <a:spcPts val="0"/>
              </a:spcAft>
              <a:buClr>
                <a:schemeClr val="lt1"/>
              </a:buClr>
              <a:buFont typeface="Cabin"/>
              <a:buChar char="•"/>
              <a:defRPr/>
            </a:lvl5pPr>
            <a:lvl6pPr marL="2286000" marR="0" indent="-165861" algn="l" rtl="0">
              <a:spcBef>
                <a:spcPts val="3500"/>
              </a:spcBef>
              <a:spcAft>
                <a:spcPts val="0"/>
              </a:spcAft>
              <a:buClr>
                <a:schemeClr val="lt1"/>
              </a:buClr>
              <a:buFont typeface="Cabin"/>
              <a:buChar char="•"/>
              <a:defRPr/>
            </a:lvl6pPr>
            <a:lvl7pPr marL="2743200" marR="0" indent="-165861" algn="l" rtl="0">
              <a:spcBef>
                <a:spcPts val="3500"/>
              </a:spcBef>
              <a:spcAft>
                <a:spcPts val="0"/>
              </a:spcAft>
              <a:buClr>
                <a:schemeClr val="lt1"/>
              </a:buClr>
              <a:buFont typeface="Cabin"/>
              <a:buChar char="•"/>
              <a:defRPr/>
            </a:lvl7pPr>
            <a:lvl8pPr marL="3200400" marR="0" indent="-165861" algn="l" rtl="0">
              <a:spcBef>
                <a:spcPts val="3500"/>
              </a:spcBef>
              <a:spcAft>
                <a:spcPts val="0"/>
              </a:spcAft>
              <a:buClr>
                <a:schemeClr val="lt1"/>
              </a:buClr>
              <a:buFont typeface="Cabin"/>
              <a:buChar char="•"/>
              <a:defRPr/>
            </a:lvl8pPr>
            <a:lvl9pPr marL="3657600" marR="0" indent="-165861" algn="l" rtl="0">
              <a:spcBef>
                <a:spcPts val="3500"/>
              </a:spcBef>
              <a:spcAft>
                <a:spcPts val="0"/>
              </a:spcAft>
              <a:buClr>
                <a:schemeClr val="lt1"/>
              </a:buClr>
              <a:buFont typeface="Cabin"/>
              <a:buChar char="•"/>
              <a:defRPr/>
            </a:lvl9pPr>
          </a:lstStyle>
          <a:p>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425"/>
        <p:cNvGrpSpPr/>
        <p:nvPr/>
      </p:nvGrpSpPr>
      <p:grpSpPr>
        <a:xfrm>
          <a:off x="0" y="0"/>
          <a:ext cx="0" cy="0"/>
          <a:chOff x="0" y="0"/>
          <a:chExt cx="0" cy="0"/>
        </a:xfrm>
      </p:grpSpPr>
      <p:sp>
        <p:nvSpPr>
          <p:cNvPr id="426" name="Shape 426"/>
          <p:cNvSpPr txBox="1">
            <a:spLocks noGrp="1"/>
          </p:cNvSpPr>
          <p:nvPr>
            <p:ph type="title"/>
          </p:nvPr>
        </p:nvSpPr>
        <p:spPr>
          <a:xfrm>
            <a:off x="1511300" y="241300"/>
            <a:ext cx="13233399" cy="2286000"/>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427" name="Shape 427"/>
          <p:cNvSpPr txBox="1">
            <a:spLocks noGrp="1"/>
          </p:cNvSpPr>
          <p:nvPr>
            <p:ph type="body" idx="1"/>
          </p:nvPr>
        </p:nvSpPr>
        <p:spPr>
          <a:xfrm>
            <a:off x="1511300" y="2590800"/>
            <a:ext cx="13233399" cy="5359400"/>
          </a:xfrm>
          <a:prstGeom prst="rect">
            <a:avLst/>
          </a:prstGeom>
          <a:noFill/>
          <a:ln>
            <a:noFill/>
          </a:ln>
        </p:spPr>
        <p:txBody>
          <a:bodyPr lIns="91425" tIns="91425" rIns="91425" bIns="91425" anchor="ctr" anchorCtr="0"/>
          <a:lstStyle>
            <a:lvl1pPr marL="1054100" marR="0" indent="-374776" algn="l" rtl="0">
              <a:spcBef>
                <a:spcPts val="2300"/>
              </a:spcBef>
              <a:spcAft>
                <a:spcPts val="0"/>
              </a:spcAft>
              <a:buClr>
                <a:schemeClr val="lt1"/>
              </a:buClr>
              <a:buFont typeface="Cabin"/>
              <a:buChar char="•"/>
              <a:defRPr/>
            </a:lvl1pPr>
            <a:lvl2pPr marL="1498600" marR="0" indent="-374776" algn="l" rtl="0">
              <a:spcBef>
                <a:spcPts val="2300"/>
              </a:spcBef>
              <a:spcAft>
                <a:spcPts val="0"/>
              </a:spcAft>
              <a:buClr>
                <a:schemeClr val="lt1"/>
              </a:buClr>
              <a:buFont typeface="Cabin"/>
              <a:buChar char="•"/>
              <a:defRPr/>
            </a:lvl2pPr>
            <a:lvl3pPr marL="1943100" marR="0" indent="-374776" algn="l" rtl="0">
              <a:spcBef>
                <a:spcPts val="2300"/>
              </a:spcBef>
              <a:spcAft>
                <a:spcPts val="0"/>
              </a:spcAft>
              <a:buClr>
                <a:schemeClr val="lt1"/>
              </a:buClr>
              <a:buFont typeface="Cabin"/>
              <a:buChar char="•"/>
              <a:defRPr/>
            </a:lvl3pPr>
            <a:lvl4pPr marL="2387600" marR="0" indent="-374776" algn="l" rtl="0">
              <a:spcBef>
                <a:spcPts val="2300"/>
              </a:spcBef>
              <a:spcAft>
                <a:spcPts val="0"/>
              </a:spcAft>
              <a:buClr>
                <a:schemeClr val="lt1"/>
              </a:buClr>
              <a:buFont typeface="Cabin"/>
              <a:buChar char="•"/>
              <a:defRPr/>
            </a:lvl4pPr>
            <a:lvl5pPr marL="2832100" marR="0" indent="-374776" algn="l" rtl="0">
              <a:spcBef>
                <a:spcPts val="2300"/>
              </a:spcBef>
              <a:spcAft>
                <a:spcPts val="0"/>
              </a:spcAft>
              <a:buClr>
                <a:schemeClr val="lt1"/>
              </a:buClr>
              <a:buFont typeface="Cabin"/>
              <a:buChar char="•"/>
              <a:defRPr/>
            </a:lvl5pPr>
            <a:lvl6pPr marL="3289300" marR="0" indent="-374776" algn="l" rtl="0">
              <a:spcBef>
                <a:spcPts val="2300"/>
              </a:spcBef>
              <a:spcAft>
                <a:spcPts val="0"/>
              </a:spcAft>
              <a:buClr>
                <a:schemeClr val="lt1"/>
              </a:buClr>
              <a:buFont typeface="Cabin"/>
              <a:buChar char="•"/>
              <a:defRPr/>
            </a:lvl6pPr>
            <a:lvl7pPr marL="3746500" marR="0" indent="-374777" algn="l" rtl="0">
              <a:spcBef>
                <a:spcPts val="2300"/>
              </a:spcBef>
              <a:spcAft>
                <a:spcPts val="0"/>
              </a:spcAft>
              <a:buClr>
                <a:schemeClr val="lt1"/>
              </a:buClr>
              <a:buFont typeface="Cabin"/>
              <a:buChar char="•"/>
              <a:defRPr/>
            </a:lvl7pPr>
            <a:lvl8pPr marL="4203700" marR="0" indent="-374777" algn="l" rtl="0">
              <a:spcBef>
                <a:spcPts val="2300"/>
              </a:spcBef>
              <a:spcAft>
                <a:spcPts val="0"/>
              </a:spcAft>
              <a:buClr>
                <a:schemeClr val="lt1"/>
              </a:buClr>
              <a:buFont typeface="Cabin"/>
              <a:buChar char="•"/>
              <a:defRPr/>
            </a:lvl8pPr>
            <a:lvl9pPr marL="4660900" marR="0" indent="-374777" algn="l" rtl="0">
              <a:spcBef>
                <a:spcPts val="2300"/>
              </a:spcBef>
              <a:spcAft>
                <a:spcPts val="0"/>
              </a:spcAft>
              <a:buClr>
                <a:schemeClr val="lt1"/>
              </a:buClr>
              <a:buFont typeface="Cabin"/>
              <a:buChar char="•"/>
              <a:defRPr/>
            </a:lvl9pPr>
          </a:lstStyle>
          <a:p>
            <a:endParaRPr/>
          </a:p>
        </p:txBody>
      </p:sp>
    </p:spTree>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640"/>
        <p:cNvGrpSpPr/>
        <p:nvPr/>
      </p:nvGrpSpPr>
      <p:grpSpPr>
        <a:xfrm>
          <a:off x="0" y="0"/>
          <a:ext cx="0" cy="0"/>
          <a:chOff x="0" y="0"/>
          <a:chExt cx="0" cy="0"/>
        </a:xfrm>
      </p:grpSpPr>
      <p:sp>
        <p:nvSpPr>
          <p:cNvPr id="641" name="Shape 641"/>
          <p:cNvSpPr txBox="1">
            <a:spLocks noGrp="1"/>
          </p:cNvSpPr>
          <p:nvPr>
            <p:ph type="title"/>
          </p:nvPr>
        </p:nvSpPr>
        <p:spPr>
          <a:xfrm>
            <a:off x="1155700" y="241300"/>
            <a:ext cx="13932000" cy="2298600"/>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642" name="Shape 642"/>
          <p:cNvSpPr txBox="1">
            <a:spLocks noGrp="1"/>
          </p:cNvSpPr>
          <p:nvPr>
            <p:ph type="body" idx="1"/>
          </p:nvPr>
        </p:nvSpPr>
        <p:spPr>
          <a:xfrm>
            <a:off x="1155700" y="2603500"/>
            <a:ext cx="13932000" cy="5702399"/>
          </a:xfrm>
          <a:prstGeom prst="rect">
            <a:avLst/>
          </a:prstGeom>
          <a:noFill/>
          <a:ln>
            <a:noFill/>
          </a:ln>
        </p:spPr>
        <p:txBody>
          <a:bodyPr lIns="91425" tIns="91425" rIns="91425" bIns="91425" anchor="ctr" anchorCtr="0"/>
          <a:lstStyle>
            <a:lvl1pPr marL="711200" marR="0" indent="-142494" algn="l" rtl="0">
              <a:spcBef>
                <a:spcPts val="3500"/>
              </a:spcBef>
              <a:spcAft>
                <a:spcPts val="0"/>
              </a:spcAft>
              <a:buClr>
                <a:schemeClr val="lt1"/>
              </a:buClr>
              <a:buFont typeface="Cabin"/>
              <a:buChar char="•"/>
              <a:defRPr/>
            </a:lvl1pPr>
            <a:lvl2pPr marL="1003300" marR="0" indent="-142494" algn="l" rtl="0">
              <a:spcBef>
                <a:spcPts val="3500"/>
              </a:spcBef>
              <a:spcAft>
                <a:spcPts val="0"/>
              </a:spcAft>
              <a:buClr>
                <a:schemeClr val="lt1"/>
              </a:buClr>
              <a:buFont typeface="Cabin"/>
              <a:buChar char="•"/>
              <a:defRPr/>
            </a:lvl2pPr>
            <a:lvl3pPr marL="1295400" marR="0" indent="-142494" algn="l" rtl="0">
              <a:spcBef>
                <a:spcPts val="3500"/>
              </a:spcBef>
              <a:spcAft>
                <a:spcPts val="0"/>
              </a:spcAft>
              <a:buClr>
                <a:schemeClr val="lt1"/>
              </a:buClr>
              <a:buFont typeface="Cabin"/>
              <a:buChar char="•"/>
              <a:defRPr/>
            </a:lvl3pPr>
            <a:lvl4pPr marL="1600200" marR="0" indent="-142494" algn="l" rtl="0">
              <a:spcBef>
                <a:spcPts val="3500"/>
              </a:spcBef>
              <a:spcAft>
                <a:spcPts val="0"/>
              </a:spcAft>
              <a:buClr>
                <a:schemeClr val="lt1"/>
              </a:buClr>
              <a:buFont typeface="Cabin"/>
              <a:buChar char="•"/>
              <a:defRPr/>
            </a:lvl4pPr>
            <a:lvl5pPr marL="1892300" marR="0" indent="-142494" algn="l" rtl="0">
              <a:spcBef>
                <a:spcPts val="3500"/>
              </a:spcBef>
              <a:spcAft>
                <a:spcPts val="0"/>
              </a:spcAft>
              <a:buClr>
                <a:schemeClr val="lt1"/>
              </a:buClr>
              <a:buFont typeface="Cabin"/>
              <a:buChar char="•"/>
              <a:defRPr/>
            </a:lvl5pPr>
            <a:lvl6pPr marL="2349500" marR="0" indent="-142494" algn="l" rtl="0">
              <a:spcBef>
                <a:spcPts val="3500"/>
              </a:spcBef>
              <a:spcAft>
                <a:spcPts val="0"/>
              </a:spcAft>
              <a:buClr>
                <a:schemeClr val="lt1"/>
              </a:buClr>
              <a:buFont typeface="Cabin"/>
              <a:buChar char="•"/>
              <a:defRPr/>
            </a:lvl6pPr>
            <a:lvl7pPr marL="2806700" marR="0" indent="-142494" algn="l" rtl="0">
              <a:spcBef>
                <a:spcPts val="3500"/>
              </a:spcBef>
              <a:spcAft>
                <a:spcPts val="0"/>
              </a:spcAft>
              <a:buClr>
                <a:schemeClr val="lt1"/>
              </a:buClr>
              <a:buFont typeface="Cabin"/>
              <a:buChar char="•"/>
              <a:defRPr/>
            </a:lvl7pPr>
            <a:lvl8pPr marL="3263900" marR="0" indent="-142494" algn="l" rtl="0">
              <a:spcBef>
                <a:spcPts val="3500"/>
              </a:spcBef>
              <a:spcAft>
                <a:spcPts val="0"/>
              </a:spcAft>
              <a:buClr>
                <a:schemeClr val="lt1"/>
              </a:buClr>
              <a:buFont typeface="Cabin"/>
              <a:buChar char="•"/>
              <a:defRPr/>
            </a:lvl8pPr>
            <a:lvl9pPr marL="3721100" marR="0" indent="-142494" algn="l" rtl="0">
              <a:spcBef>
                <a:spcPts val="3500"/>
              </a:spcBef>
              <a:spcAft>
                <a:spcPts val="0"/>
              </a:spcAft>
              <a:buClr>
                <a:schemeClr val="lt1"/>
              </a:buClr>
              <a:buFont typeface="Cabin"/>
              <a:buChar char="•"/>
              <a:defRPr/>
            </a:lvl9pPr>
          </a:lstStyle>
          <a:p>
            <a:endParaRPr/>
          </a:p>
        </p:txBody>
      </p:sp>
    </p:spTree>
  </p:cSld>
  <p:clrMap bg1="lt1" tx1="dk1" bg2="dk2" tx2="lt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hyperlink" Target="http://en.wikipedia.org/wiki/XML" TargetMode="External"/><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hyperlink" Target="http://en.wikipedia.org/wiki/XML" TargetMode="External"/><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hyperlink" Target="http://en.wikipedia.org/wiki/XML" TargetMode="External"/><Relationship Id="rId2" Type="http://schemas.openxmlformats.org/officeDocument/2006/relationships/notesSlide" Target="../notesSlides/notesSlide11.xml"/><Relationship Id="rId1" Type="http://schemas.openxmlformats.org/officeDocument/2006/relationships/slideLayout" Target="../slideLayouts/slideLayout2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hyperlink" Target="http://en.wikipedia.org/wiki/Serialization" TargetMode="External"/><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3" Type="http://schemas.openxmlformats.org/officeDocument/2006/relationships/hyperlink" Target="http://en.wikipedia.org/wiki/Xml_schema" TargetMode="External"/><Relationship Id="rId2" Type="http://schemas.openxmlformats.org/officeDocument/2006/relationships/notesSlide" Target="../notesSlides/notesSlide16.xml"/><Relationship Id="rId1" Type="http://schemas.openxmlformats.org/officeDocument/2006/relationships/slideLayout" Target="../slideLayouts/slideLayout10.xml"/><Relationship Id="rId4" Type="http://schemas.openxmlformats.org/officeDocument/2006/relationships/hyperlink" Target="http://en.wikibooks.org/wiki/XML_Schema"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en.wikipedia.org/wiki/XML" TargetMode="External"/><Relationship Id="rId2" Type="http://schemas.openxmlformats.org/officeDocument/2006/relationships/notesSlide" Target="../notesSlides/notesSlide17.xml"/><Relationship Id="rId1" Type="http://schemas.openxmlformats.org/officeDocument/2006/relationships/slideLayout" Target="../slideLayouts/slideLayout21.xml"/><Relationship Id="rId4" Type="http://schemas.openxmlformats.org/officeDocument/2006/relationships/hyperlink" Target="http://en.wikipedia.org/wiki/Xml_schema"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21.xml"/><Relationship Id="rId4" Type="http://schemas.openxmlformats.org/officeDocument/2006/relationships/hyperlink" Target="http://en.wikipedia.org/wiki/Xml_schema"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www.w3.org/XML/Schema" TargetMode="External"/><Relationship Id="rId2" Type="http://schemas.openxmlformats.org/officeDocument/2006/relationships/notesSlide" Target="../notesSlides/notesSlide21.xml"/><Relationship Id="rId1" Type="http://schemas.openxmlformats.org/officeDocument/2006/relationships/slideLayout" Target="../slideLayouts/slideLayout21.xml"/><Relationship Id="rId4" Type="http://schemas.openxmlformats.org/officeDocument/2006/relationships/hyperlink" Target="http://en.wikipedia.org/wiki/XML_Schema_(W3C)"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3" Type="http://schemas.openxmlformats.org/officeDocument/2006/relationships/hyperlink" Target="http://www.w3schools.com/Schema/schema_complex_indicators.asp" TargetMode="External"/><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3" Type="http://schemas.openxmlformats.org/officeDocument/2006/relationships/hyperlink" Target="http://www.w3schools.com/Schema/schema_dtypes_numeric.asp" TargetMode="External"/><Relationship Id="rId2" Type="http://schemas.openxmlformats.org/officeDocument/2006/relationships/notesSlide" Target="../notesSlides/notesSlide24.xml"/><Relationship Id="rId1" Type="http://schemas.openxmlformats.org/officeDocument/2006/relationships/slideLayout" Target="../slideLayouts/slideLayout32.xml"/></Relationships>
</file>

<file path=ppt/slides/_rels/slide25.xml.rels><?xml version="1.0" encoding="UTF-8" standalone="yes"?>
<Relationships xmlns="http://schemas.openxmlformats.org/package/2006/relationships"><Relationship Id="rId3" Type="http://schemas.openxmlformats.org/officeDocument/2006/relationships/hyperlink" Target="http://en.wikipedia.org/wiki/ISO_8601" TargetMode="External"/><Relationship Id="rId2" Type="http://schemas.openxmlformats.org/officeDocument/2006/relationships/notesSlide" Target="../notesSlides/notesSlide25.xml"/><Relationship Id="rId1" Type="http://schemas.openxmlformats.org/officeDocument/2006/relationships/slideLayout" Target="../slideLayouts/slideLayout32.xml"/><Relationship Id="rId4" Type="http://schemas.openxmlformats.org/officeDocument/2006/relationships/hyperlink" Target="http://en.wikipedia.org/wiki/Coordinated_Universal_Time"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21.xml"/><Relationship Id="rId5" Type="http://schemas.openxmlformats.org/officeDocument/2006/relationships/image" Target="../media/image1.jpe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hyperlink" Target="http://www.w3schools.com/Schema/schema_example.asp" TargetMode="External"/><Relationship Id="rId2" Type="http://schemas.openxmlformats.org/officeDocument/2006/relationships/notesSlide" Target="../notesSlides/notesSlide27.xml"/><Relationship Id="rId1" Type="http://schemas.openxmlformats.org/officeDocument/2006/relationships/slideLayout" Target="../slideLayouts/slideLayout21.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hyperlink" Target="http://www.youtube.com/watch?v=kc8BAR7SHJI" TargetMode="External"/><Relationship Id="rId2" Type="http://schemas.openxmlformats.org/officeDocument/2006/relationships/notesSlide" Target="../notesSlides/notesSlide31.xml"/><Relationship Id="rId1" Type="http://schemas.openxmlformats.org/officeDocument/2006/relationships/slideLayout" Target="../slideLayouts/slideLayout43.xml"/><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43.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3" Type="http://schemas.openxmlformats.org/officeDocument/2006/relationships/hyperlink" Target="http://en.wikipedia.org/wiki/Service-oriented_architecture" TargetMode="External"/><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1.xml"/><Relationship Id="rId4" Type="http://schemas.openxmlformats.org/officeDocument/2006/relationships/image" Target="../media/image11.jpeg"/></Relationships>
</file>

<file path=ppt/slides/_rels/slide3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8.xml"/><Relationship Id="rId1" Type="http://schemas.openxmlformats.org/officeDocument/2006/relationships/slideLayout" Target="../slideLayouts/slideLayout21.xml"/><Relationship Id="rId4" Type="http://schemas.openxmlformats.org/officeDocument/2006/relationships/hyperlink" Target="http://www.youtube.com/watch?v=mj-kCFzF0ME"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en.wikipedia.org/wiki/Web_services" TargetMode="External"/><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hyperlink" Target="http://en.wikipedia.org/wiki/API" TargetMode="External"/><Relationship Id="rId2" Type="http://schemas.openxmlformats.org/officeDocument/2006/relationships/notesSlide" Target="../notesSlides/notesSlide40.xml"/><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3" Type="http://schemas.openxmlformats.org/officeDocument/2006/relationships/hyperlink" Target="http://en.wikipedia.org/wiki/SOAP_(protocol)" TargetMode="External"/><Relationship Id="rId2" Type="http://schemas.openxmlformats.org/officeDocument/2006/relationships/notesSlide" Target="../notesSlides/notesSlide41.xml"/><Relationship Id="rId1" Type="http://schemas.openxmlformats.org/officeDocument/2006/relationships/slideLayout" Target="../slideLayouts/slideLayout21.xml"/><Relationship Id="rId4" Type="http://schemas.openxmlformats.org/officeDocument/2006/relationships/hyperlink" Target="http://en.wikipedia.org/wiki/REST" TargetMode="External"/></Relationships>
</file>

<file path=ppt/slides/_rels/slide42.xml.rels><?xml version="1.0" encoding="UTF-8" standalone="yes"?>
<Relationships xmlns="http://schemas.openxmlformats.org/package/2006/relationships"><Relationship Id="rId3" Type="http://schemas.openxmlformats.org/officeDocument/2006/relationships/hyperlink" Target="https://developers.google.com/maps/documentation/geocoding/" TargetMode="External"/><Relationship Id="rId2" Type="http://schemas.openxmlformats.org/officeDocument/2006/relationships/notesSlide" Target="../notesSlides/notesSlide42.xml"/><Relationship Id="rId1" Type="http://schemas.openxmlformats.org/officeDocument/2006/relationships/slideLayout" Target="../slideLayouts/slideLayout21.xml"/><Relationship Id="rId4" Type="http://schemas.openxmlformats.org/officeDocument/2006/relationships/image" Target="../media/image13.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1.xml"/></Relationships>
</file>

<file path=ppt/slides/_rels/slide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6.xml"/><Relationship Id="rId1" Type="http://schemas.openxmlformats.org/officeDocument/2006/relationships/slideLayout" Target="../slideLayouts/slideLayout21.xml"/></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7.xml"/><Relationship Id="rId1" Type="http://schemas.openxmlformats.org/officeDocument/2006/relationships/slideLayout" Target="../slideLayouts/slideLayout21.xml"/></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8.xml"/><Relationship Id="rId1" Type="http://schemas.openxmlformats.org/officeDocument/2006/relationships/slideLayout" Target="../slideLayouts/slideLayout21.xml"/></Relationships>
</file>

<file path=ppt/slides/_rels/slide4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9.xml"/><Relationship Id="rId1" Type="http://schemas.openxmlformats.org/officeDocument/2006/relationships/slideLayout" Target="../slideLayouts/slideLayout2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1.xml"/></Relationships>
</file>

<file path=ppt/slides/_rels/slide5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2.xml"/><Relationship Id="rId1" Type="http://schemas.openxmlformats.org/officeDocument/2006/relationships/slideLayout" Target="../slideLayouts/slideLayout21.xml"/></Relationships>
</file>

<file path=ppt/slides/_rels/slide5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3.xml"/><Relationship Id="rId1" Type="http://schemas.openxmlformats.org/officeDocument/2006/relationships/slideLayout" Target="../slideLayouts/slideLayout21.xml"/></Relationships>
</file>

<file path=ppt/slides/_rels/slide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4.xml"/><Relationship Id="rId1" Type="http://schemas.openxmlformats.org/officeDocument/2006/relationships/slideLayout" Target="../slideLayouts/slideLayout2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1155700" y="1257300"/>
            <a:ext cx="13932000" cy="355109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b="0" i="0" u="none" strike="noStrike" cap="none" baseline="0">
                <a:solidFill>
                  <a:srgbClr val="FF00FF"/>
                </a:solidFill>
                <a:latin typeface="Cabin"/>
                <a:ea typeface="Cabin"/>
                <a:cs typeface="Cabin"/>
                <a:sym typeface="Cabin"/>
              </a:rPr>
              <a:t>Using Web Services</a:t>
            </a:r>
          </a:p>
        </p:txBody>
      </p:sp>
      <p:sp>
        <p:nvSpPr>
          <p:cNvPr id="45" name="Shape 45"/>
          <p:cNvSpPr txBox="1">
            <a:spLocks noGrp="1"/>
          </p:cNvSpPr>
          <p:nvPr>
            <p:ph type="body" idx="1"/>
          </p:nvPr>
        </p:nvSpPr>
        <p:spPr>
          <a:xfrm>
            <a:off x="1215825" y="5037000"/>
            <a:ext cx="13932000" cy="1562099"/>
          </a:xfrm>
          <a:prstGeom prst="rect">
            <a:avLst/>
          </a:prstGeom>
          <a:noFill/>
          <a:ln>
            <a:noFill/>
          </a:ln>
        </p:spPr>
        <p:txBody>
          <a:bodyPr lIns="38100" tIns="38100" rIns="38100" bIns="38100" anchor="t"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800" b="0" i="0" u="none" strike="noStrike" cap="none" baseline="0">
                <a:solidFill>
                  <a:schemeClr val="lt1"/>
                </a:solidFill>
                <a:latin typeface="Cabin"/>
                <a:ea typeface="Cabin"/>
                <a:cs typeface="Cabin"/>
                <a:sym typeface="Cabin"/>
              </a:rPr>
              <a:t>Chapter 13</a:t>
            </a:r>
          </a:p>
        </p:txBody>
      </p:sp>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Shape 92"/>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b="0" i="0" u="none" strike="noStrike" cap="none" baseline="0">
                <a:solidFill>
                  <a:srgbClr val="FF00FF"/>
                </a:solidFill>
                <a:latin typeface="Cabin"/>
                <a:ea typeface="Cabin"/>
                <a:cs typeface="Cabin"/>
                <a:sym typeface="Cabin"/>
              </a:rPr>
              <a:t>Data on the Web</a:t>
            </a:r>
          </a:p>
        </p:txBody>
      </p:sp>
      <p:sp>
        <p:nvSpPr>
          <p:cNvPr id="93" name="Shape 93"/>
          <p:cNvSpPr txBox="1">
            <a:spLocks noGrp="1"/>
          </p:cNvSpPr>
          <p:nvPr>
            <p:ph type="body" idx="1"/>
          </p:nvPr>
        </p:nvSpPr>
        <p:spPr>
          <a:xfrm>
            <a:off x="1155700" y="2603500"/>
            <a:ext cx="13931900" cy="5702299"/>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With the HTTP Request/Response well understood and well supported, there was a natural move toward exchanging data between programs using these protocols</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We needed to come up with an agreed way to represent data going between applications and across networks</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There are two commonly used formats: XML and JSON</a:t>
            </a:r>
          </a:p>
        </p:txBody>
      </p:sp>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Shape 98"/>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b="0" i="0" u="none" strike="noStrike" cap="none" baseline="0">
                <a:solidFill>
                  <a:schemeClr val="lt1"/>
                </a:solidFill>
                <a:latin typeface="Cabin"/>
                <a:ea typeface="Cabin"/>
                <a:cs typeface="Cabin"/>
                <a:sym typeface="Cabin"/>
              </a:rPr>
              <a:t>Sending Data across the </a:t>
            </a:r>
            <a:r>
              <a:rPr lang="en-US" sz="7600" b="0" i="0" u="none" strike="noStrike" cap="none" baseline="0">
                <a:solidFill>
                  <a:schemeClr val="lt1"/>
                </a:solidFill>
                <a:latin typeface="Arial"/>
                <a:ea typeface="Arial"/>
                <a:cs typeface="Arial"/>
                <a:sym typeface="Arial"/>
              </a:rPr>
              <a:t>“</a:t>
            </a:r>
            <a:r>
              <a:rPr lang="en-US" sz="7600" b="0" i="0" u="none" strike="noStrike" cap="none" baseline="0">
                <a:solidFill>
                  <a:schemeClr val="lt1"/>
                </a:solidFill>
                <a:latin typeface="Cabin"/>
                <a:ea typeface="Cabin"/>
                <a:cs typeface="Cabin"/>
                <a:sym typeface="Cabin"/>
              </a:rPr>
              <a:t>Net</a:t>
            </a:r>
            <a:r>
              <a:rPr lang="en-US" sz="7600" b="0" i="0" u="none" strike="noStrike" cap="none" baseline="0">
                <a:solidFill>
                  <a:schemeClr val="lt1"/>
                </a:solidFill>
                <a:latin typeface="Arial"/>
                <a:ea typeface="Arial"/>
                <a:cs typeface="Arial"/>
                <a:sym typeface="Arial"/>
              </a:rPr>
              <a:t>”</a:t>
            </a:r>
          </a:p>
        </p:txBody>
      </p:sp>
      <p:sp>
        <p:nvSpPr>
          <p:cNvPr id="99" name="Shape 99"/>
          <p:cNvSpPr txBox="1"/>
          <p:nvPr/>
        </p:nvSpPr>
        <p:spPr>
          <a:xfrm>
            <a:off x="850900" y="4394200"/>
            <a:ext cx="3174999" cy="2400300"/>
          </a:xfrm>
          <a:prstGeom prst="rect">
            <a:avLst/>
          </a:prstGeom>
          <a:noFill/>
          <a:ln w="63500" cap="rnd" cmpd="sng">
            <a:solidFill>
              <a:srgbClr val="FF00FF"/>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700" b="0" i="0" u="none" strike="noStrike" cap="none" baseline="0">
                <a:solidFill>
                  <a:schemeClr val="lt1"/>
                </a:solidFill>
                <a:latin typeface="Cabin"/>
                <a:ea typeface="Cabin"/>
                <a:cs typeface="Cabin"/>
                <a:sym typeface="Cabin"/>
              </a:rPr>
              <a:t>Python</a:t>
            </a:r>
          </a:p>
          <a:p>
            <a:pPr marL="0" marR="0" lvl="0" indent="0" algn="ctr" rtl="0">
              <a:lnSpc>
                <a:spcPct val="100000"/>
              </a:lnSpc>
              <a:spcBef>
                <a:spcPts val="0"/>
              </a:spcBef>
              <a:spcAft>
                <a:spcPts val="0"/>
              </a:spcAft>
              <a:buClr>
                <a:schemeClr val="lt1"/>
              </a:buClr>
              <a:buSzPct val="25000"/>
              <a:buFont typeface="Cabin"/>
              <a:buNone/>
            </a:pPr>
            <a:r>
              <a:rPr lang="en-US" sz="4700" b="0" i="0" u="none" strike="noStrike" cap="none" baseline="0">
                <a:solidFill>
                  <a:schemeClr val="lt1"/>
                </a:solidFill>
                <a:latin typeface="Cabin"/>
                <a:ea typeface="Cabin"/>
                <a:cs typeface="Cabin"/>
                <a:sym typeface="Cabin"/>
              </a:rPr>
              <a:t>Dictionary</a:t>
            </a:r>
          </a:p>
        </p:txBody>
      </p:sp>
      <p:sp>
        <p:nvSpPr>
          <p:cNvPr id="100" name="Shape 100"/>
          <p:cNvSpPr txBox="1"/>
          <p:nvPr/>
        </p:nvSpPr>
        <p:spPr>
          <a:xfrm>
            <a:off x="12204700" y="4394200"/>
            <a:ext cx="3174999" cy="2400300"/>
          </a:xfrm>
          <a:prstGeom prst="rect">
            <a:avLst/>
          </a:prstGeom>
          <a:noFill/>
          <a:ln w="63500" cap="rnd" cmpd="sng">
            <a:solidFill>
              <a:srgbClr val="FF00FF"/>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700" b="0" i="0" u="none" strike="noStrike" cap="none" baseline="0">
                <a:solidFill>
                  <a:schemeClr val="lt1"/>
                </a:solidFill>
                <a:latin typeface="Cabin"/>
                <a:ea typeface="Cabin"/>
                <a:cs typeface="Cabin"/>
                <a:sym typeface="Cabin"/>
              </a:rPr>
              <a:t>Java</a:t>
            </a:r>
          </a:p>
          <a:p>
            <a:pPr marL="0" marR="0" lvl="0" indent="0" algn="ctr" rtl="0">
              <a:lnSpc>
                <a:spcPct val="100000"/>
              </a:lnSpc>
              <a:spcBef>
                <a:spcPts val="0"/>
              </a:spcBef>
              <a:spcAft>
                <a:spcPts val="0"/>
              </a:spcAft>
              <a:buClr>
                <a:schemeClr val="lt1"/>
              </a:buClr>
              <a:buSzPct val="25000"/>
              <a:buFont typeface="Cabin"/>
              <a:buNone/>
            </a:pPr>
            <a:r>
              <a:rPr lang="en-US" sz="4700" b="0" i="0" u="none" strike="noStrike" cap="none" baseline="0">
                <a:solidFill>
                  <a:schemeClr val="lt1"/>
                </a:solidFill>
                <a:latin typeface="Cabin"/>
                <a:ea typeface="Cabin"/>
                <a:cs typeface="Cabin"/>
                <a:sym typeface="Cabin"/>
              </a:rPr>
              <a:t>HashMap</a:t>
            </a:r>
          </a:p>
        </p:txBody>
      </p:sp>
      <p:sp>
        <p:nvSpPr>
          <p:cNvPr id="101" name="Shape 101"/>
          <p:cNvSpPr/>
          <p:nvPr/>
        </p:nvSpPr>
        <p:spPr>
          <a:xfrm>
            <a:off x="4635500" y="4965700"/>
            <a:ext cx="1270000" cy="1270000"/>
          </a:xfrm>
          <a:prstGeom prst="rightArrow">
            <a:avLst>
              <a:gd name="adj1" fmla="val 38114"/>
              <a:gd name="adj2" fmla="val 19928"/>
            </a:avLst>
          </a:prstGeom>
          <a:blipFill rotWithShape="1">
            <a:blip r:embed="rId3">
              <a:alphaModFix/>
            </a:blip>
            <a:stretch>
              <a:fillRect/>
            </a:stretch>
          </a:blipFill>
          <a:ln>
            <a:noFill/>
          </a:ln>
        </p:spPr>
        <p:txBody>
          <a:bodyPr lIns="0" tIns="0" rIns="0" bIns="0" anchor="t" anchorCtr="0">
            <a:noAutofit/>
          </a:bodyPr>
          <a:lstStyle/>
          <a:p>
            <a:pPr marL="0" marR="0" lvl="0" indent="0" algn="ctr" rtl="0">
              <a:lnSpc>
                <a:spcPct val="100000"/>
              </a:lnSpc>
              <a:spcBef>
                <a:spcPts val="0"/>
              </a:spcBef>
              <a:spcAft>
                <a:spcPts val="0"/>
              </a:spcAft>
              <a:buNone/>
            </a:pPr>
            <a:endParaRPr/>
          </a:p>
        </p:txBody>
      </p:sp>
      <p:pic>
        <p:nvPicPr>
          <p:cNvPr id="102" name="Shape 102"/>
          <p:cNvPicPr preferRelativeResize="0"/>
          <p:nvPr/>
        </p:nvPicPr>
        <p:blipFill rotWithShape="1">
          <a:blip r:embed="rId4">
            <a:alphaModFix/>
          </a:blip>
          <a:srcRect/>
          <a:stretch/>
        </p:blipFill>
        <p:spPr>
          <a:xfrm>
            <a:off x="6019800" y="4013200"/>
            <a:ext cx="4203699" cy="3179762"/>
          </a:xfrm>
          <a:prstGeom prst="rect">
            <a:avLst/>
          </a:prstGeom>
          <a:noFill/>
          <a:ln>
            <a:noFill/>
          </a:ln>
        </p:spPr>
      </p:pic>
      <p:sp>
        <p:nvSpPr>
          <p:cNvPr id="103" name="Shape 103"/>
          <p:cNvSpPr txBox="1"/>
          <p:nvPr/>
        </p:nvSpPr>
        <p:spPr>
          <a:xfrm>
            <a:off x="3394075" y="8153400"/>
            <a:ext cx="9956799"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a.k.a.  </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Wire Protocol</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 - What we send on the </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wire</a:t>
            </a:r>
            <a:r>
              <a:rPr lang="en-US" sz="3600" b="0" i="0" u="none" strike="noStrike" cap="none" baseline="0">
                <a:solidFill>
                  <a:schemeClr val="lt1"/>
                </a:solidFill>
                <a:latin typeface="Arial"/>
                <a:ea typeface="Arial"/>
                <a:cs typeface="Arial"/>
                <a:sym typeface="Arial"/>
              </a:rPr>
              <a:t>”</a:t>
            </a:r>
          </a:p>
        </p:txBody>
      </p:sp>
      <p:sp>
        <p:nvSpPr>
          <p:cNvPr id="104" name="Shape 104"/>
          <p:cNvSpPr/>
          <p:nvPr/>
        </p:nvSpPr>
        <p:spPr>
          <a:xfrm>
            <a:off x="10579150" y="4968125"/>
            <a:ext cx="1269899" cy="1269899"/>
          </a:xfrm>
          <a:prstGeom prst="rightArrow">
            <a:avLst>
              <a:gd name="adj1" fmla="val 38114"/>
              <a:gd name="adj2" fmla="val 19928"/>
            </a:avLst>
          </a:prstGeom>
          <a:blipFill rotWithShape="1">
            <a:blip r:embed="rId3">
              <a:alphaModFix/>
            </a:blip>
            <a:stretch>
              <a:fillRect/>
            </a:stretch>
          </a:blipFill>
          <a:ln>
            <a:noFill/>
          </a:ln>
        </p:spPr>
        <p:txBody>
          <a:bodyPr lIns="0" tIns="0" rIns="0" bIns="0" anchor="t" anchorCtr="0">
            <a:noAutofit/>
          </a:bodyPr>
          <a:lstStyle/>
          <a:p>
            <a:pPr marL="0" marR="0" lvl="0" indent="0" algn="ctr" rtl="0">
              <a:lnSpc>
                <a:spcPct val="100000"/>
              </a:lnSpc>
              <a:spcBef>
                <a:spcPts val="0"/>
              </a:spcBef>
              <a:spcAft>
                <a:spcPts val="0"/>
              </a:spcAft>
              <a:buNone/>
            </a:pPr>
            <a:endParaRPr/>
          </a:p>
        </p:txBody>
      </p:sp>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Shape 109"/>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b="0" i="0" u="none" strike="noStrike" cap="none" baseline="0">
                <a:solidFill>
                  <a:schemeClr val="lt1"/>
                </a:solidFill>
                <a:latin typeface="Cabin"/>
                <a:ea typeface="Cabin"/>
                <a:cs typeface="Cabin"/>
                <a:sym typeface="Cabin"/>
              </a:rPr>
              <a:t>Agreeing on a </a:t>
            </a:r>
            <a:r>
              <a:rPr lang="en-US" sz="7600" b="0" i="0" u="none" strike="noStrike" cap="none" baseline="0">
                <a:solidFill>
                  <a:schemeClr val="lt1"/>
                </a:solidFill>
                <a:latin typeface="Arial"/>
                <a:ea typeface="Arial"/>
                <a:cs typeface="Arial"/>
                <a:sym typeface="Arial"/>
              </a:rPr>
              <a:t>“</a:t>
            </a:r>
            <a:r>
              <a:rPr lang="en-US" sz="7600" b="0" i="0" u="none" strike="noStrike" cap="none" baseline="0">
                <a:solidFill>
                  <a:schemeClr val="lt1"/>
                </a:solidFill>
                <a:latin typeface="Cabin"/>
                <a:ea typeface="Cabin"/>
                <a:cs typeface="Cabin"/>
                <a:sym typeface="Cabin"/>
              </a:rPr>
              <a:t>Wire Format</a:t>
            </a:r>
            <a:r>
              <a:rPr lang="en-US" sz="7600" b="0" i="0" u="none" strike="noStrike" cap="none" baseline="0">
                <a:solidFill>
                  <a:schemeClr val="lt1"/>
                </a:solidFill>
                <a:latin typeface="Arial"/>
                <a:ea typeface="Arial"/>
                <a:cs typeface="Arial"/>
                <a:sym typeface="Arial"/>
              </a:rPr>
              <a:t>”</a:t>
            </a:r>
          </a:p>
        </p:txBody>
      </p:sp>
      <p:sp>
        <p:nvSpPr>
          <p:cNvPr id="110" name="Shape 110"/>
          <p:cNvSpPr txBox="1"/>
          <p:nvPr/>
        </p:nvSpPr>
        <p:spPr>
          <a:xfrm>
            <a:off x="850900" y="4394200"/>
            <a:ext cx="3174999" cy="2400300"/>
          </a:xfrm>
          <a:prstGeom prst="rect">
            <a:avLst/>
          </a:prstGeom>
          <a:noFill/>
          <a:ln w="63500" cap="rnd" cmpd="sng">
            <a:solidFill>
              <a:srgbClr val="FF00FF"/>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700" b="0" i="0" u="none" strike="noStrike" cap="none" baseline="0">
                <a:solidFill>
                  <a:schemeClr val="lt1"/>
                </a:solidFill>
                <a:latin typeface="Cabin"/>
                <a:ea typeface="Cabin"/>
                <a:cs typeface="Cabin"/>
                <a:sym typeface="Cabin"/>
              </a:rPr>
              <a:t>Python</a:t>
            </a:r>
          </a:p>
          <a:p>
            <a:pPr marL="0" marR="0" lvl="0" indent="0" algn="ctr" rtl="0">
              <a:lnSpc>
                <a:spcPct val="100000"/>
              </a:lnSpc>
              <a:spcBef>
                <a:spcPts val="0"/>
              </a:spcBef>
              <a:spcAft>
                <a:spcPts val="0"/>
              </a:spcAft>
              <a:buClr>
                <a:schemeClr val="lt1"/>
              </a:buClr>
              <a:buSzPct val="25000"/>
              <a:buFont typeface="Cabin"/>
              <a:buNone/>
            </a:pPr>
            <a:r>
              <a:rPr lang="en-US" sz="4700" b="0" i="0" u="none" strike="noStrike" cap="none" baseline="0">
                <a:solidFill>
                  <a:schemeClr val="lt1"/>
                </a:solidFill>
                <a:latin typeface="Cabin"/>
                <a:ea typeface="Cabin"/>
                <a:cs typeface="Cabin"/>
                <a:sym typeface="Cabin"/>
              </a:rPr>
              <a:t>Dictionary</a:t>
            </a:r>
          </a:p>
        </p:txBody>
      </p:sp>
      <p:sp>
        <p:nvSpPr>
          <p:cNvPr id="111" name="Shape 111"/>
          <p:cNvSpPr txBox="1"/>
          <p:nvPr/>
        </p:nvSpPr>
        <p:spPr>
          <a:xfrm>
            <a:off x="12204700" y="4394200"/>
            <a:ext cx="3174999" cy="2400300"/>
          </a:xfrm>
          <a:prstGeom prst="rect">
            <a:avLst/>
          </a:prstGeom>
          <a:noFill/>
          <a:ln w="63500" cap="rnd" cmpd="sng">
            <a:solidFill>
              <a:srgbClr val="FF00FF"/>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700" b="0" i="0" u="none" strike="noStrike" cap="none" baseline="0">
                <a:solidFill>
                  <a:schemeClr val="lt1"/>
                </a:solidFill>
                <a:latin typeface="Cabin"/>
                <a:ea typeface="Cabin"/>
                <a:cs typeface="Cabin"/>
                <a:sym typeface="Cabin"/>
              </a:rPr>
              <a:t>Java</a:t>
            </a:r>
          </a:p>
          <a:p>
            <a:pPr marL="0" marR="0" lvl="0" indent="0" algn="ctr" rtl="0">
              <a:lnSpc>
                <a:spcPct val="100000"/>
              </a:lnSpc>
              <a:spcBef>
                <a:spcPts val="0"/>
              </a:spcBef>
              <a:spcAft>
                <a:spcPts val="0"/>
              </a:spcAft>
              <a:buClr>
                <a:schemeClr val="lt1"/>
              </a:buClr>
              <a:buSzPct val="25000"/>
              <a:buFont typeface="Cabin"/>
              <a:buNone/>
            </a:pPr>
            <a:r>
              <a:rPr lang="en-US" sz="4700" b="0" i="0" u="none" strike="noStrike" cap="none" baseline="0">
                <a:solidFill>
                  <a:schemeClr val="lt1"/>
                </a:solidFill>
                <a:latin typeface="Cabin"/>
                <a:ea typeface="Cabin"/>
                <a:cs typeface="Cabin"/>
                <a:sym typeface="Cabin"/>
              </a:rPr>
              <a:t>HashMap</a:t>
            </a:r>
          </a:p>
        </p:txBody>
      </p:sp>
      <p:sp>
        <p:nvSpPr>
          <p:cNvPr id="112" name="Shape 112"/>
          <p:cNvSpPr txBox="1"/>
          <p:nvPr/>
        </p:nvSpPr>
        <p:spPr>
          <a:xfrm>
            <a:off x="4488662" y="6340000"/>
            <a:ext cx="16287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Serialize</a:t>
            </a:r>
          </a:p>
        </p:txBody>
      </p:sp>
      <p:sp>
        <p:nvSpPr>
          <p:cNvPr id="113" name="Shape 113"/>
          <p:cNvSpPr txBox="1"/>
          <p:nvPr/>
        </p:nvSpPr>
        <p:spPr>
          <a:xfrm>
            <a:off x="6580186" y="2952750"/>
            <a:ext cx="3067049" cy="52832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3800" b="0" i="0" u="none" strike="noStrike" cap="none" baseline="0">
                <a:solidFill>
                  <a:srgbClr val="00FF00"/>
                </a:solidFill>
                <a:latin typeface="Cabin"/>
                <a:ea typeface="Cabin"/>
                <a:cs typeface="Cabin"/>
                <a:sym typeface="Cabin"/>
              </a:rPr>
              <a:t>&lt;person&gt;</a:t>
            </a:r>
          </a:p>
          <a:p>
            <a:pPr marL="0" marR="0" lvl="0" indent="0" algn="l" rtl="0">
              <a:lnSpc>
                <a:spcPct val="100000"/>
              </a:lnSpc>
              <a:spcBef>
                <a:spcPts val="0"/>
              </a:spcBef>
              <a:spcAft>
                <a:spcPts val="0"/>
              </a:spcAft>
              <a:buClr>
                <a:srgbClr val="00FF00"/>
              </a:buClr>
              <a:buSzPct val="25000"/>
              <a:buFont typeface="Cabin"/>
              <a:buNone/>
            </a:pPr>
            <a:r>
              <a:rPr lang="en-US" sz="3800" b="0" i="0" u="none" strike="noStrike" cap="none" baseline="0">
                <a:solidFill>
                  <a:srgbClr val="00FF00"/>
                </a:solidFill>
                <a:latin typeface="Cabin"/>
                <a:ea typeface="Cabin"/>
                <a:cs typeface="Cabin"/>
                <a:sym typeface="Cabin"/>
              </a:rPr>
              <a:t>   &lt;name&gt;</a:t>
            </a:r>
          </a:p>
          <a:p>
            <a:pPr marL="0" marR="0" lvl="0" indent="0" algn="l" rtl="0">
              <a:lnSpc>
                <a:spcPct val="100000"/>
              </a:lnSpc>
              <a:spcBef>
                <a:spcPts val="0"/>
              </a:spcBef>
              <a:spcAft>
                <a:spcPts val="0"/>
              </a:spcAft>
              <a:buClr>
                <a:srgbClr val="00FF00"/>
              </a:buClr>
              <a:buSzPct val="25000"/>
              <a:buFont typeface="Cabin"/>
              <a:buNone/>
            </a:pPr>
            <a:r>
              <a:rPr lang="en-US" sz="3800" b="0" i="0" u="none" strike="noStrike" cap="none" baseline="0">
                <a:solidFill>
                  <a:srgbClr val="00FF00"/>
                </a:solidFill>
                <a:latin typeface="Cabin"/>
                <a:ea typeface="Cabin"/>
                <a:cs typeface="Cabin"/>
                <a:sym typeface="Cabin"/>
              </a:rPr>
              <a:t>      Chuck</a:t>
            </a:r>
          </a:p>
          <a:p>
            <a:pPr marL="0" marR="0" lvl="0" indent="0" algn="l" rtl="0">
              <a:lnSpc>
                <a:spcPct val="100000"/>
              </a:lnSpc>
              <a:spcBef>
                <a:spcPts val="0"/>
              </a:spcBef>
              <a:spcAft>
                <a:spcPts val="0"/>
              </a:spcAft>
              <a:buClr>
                <a:srgbClr val="00FF00"/>
              </a:buClr>
              <a:buSzPct val="25000"/>
              <a:buFont typeface="Cabin"/>
              <a:buNone/>
            </a:pPr>
            <a:r>
              <a:rPr lang="en-US" sz="3800" b="0" i="0" u="none" strike="noStrike" cap="none" baseline="0">
                <a:solidFill>
                  <a:srgbClr val="00FF00"/>
                </a:solidFill>
                <a:latin typeface="Cabin"/>
                <a:ea typeface="Cabin"/>
                <a:cs typeface="Cabin"/>
                <a:sym typeface="Cabin"/>
              </a:rPr>
              <a:t>   &lt;/name&gt;</a:t>
            </a:r>
          </a:p>
          <a:p>
            <a:pPr marL="0" marR="0" lvl="0" indent="0" algn="l" rtl="0">
              <a:lnSpc>
                <a:spcPct val="100000"/>
              </a:lnSpc>
              <a:spcBef>
                <a:spcPts val="0"/>
              </a:spcBef>
              <a:spcAft>
                <a:spcPts val="0"/>
              </a:spcAft>
              <a:buClr>
                <a:srgbClr val="00FF00"/>
              </a:buClr>
              <a:buSzPct val="25000"/>
              <a:buFont typeface="Cabin"/>
              <a:buNone/>
            </a:pPr>
            <a:r>
              <a:rPr lang="en-US" sz="3800" b="0" i="0" u="none" strike="noStrike" cap="none" baseline="0">
                <a:solidFill>
                  <a:srgbClr val="00FF00"/>
                </a:solidFill>
                <a:latin typeface="Cabin"/>
                <a:ea typeface="Cabin"/>
                <a:cs typeface="Cabin"/>
                <a:sym typeface="Cabin"/>
              </a:rPr>
              <a:t>   &lt;phone&gt;</a:t>
            </a:r>
          </a:p>
          <a:p>
            <a:pPr marL="0" marR="0" lvl="0" indent="0" algn="l" rtl="0">
              <a:lnSpc>
                <a:spcPct val="100000"/>
              </a:lnSpc>
              <a:spcBef>
                <a:spcPts val="0"/>
              </a:spcBef>
              <a:spcAft>
                <a:spcPts val="0"/>
              </a:spcAft>
              <a:buClr>
                <a:srgbClr val="00FF00"/>
              </a:buClr>
              <a:buSzPct val="25000"/>
              <a:buFont typeface="Cabin"/>
              <a:buNone/>
            </a:pPr>
            <a:r>
              <a:rPr lang="en-US" sz="3800" b="0" i="0" u="none" strike="noStrike" cap="none" baseline="0">
                <a:solidFill>
                  <a:srgbClr val="00FF00"/>
                </a:solidFill>
                <a:latin typeface="Cabin"/>
                <a:ea typeface="Cabin"/>
                <a:cs typeface="Cabin"/>
                <a:sym typeface="Cabin"/>
              </a:rPr>
              <a:t>      303 4456</a:t>
            </a:r>
          </a:p>
          <a:p>
            <a:pPr marL="0" marR="0" lvl="0" indent="0" algn="l" rtl="0">
              <a:lnSpc>
                <a:spcPct val="100000"/>
              </a:lnSpc>
              <a:spcBef>
                <a:spcPts val="0"/>
              </a:spcBef>
              <a:spcAft>
                <a:spcPts val="0"/>
              </a:spcAft>
              <a:buClr>
                <a:srgbClr val="00FF00"/>
              </a:buClr>
              <a:buSzPct val="25000"/>
              <a:buFont typeface="Cabin"/>
              <a:buNone/>
            </a:pPr>
            <a:r>
              <a:rPr lang="en-US" sz="3800" b="0" i="0" u="none" strike="noStrike" cap="none" baseline="0">
                <a:solidFill>
                  <a:srgbClr val="00FF00"/>
                </a:solidFill>
                <a:latin typeface="Cabin"/>
                <a:ea typeface="Cabin"/>
                <a:cs typeface="Cabin"/>
                <a:sym typeface="Cabin"/>
              </a:rPr>
              <a:t>   &lt;/phone&gt;</a:t>
            </a:r>
          </a:p>
          <a:p>
            <a:pPr marL="0" marR="0" lvl="0" indent="0" algn="l" rtl="0">
              <a:lnSpc>
                <a:spcPct val="100000"/>
              </a:lnSpc>
              <a:spcBef>
                <a:spcPts val="0"/>
              </a:spcBef>
              <a:spcAft>
                <a:spcPts val="0"/>
              </a:spcAft>
              <a:buClr>
                <a:srgbClr val="00FF00"/>
              </a:buClr>
              <a:buSzPct val="25000"/>
              <a:buFont typeface="Cabin"/>
              <a:buNone/>
            </a:pPr>
            <a:r>
              <a:rPr lang="en-US" sz="3800" b="0" i="0" u="none" strike="noStrike" cap="none" baseline="0">
                <a:solidFill>
                  <a:srgbClr val="00FF00"/>
                </a:solidFill>
                <a:latin typeface="Cabin"/>
                <a:ea typeface="Cabin"/>
                <a:cs typeface="Cabin"/>
                <a:sym typeface="Cabin"/>
              </a:rPr>
              <a:t>&lt;/person&gt;</a:t>
            </a:r>
          </a:p>
        </p:txBody>
      </p:sp>
      <p:sp>
        <p:nvSpPr>
          <p:cNvPr id="114" name="Shape 114"/>
          <p:cNvSpPr txBox="1"/>
          <p:nvPr/>
        </p:nvSpPr>
        <p:spPr>
          <a:xfrm>
            <a:off x="9507924" y="4168150"/>
            <a:ext cx="25763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De-Serialize</a:t>
            </a:r>
          </a:p>
        </p:txBody>
      </p:sp>
      <p:sp>
        <p:nvSpPr>
          <p:cNvPr id="115" name="Shape 115"/>
          <p:cNvSpPr txBox="1"/>
          <p:nvPr/>
        </p:nvSpPr>
        <p:spPr>
          <a:xfrm>
            <a:off x="14327187" y="8128000"/>
            <a:ext cx="1019174"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XML</a:t>
            </a:r>
          </a:p>
        </p:txBody>
      </p:sp>
      <p:sp>
        <p:nvSpPr>
          <p:cNvPr id="116" name="Shape 116"/>
          <p:cNvSpPr/>
          <p:nvPr/>
        </p:nvSpPr>
        <p:spPr>
          <a:xfrm>
            <a:off x="4635500" y="4965700"/>
            <a:ext cx="1269899" cy="1269899"/>
          </a:xfrm>
          <a:prstGeom prst="rightArrow">
            <a:avLst>
              <a:gd name="adj1" fmla="val 38114"/>
              <a:gd name="adj2" fmla="val 19928"/>
            </a:avLst>
          </a:prstGeom>
          <a:blipFill rotWithShape="1">
            <a:blip r:embed="rId3">
              <a:alphaModFix/>
            </a:blip>
            <a:stretch>
              <a:fillRect/>
            </a:stretch>
          </a:blipFill>
          <a:ln>
            <a:noFill/>
          </a:ln>
        </p:spPr>
        <p:txBody>
          <a:bodyPr lIns="0" tIns="0" rIns="0" bIns="0" anchor="t" anchorCtr="0">
            <a:noAutofit/>
          </a:bodyPr>
          <a:lstStyle/>
          <a:p>
            <a:pPr marL="0" marR="0" lvl="0" indent="0" algn="ctr" rtl="0">
              <a:lnSpc>
                <a:spcPct val="100000"/>
              </a:lnSpc>
              <a:spcBef>
                <a:spcPts val="0"/>
              </a:spcBef>
              <a:spcAft>
                <a:spcPts val="0"/>
              </a:spcAft>
              <a:buNone/>
            </a:pPr>
            <a:endParaRPr/>
          </a:p>
        </p:txBody>
      </p:sp>
      <p:sp>
        <p:nvSpPr>
          <p:cNvPr id="117" name="Shape 117"/>
          <p:cNvSpPr/>
          <p:nvPr/>
        </p:nvSpPr>
        <p:spPr>
          <a:xfrm>
            <a:off x="10579150" y="4968125"/>
            <a:ext cx="1269899" cy="1269899"/>
          </a:xfrm>
          <a:prstGeom prst="rightArrow">
            <a:avLst>
              <a:gd name="adj1" fmla="val 38114"/>
              <a:gd name="adj2" fmla="val 19928"/>
            </a:avLst>
          </a:prstGeom>
          <a:blipFill rotWithShape="1">
            <a:blip r:embed="rId3">
              <a:alphaModFix/>
            </a:blip>
            <a:stretch>
              <a:fillRect/>
            </a:stretch>
          </a:blipFill>
          <a:ln>
            <a:noFill/>
          </a:ln>
        </p:spPr>
        <p:txBody>
          <a:bodyPr lIns="0" tIns="0" rIns="0" bIns="0" anchor="t" anchorCtr="0">
            <a:noAutofit/>
          </a:bodyPr>
          <a:lstStyle/>
          <a:p>
            <a:pPr marL="0" marR="0" lvl="0" indent="0" algn="ctr" rtl="0">
              <a:lnSpc>
                <a:spcPct val="100000"/>
              </a:lnSpc>
              <a:spcBef>
                <a:spcPts val="0"/>
              </a:spcBef>
              <a:spcAft>
                <a:spcPts val="0"/>
              </a:spcAft>
              <a:buNone/>
            </a:pPr>
            <a:endParaRPr/>
          </a:p>
        </p:txBody>
      </p:sp>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Shape 122"/>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b="0" i="0" u="none" strike="noStrike" cap="none" baseline="0">
                <a:solidFill>
                  <a:schemeClr val="lt1"/>
                </a:solidFill>
                <a:latin typeface="Cabin"/>
                <a:ea typeface="Cabin"/>
                <a:cs typeface="Cabin"/>
                <a:sym typeface="Cabin"/>
              </a:rPr>
              <a:t>Agreeing on a </a:t>
            </a:r>
            <a:r>
              <a:rPr lang="en-US" sz="7600" b="0" i="0" u="none" strike="noStrike" cap="none" baseline="0">
                <a:solidFill>
                  <a:schemeClr val="lt1"/>
                </a:solidFill>
                <a:latin typeface="Arial"/>
                <a:ea typeface="Arial"/>
                <a:cs typeface="Arial"/>
                <a:sym typeface="Arial"/>
              </a:rPr>
              <a:t>“</a:t>
            </a:r>
            <a:r>
              <a:rPr lang="en-US" sz="7600" b="0" i="0" u="none" strike="noStrike" cap="none" baseline="0">
                <a:solidFill>
                  <a:schemeClr val="lt1"/>
                </a:solidFill>
                <a:latin typeface="Cabin"/>
                <a:ea typeface="Cabin"/>
                <a:cs typeface="Cabin"/>
                <a:sym typeface="Cabin"/>
              </a:rPr>
              <a:t>Wire Format</a:t>
            </a:r>
            <a:r>
              <a:rPr lang="en-US" sz="7600" b="0" i="0" u="none" strike="noStrike" cap="none" baseline="0">
                <a:solidFill>
                  <a:schemeClr val="lt1"/>
                </a:solidFill>
                <a:latin typeface="Arial"/>
                <a:ea typeface="Arial"/>
                <a:cs typeface="Arial"/>
                <a:sym typeface="Arial"/>
              </a:rPr>
              <a:t>”</a:t>
            </a:r>
          </a:p>
        </p:txBody>
      </p:sp>
      <p:sp>
        <p:nvSpPr>
          <p:cNvPr id="123" name="Shape 123"/>
          <p:cNvSpPr txBox="1"/>
          <p:nvPr/>
        </p:nvSpPr>
        <p:spPr>
          <a:xfrm>
            <a:off x="850900" y="4394200"/>
            <a:ext cx="3174999" cy="2400300"/>
          </a:xfrm>
          <a:prstGeom prst="rect">
            <a:avLst/>
          </a:prstGeom>
          <a:noFill/>
          <a:ln w="63500" cap="rnd" cmpd="sng">
            <a:solidFill>
              <a:srgbClr val="FF00FF"/>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700" b="0" i="0" u="none" strike="noStrike" cap="none" baseline="0">
                <a:solidFill>
                  <a:schemeClr val="lt1"/>
                </a:solidFill>
                <a:latin typeface="Cabin"/>
                <a:ea typeface="Cabin"/>
                <a:cs typeface="Cabin"/>
                <a:sym typeface="Cabin"/>
              </a:rPr>
              <a:t>Python</a:t>
            </a:r>
          </a:p>
          <a:p>
            <a:pPr marL="0" marR="0" lvl="0" indent="0" algn="ctr" rtl="0">
              <a:lnSpc>
                <a:spcPct val="100000"/>
              </a:lnSpc>
              <a:spcBef>
                <a:spcPts val="0"/>
              </a:spcBef>
              <a:spcAft>
                <a:spcPts val="0"/>
              </a:spcAft>
              <a:buClr>
                <a:schemeClr val="lt1"/>
              </a:buClr>
              <a:buSzPct val="25000"/>
              <a:buFont typeface="Cabin"/>
              <a:buNone/>
            </a:pPr>
            <a:r>
              <a:rPr lang="en-US" sz="4700" b="0" i="0" u="none" strike="noStrike" cap="none" baseline="0">
                <a:solidFill>
                  <a:schemeClr val="lt1"/>
                </a:solidFill>
                <a:latin typeface="Cabin"/>
                <a:ea typeface="Cabin"/>
                <a:cs typeface="Cabin"/>
                <a:sym typeface="Cabin"/>
              </a:rPr>
              <a:t>Dictionary</a:t>
            </a:r>
          </a:p>
        </p:txBody>
      </p:sp>
      <p:sp>
        <p:nvSpPr>
          <p:cNvPr id="124" name="Shape 124"/>
          <p:cNvSpPr txBox="1"/>
          <p:nvPr/>
        </p:nvSpPr>
        <p:spPr>
          <a:xfrm>
            <a:off x="12204700" y="4394200"/>
            <a:ext cx="3174999" cy="2400300"/>
          </a:xfrm>
          <a:prstGeom prst="rect">
            <a:avLst/>
          </a:prstGeom>
          <a:noFill/>
          <a:ln w="63500" cap="rnd" cmpd="sng">
            <a:solidFill>
              <a:srgbClr val="FF00FF"/>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700" b="0" i="0" u="none" strike="noStrike" cap="none" baseline="0">
                <a:solidFill>
                  <a:schemeClr val="lt1"/>
                </a:solidFill>
                <a:latin typeface="Cabin"/>
                <a:ea typeface="Cabin"/>
                <a:cs typeface="Cabin"/>
                <a:sym typeface="Cabin"/>
              </a:rPr>
              <a:t>Java</a:t>
            </a:r>
          </a:p>
          <a:p>
            <a:pPr marL="0" marR="0" lvl="0" indent="0" algn="ctr" rtl="0">
              <a:lnSpc>
                <a:spcPct val="100000"/>
              </a:lnSpc>
              <a:spcBef>
                <a:spcPts val="0"/>
              </a:spcBef>
              <a:spcAft>
                <a:spcPts val="0"/>
              </a:spcAft>
              <a:buClr>
                <a:schemeClr val="lt1"/>
              </a:buClr>
              <a:buSzPct val="25000"/>
              <a:buFont typeface="Cabin"/>
              <a:buNone/>
            </a:pPr>
            <a:r>
              <a:rPr lang="en-US" sz="4700" b="0" i="0" u="none" strike="noStrike" cap="none" baseline="0">
                <a:solidFill>
                  <a:schemeClr val="lt1"/>
                </a:solidFill>
                <a:latin typeface="Cabin"/>
                <a:ea typeface="Cabin"/>
                <a:cs typeface="Cabin"/>
                <a:sym typeface="Cabin"/>
              </a:rPr>
              <a:t>HashMap</a:t>
            </a:r>
          </a:p>
        </p:txBody>
      </p:sp>
      <p:sp>
        <p:nvSpPr>
          <p:cNvPr id="125" name="Shape 125"/>
          <p:cNvSpPr txBox="1"/>
          <p:nvPr/>
        </p:nvSpPr>
        <p:spPr>
          <a:xfrm>
            <a:off x="4459287" y="6311900"/>
            <a:ext cx="16287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Serialize</a:t>
            </a:r>
          </a:p>
        </p:txBody>
      </p:sp>
      <p:sp>
        <p:nvSpPr>
          <p:cNvPr id="126" name="Shape 126"/>
          <p:cNvSpPr txBox="1"/>
          <p:nvPr/>
        </p:nvSpPr>
        <p:spPr>
          <a:xfrm>
            <a:off x="6478587" y="3600450"/>
            <a:ext cx="3497261" cy="39878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4000" b="0" i="0" u="none" strike="noStrike" cap="none" baseline="0">
                <a:solidFill>
                  <a:srgbClr val="00FF00"/>
                </a:solidFill>
                <a:latin typeface="Cabin"/>
                <a:ea typeface="Cabin"/>
                <a:cs typeface="Cabin"/>
                <a:sym typeface="Cabin"/>
              </a:rPr>
              <a:t>{</a:t>
            </a:r>
          </a:p>
          <a:p>
            <a:pPr marL="0" marR="0" lvl="0" indent="0" algn="l" rtl="0">
              <a:lnSpc>
                <a:spcPct val="100000"/>
              </a:lnSpc>
              <a:spcBef>
                <a:spcPts val="0"/>
              </a:spcBef>
              <a:spcAft>
                <a:spcPts val="0"/>
              </a:spcAft>
              <a:buClr>
                <a:srgbClr val="00FF00"/>
              </a:buClr>
              <a:buSzPct val="25000"/>
              <a:buFont typeface="Cabin"/>
              <a:buNone/>
            </a:pPr>
            <a:r>
              <a:rPr lang="en-US" sz="4000" b="0" i="0" u="none" strike="noStrike" cap="none" baseline="0">
                <a:solidFill>
                  <a:srgbClr val="00FF00"/>
                </a:solidFill>
                <a:latin typeface="Cabin"/>
                <a:ea typeface="Cabin"/>
                <a:cs typeface="Cabin"/>
                <a:sym typeface="Cabin"/>
              </a:rPr>
              <a:t>  "name" :  </a:t>
            </a:r>
          </a:p>
          <a:p>
            <a:pPr marL="0" marR="0" lvl="0" indent="0" algn="l" rtl="0">
              <a:lnSpc>
                <a:spcPct val="100000"/>
              </a:lnSpc>
              <a:spcBef>
                <a:spcPts val="0"/>
              </a:spcBef>
              <a:spcAft>
                <a:spcPts val="0"/>
              </a:spcAft>
              <a:buClr>
                <a:srgbClr val="00FF00"/>
              </a:buClr>
              <a:buSzPct val="25000"/>
              <a:buFont typeface="Cabin"/>
              <a:buNone/>
            </a:pPr>
            <a:r>
              <a:rPr lang="en-US" sz="4000" b="0" i="0" u="none" strike="noStrike" cap="none" baseline="0">
                <a:solidFill>
                  <a:srgbClr val="00FF00"/>
                </a:solidFill>
                <a:latin typeface="Cabin"/>
                <a:ea typeface="Cabin"/>
                <a:cs typeface="Cabin"/>
                <a:sym typeface="Cabin"/>
              </a:rPr>
              <a:t>    "Chuck",</a:t>
            </a:r>
          </a:p>
          <a:p>
            <a:pPr marL="0" marR="0" lvl="0" indent="0" algn="l" rtl="0">
              <a:lnSpc>
                <a:spcPct val="100000"/>
              </a:lnSpc>
              <a:spcBef>
                <a:spcPts val="0"/>
              </a:spcBef>
              <a:spcAft>
                <a:spcPts val="0"/>
              </a:spcAft>
              <a:buClr>
                <a:srgbClr val="00FF00"/>
              </a:buClr>
              <a:buSzPct val="25000"/>
              <a:buFont typeface="Cabin"/>
              <a:buNone/>
            </a:pPr>
            <a:r>
              <a:rPr lang="en-US" sz="4000" b="0" i="0" u="none" strike="noStrike" cap="none" baseline="0">
                <a:solidFill>
                  <a:srgbClr val="00FF00"/>
                </a:solidFill>
                <a:latin typeface="Cabin"/>
                <a:ea typeface="Cabin"/>
                <a:cs typeface="Cabin"/>
                <a:sym typeface="Cabin"/>
              </a:rPr>
              <a:t>  "phone" : </a:t>
            </a:r>
          </a:p>
          <a:p>
            <a:pPr marL="0" marR="0" lvl="0" indent="0" algn="l" rtl="0">
              <a:lnSpc>
                <a:spcPct val="100000"/>
              </a:lnSpc>
              <a:spcBef>
                <a:spcPts val="0"/>
              </a:spcBef>
              <a:spcAft>
                <a:spcPts val="0"/>
              </a:spcAft>
              <a:buClr>
                <a:srgbClr val="00FF00"/>
              </a:buClr>
              <a:buSzPct val="25000"/>
              <a:buFont typeface="Cabin"/>
              <a:buNone/>
            </a:pPr>
            <a:r>
              <a:rPr lang="en-US" sz="4000" b="0" i="0" u="none" strike="noStrike" cap="none" baseline="0">
                <a:solidFill>
                  <a:srgbClr val="00FF00"/>
                </a:solidFill>
                <a:latin typeface="Cabin"/>
                <a:ea typeface="Cabin"/>
                <a:cs typeface="Cabin"/>
                <a:sym typeface="Cabin"/>
              </a:rPr>
              <a:t>     "303-4456"</a:t>
            </a:r>
          </a:p>
          <a:p>
            <a:pPr marL="0" marR="0" lvl="0" indent="0" algn="l" rtl="0">
              <a:lnSpc>
                <a:spcPct val="100000"/>
              </a:lnSpc>
              <a:spcBef>
                <a:spcPts val="0"/>
              </a:spcBef>
              <a:spcAft>
                <a:spcPts val="0"/>
              </a:spcAft>
              <a:buClr>
                <a:srgbClr val="00FF00"/>
              </a:buClr>
              <a:buSzPct val="25000"/>
              <a:buFont typeface="Cabin"/>
              <a:buNone/>
            </a:pPr>
            <a:r>
              <a:rPr lang="en-US" sz="4000" b="0" i="0" u="none" strike="noStrike" cap="none" baseline="0">
                <a:solidFill>
                  <a:srgbClr val="00FF00"/>
                </a:solidFill>
                <a:latin typeface="Cabin"/>
                <a:ea typeface="Cabin"/>
                <a:cs typeface="Cabin"/>
                <a:sym typeface="Cabin"/>
              </a:rPr>
              <a:t>}</a:t>
            </a:r>
          </a:p>
        </p:txBody>
      </p:sp>
      <p:sp>
        <p:nvSpPr>
          <p:cNvPr id="127" name="Shape 127"/>
          <p:cNvSpPr txBox="1"/>
          <p:nvPr/>
        </p:nvSpPr>
        <p:spPr>
          <a:xfrm>
            <a:off x="9453375" y="4216400"/>
            <a:ext cx="25892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De-Serialize</a:t>
            </a:r>
          </a:p>
        </p:txBody>
      </p:sp>
      <p:sp>
        <p:nvSpPr>
          <p:cNvPr id="128" name="Shape 128"/>
          <p:cNvSpPr txBox="1"/>
          <p:nvPr/>
        </p:nvSpPr>
        <p:spPr>
          <a:xfrm>
            <a:off x="14250987" y="8128000"/>
            <a:ext cx="1171575"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JSON</a:t>
            </a:r>
          </a:p>
        </p:txBody>
      </p:sp>
      <p:sp>
        <p:nvSpPr>
          <p:cNvPr id="129" name="Shape 129"/>
          <p:cNvSpPr/>
          <p:nvPr/>
        </p:nvSpPr>
        <p:spPr>
          <a:xfrm>
            <a:off x="4635500" y="4965700"/>
            <a:ext cx="1269899" cy="1269899"/>
          </a:xfrm>
          <a:prstGeom prst="rightArrow">
            <a:avLst>
              <a:gd name="adj1" fmla="val 38114"/>
              <a:gd name="adj2" fmla="val 19928"/>
            </a:avLst>
          </a:prstGeom>
          <a:blipFill rotWithShape="1">
            <a:blip r:embed="rId3">
              <a:alphaModFix/>
            </a:blip>
            <a:stretch>
              <a:fillRect/>
            </a:stretch>
          </a:blipFill>
          <a:ln>
            <a:noFill/>
          </a:ln>
        </p:spPr>
        <p:txBody>
          <a:bodyPr lIns="0" tIns="0" rIns="0" bIns="0" anchor="t" anchorCtr="0">
            <a:noAutofit/>
          </a:bodyPr>
          <a:lstStyle/>
          <a:p>
            <a:pPr marL="0" marR="0" lvl="0" indent="0" algn="ctr" rtl="0">
              <a:lnSpc>
                <a:spcPct val="100000"/>
              </a:lnSpc>
              <a:spcBef>
                <a:spcPts val="0"/>
              </a:spcBef>
              <a:spcAft>
                <a:spcPts val="0"/>
              </a:spcAft>
              <a:buNone/>
            </a:pPr>
            <a:endParaRPr/>
          </a:p>
        </p:txBody>
      </p:sp>
      <p:sp>
        <p:nvSpPr>
          <p:cNvPr id="130" name="Shape 130"/>
          <p:cNvSpPr/>
          <p:nvPr/>
        </p:nvSpPr>
        <p:spPr>
          <a:xfrm>
            <a:off x="10579150" y="4968125"/>
            <a:ext cx="1269899" cy="1269899"/>
          </a:xfrm>
          <a:prstGeom prst="rightArrow">
            <a:avLst>
              <a:gd name="adj1" fmla="val 38114"/>
              <a:gd name="adj2" fmla="val 19928"/>
            </a:avLst>
          </a:prstGeom>
          <a:blipFill rotWithShape="1">
            <a:blip r:embed="rId3">
              <a:alphaModFix/>
            </a:blip>
            <a:stretch>
              <a:fillRect/>
            </a:stretch>
          </a:blipFill>
          <a:ln>
            <a:noFill/>
          </a:ln>
        </p:spPr>
        <p:txBody>
          <a:bodyPr lIns="0" tIns="0" rIns="0" bIns="0" anchor="t" anchorCtr="0">
            <a:noAutofit/>
          </a:bodyPr>
          <a:lstStyle/>
          <a:p>
            <a:pPr marL="0" marR="0" lvl="0" indent="0" algn="ctr" rtl="0">
              <a:lnSpc>
                <a:spcPct val="100000"/>
              </a:lnSpc>
              <a:spcBef>
                <a:spcPts val="0"/>
              </a:spcBef>
              <a:spcAft>
                <a:spcPts val="0"/>
              </a:spcAft>
              <a:buNone/>
            </a:pPr>
            <a:endParaRPr/>
          </a:p>
        </p:txBody>
      </p:sp>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Shape 135"/>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b="0" i="0" u="none" strike="noStrike" cap="none" baseline="0">
                <a:solidFill>
                  <a:schemeClr val="lt1"/>
                </a:solidFill>
                <a:latin typeface="Cabin"/>
                <a:ea typeface="Cabin"/>
                <a:cs typeface="Cabin"/>
                <a:sym typeface="Cabin"/>
              </a:rPr>
              <a:t>XML </a:t>
            </a:r>
            <a:r>
              <a:rPr lang="en-US" sz="7600" b="0" i="0" u="none" strike="noStrike" cap="none" baseline="0">
                <a:solidFill>
                  <a:schemeClr val="lt1"/>
                </a:solidFill>
                <a:latin typeface="Arial"/>
                <a:ea typeface="Arial"/>
                <a:cs typeface="Arial"/>
                <a:sym typeface="Arial"/>
              </a:rPr>
              <a:t>“</a:t>
            </a:r>
            <a:r>
              <a:rPr lang="en-US" sz="7600" b="0" i="0" u="none" strike="noStrike" cap="none" baseline="0">
                <a:solidFill>
                  <a:schemeClr val="lt1"/>
                </a:solidFill>
                <a:latin typeface="Cabin"/>
                <a:ea typeface="Cabin"/>
                <a:cs typeface="Cabin"/>
                <a:sym typeface="Cabin"/>
              </a:rPr>
              <a:t>Elements</a:t>
            </a:r>
            <a:r>
              <a:rPr lang="en-US" sz="7600" b="0" i="0" u="none" strike="noStrike" cap="none" baseline="0">
                <a:solidFill>
                  <a:schemeClr val="lt1"/>
                </a:solidFill>
                <a:latin typeface="Arial"/>
                <a:ea typeface="Arial"/>
                <a:cs typeface="Arial"/>
                <a:sym typeface="Arial"/>
              </a:rPr>
              <a:t>”</a:t>
            </a:r>
            <a:r>
              <a:rPr lang="en-US" sz="7600" b="0" i="0" u="none" strike="noStrike" cap="none" baseline="0">
                <a:solidFill>
                  <a:schemeClr val="lt1"/>
                </a:solidFill>
                <a:latin typeface="Cabin"/>
                <a:ea typeface="Cabin"/>
                <a:cs typeface="Cabin"/>
                <a:sym typeface="Cabin"/>
              </a:rPr>
              <a:t> (or Nodes)</a:t>
            </a:r>
          </a:p>
        </p:txBody>
      </p:sp>
      <p:sp>
        <p:nvSpPr>
          <p:cNvPr id="136" name="Shape 136"/>
          <p:cNvSpPr txBox="1">
            <a:spLocks noGrp="1"/>
          </p:cNvSpPr>
          <p:nvPr>
            <p:ph type="body" idx="1"/>
          </p:nvPr>
        </p:nvSpPr>
        <p:spPr>
          <a:xfrm>
            <a:off x="1155700" y="2603500"/>
            <a:ext cx="4775200" cy="5702299"/>
          </a:xfrm>
          <a:prstGeom prst="rect">
            <a:avLst/>
          </a:prstGeom>
          <a:noFill/>
          <a:ln>
            <a:noFill/>
          </a:ln>
        </p:spPr>
        <p:txBody>
          <a:bodyPr lIns="38100" tIns="38100" rIns="38100" bIns="38100" anchor="ctr" anchorCtr="0">
            <a:noAutofit/>
          </a:bodyPr>
          <a:lstStyle/>
          <a:p>
            <a:pPr marL="749300" marR="0" lvl="0" indent="-533400" algn="l" rtl="0">
              <a:lnSpc>
                <a:spcPct val="100000"/>
              </a:lnSpc>
              <a:spcBef>
                <a:spcPts val="0"/>
              </a:spcBef>
              <a:spcAft>
                <a:spcPts val="0"/>
              </a:spcAft>
              <a:buClr>
                <a:srgbClr val="FFFF00"/>
              </a:buClr>
              <a:buSzPct val="171000"/>
              <a:buFont typeface="Cabin"/>
              <a:buChar char="•"/>
            </a:pPr>
            <a:r>
              <a:rPr lang="en-US" sz="3600" b="0" i="0" u="none" strike="noStrike" cap="none" baseline="0">
                <a:solidFill>
                  <a:srgbClr val="FFFF00"/>
                </a:solidFill>
                <a:latin typeface="Cabin"/>
                <a:ea typeface="Cabin"/>
                <a:cs typeface="Cabin"/>
                <a:sym typeface="Cabin"/>
              </a:rPr>
              <a:t>Simple Element</a:t>
            </a:r>
          </a:p>
          <a:p>
            <a:pPr marL="749300" marR="0" lvl="0" indent="-533400" algn="l" rtl="0">
              <a:lnSpc>
                <a:spcPct val="100000"/>
              </a:lnSpc>
              <a:spcBef>
                <a:spcPts val="3500"/>
              </a:spcBef>
              <a:spcAft>
                <a:spcPts val="0"/>
              </a:spcAft>
              <a:buClr>
                <a:srgbClr val="FF00FF"/>
              </a:buClr>
              <a:buSzPct val="171000"/>
              <a:buFont typeface="Cabin"/>
              <a:buChar char="•"/>
            </a:pPr>
            <a:r>
              <a:rPr lang="en-US" sz="3600" b="0" i="0" u="none" strike="noStrike" cap="none" baseline="0">
                <a:solidFill>
                  <a:srgbClr val="FF00FF"/>
                </a:solidFill>
                <a:latin typeface="Cabin"/>
                <a:ea typeface="Cabin"/>
                <a:cs typeface="Cabin"/>
                <a:sym typeface="Cabin"/>
              </a:rPr>
              <a:t>Complex Element</a:t>
            </a:r>
          </a:p>
        </p:txBody>
      </p:sp>
      <p:sp>
        <p:nvSpPr>
          <p:cNvPr id="137" name="Shape 137"/>
          <p:cNvSpPr txBox="1"/>
          <p:nvPr/>
        </p:nvSpPr>
        <p:spPr>
          <a:xfrm>
            <a:off x="7316786" y="2228850"/>
            <a:ext cx="7295999" cy="65786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4000" b="0" i="0" u="none" strike="noStrike" cap="none" baseline="0">
                <a:solidFill>
                  <a:srgbClr val="00FF00"/>
                </a:solidFill>
                <a:latin typeface="Cabin"/>
                <a:ea typeface="Cabin"/>
                <a:cs typeface="Cabin"/>
                <a:sym typeface="Cabin"/>
              </a:rPr>
              <a:t>&lt;people&gt;</a:t>
            </a:r>
          </a:p>
          <a:p>
            <a:pPr marL="0" marR="0" lvl="0" indent="0" algn="l" rtl="0">
              <a:lnSpc>
                <a:spcPct val="100000"/>
              </a:lnSpc>
              <a:spcBef>
                <a:spcPts val="0"/>
              </a:spcBef>
              <a:spcAft>
                <a:spcPts val="0"/>
              </a:spcAft>
              <a:buClr>
                <a:srgbClr val="00FF00"/>
              </a:buClr>
              <a:buSzPct val="25000"/>
              <a:buFont typeface="Cabin"/>
              <a:buNone/>
            </a:pPr>
            <a:r>
              <a:rPr lang="en-US" sz="4000" b="0" i="0" u="none" strike="noStrike" cap="none" baseline="0">
                <a:solidFill>
                  <a:srgbClr val="00FF00"/>
                </a:solidFill>
                <a:latin typeface="Cabin"/>
                <a:ea typeface="Cabin"/>
                <a:cs typeface="Cabin"/>
                <a:sym typeface="Cabin"/>
              </a:rPr>
              <a:t>    &lt;person&gt;</a:t>
            </a:r>
          </a:p>
          <a:p>
            <a:pPr marL="0" marR="0" lvl="0" indent="0" algn="l" rtl="0">
              <a:lnSpc>
                <a:spcPct val="100000"/>
              </a:lnSpc>
              <a:spcBef>
                <a:spcPts val="0"/>
              </a:spcBef>
              <a:spcAft>
                <a:spcPts val="0"/>
              </a:spcAft>
              <a:buClr>
                <a:srgbClr val="00FF00"/>
              </a:buClr>
              <a:buSzPct val="25000"/>
              <a:buFont typeface="Cabin"/>
              <a:buNone/>
            </a:pPr>
            <a:r>
              <a:rPr lang="en-US" sz="4000" b="0" i="0" u="none" strike="noStrike" cap="none" baseline="0">
                <a:solidFill>
                  <a:srgbClr val="00FF00"/>
                </a:solidFill>
                <a:latin typeface="Cabin"/>
                <a:ea typeface="Cabin"/>
                <a:cs typeface="Cabin"/>
                <a:sym typeface="Cabin"/>
              </a:rPr>
              <a:t>       </a:t>
            </a:r>
            <a:r>
              <a:rPr lang="en-US" sz="4000" b="0" i="0" u="none" strike="noStrike" cap="none" baseline="0">
                <a:solidFill>
                  <a:srgbClr val="FFFF00"/>
                </a:solidFill>
                <a:latin typeface="Cabin"/>
                <a:ea typeface="Cabin"/>
                <a:cs typeface="Cabin"/>
                <a:sym typeface="Cabin"/>
              </a:rPr>
              <a:t>&lt;name&gt;Chuck&lt;/name&gt;</a:t>
            </a:r>
          </a:p>
          <a:p>
            <a:pPr marL="0" marR="0" lvl="0" indent="0" algn="l" rtl="0">
              <a:lnSpc>
                <a:spcPct val="100000"/>
              </a:lnSpc>
              <a:spcBef>
                <a:spcPts val="0"/>
              </a:spcBef>
              <a:spcAft>
                <a:spcPts val="0"/>
              </a:spcAft>
              <a:buClr>
                <a:srgbClr val="FFFF00"/>
              </a:buClr>
              <a:buSzPct val="25000"/>
              <a:buFont typeface="Cabin"/>
              <a:buNone/>
            </a:pPr>
            <a:r>
              <a:rPr lang="en-US" sz="4000" b="0" i="0" u="none" strike="noStrike" cap="none" baseline="0">
                <a:solidFill>
                  <a:srgbClr val="FFFF00"/>
                </a:solidFill>
                <a:latin typeface="Cabin"/>
                <a:ea typeface="Cabin"/>
                <a:cs typeface="Cabin"/>
                <a:sym typeface="Cabin"/>
              </a:rPr>
              <a:t>       &lt;phone&gt;303 4456&lt;/phone&gt;</a:t>
            </a:r>
          </a:p>
          <a:p>
            <a:pPr marL="0" marR="0" lvl="0" indent="0" algn="l" rtl="0">
              <a:lnSpc>
                <a:spcPct val="100000"/>
              </a:lnSpc>
              <a:spcBef>
                <a:spcPts val="0"/>
              </a:spcBef>
              <a:spcAft>
                <a:spcPts val="0"/>
              </a:spcAft>
              <a:buClr>
                <a:srgbClr val="00FF00"/>
              </a:buClr>
              <a:buSzPct val="25000"/>
              <a:buFont typeface="Cabin"/>
              <a:buNone/>
            </a:pPr>
            <a:r>
              <a:rPr lang="en-US" sz="4000" b="0" i="0" u="none" strike="noStrike" cap="none" baseline="0">
                <a:solidFill>
                  <a:srgbClr val="00FF00"/>
                </a:solidFill>
                <a:latin typeface="Cabin"/>
                <a:ea typeface="Cabin"/>
                <a:cs typeface="Cabin"/>
                <a:sym typeface="Cabin"/>
              </a:rPr>
              <a:t>    &lt;/person&gt;</a:t>
            </a:r>
          </a:p>
          <a:p>
            <a:pPr marL="0" marR="0" lvl="0" indent="0" algn="l" rtl="0">
              <a:lnSpc>
                <a:spcPct val="100000"/>
              </a:lnSpc>
              <a:spcBef>
                <a:spcPts val="0"/>
              </a:spcBef>
              <a:spcAft>
                <a:spcPts val="0"/>
              </a:spcAft>
              <a:buClr>
                <a:srgbClr val="FF00FF"/>
              </a:buClr>
              <a:buSzPct val="25000"/>
              <a:buFont typeface="Cabin"/>
              <a:buNone/>
            </a:pPr>
            <a:r>
              <a:rPr lang="en-US" sz="4000" b="0" i="0" u="none" strike="noStrike" cap="none" baseline="0">
                <a:solidFill>
                  <a:srgbClr val="FF00FF"/>
                </a:solidFill>
                <a:latin typeface="Cabin"/>
                <a:ea typeface="Cabin"/>
                <a:cs typeface="Cabin"/>
                <a:sym typeface="Cabin"/>
              </a:rPr>
              <a:t>    &lt;person&gt;</a:t>
            </a:r>
          </a:p>
          <a:p>
            <a:pPr marL="0" marR="0" lvl="0" indent="0" algn="l" rtl="0">
              <a:lnSpc>
                <a:spcPct val="100000"/>
              </a:lnSpc>
              <a:spcBef>
                <a:spcPts val="0"/>
              </a:spcBef>
              <a:spcAft>
                <a:spcPts val="0"/>
              </a:spcAft>
              <a:buClr>
                <a:srgbClr val="FF00FF"/>
              </a:buClr>
              <a:buSzPct val="25000"/>
              <a:buFont typeface="Cabin"/>
              <a:buNone/>
            </a:pPr>
            <a:r>
              <a:rPr lang="en-US" sz="4000" b="0" i="0" u="none" strike="noStrike" cap="none" baseline="0">
                <a:solidFill>
                  <a:srgbClr val="FF00FF"/>
                </a:solidFill>
                <a:latin typeface="Cabin"/>
                <a:ea typeface="Cabin"/>
                <a:cs typeface="Cabin"/>
                <a:sym typeface="Cabin"/>
              </a:rPr>
              <a:t>       &lt;name&gt;Noah&lt;/name&gt;</a:t>
            </a:r>
          </a:p>
          <a:p>
            <a:pPr marL="0" marR="0" lvl="0" indent="0" algn="l" rtl="0">
              <a:lnSpc>
                <a:spcPct val="100000"/>
              </a:lnSpc>
              <a:spcBef>
                <a:spcPts val="0"/>
              </a:spcBef>
              <a:spcAft>
                <a:spcPts val="0"/>
              </a:spcAft>
              <a:buClr>
                <a:srgbClr val="FF00FF"/>
              </a:buClr>
              <a:buSzPct val="25000"/>
              <a:buFont typeface="Cabin"/>
              <a:buNone/>
            </a:pPr>
            <a:r>
              <a:rPr lang="en-US" sz="4000" b="0" i="0" u="none" strike="noStrike" cap="none" baseline="0">
                <a:solidFill>
                  <a:srgbClr val="FF00FF"/>
                </a:solidFill>
                <a:latin typeface="Cabin"/>
                <a:ea typeface="Cabin"/>
                <a:cs typeface="Cabin"/>
                <a:sym typeface="Cabin"/>
              </a:rPr>
              <a:t>       &lt;phone&gt;622 7421&lt;/phone&gt;</a:t>
            </a:r>
          </a:p>
          <a:p>
            <a:pPr marL="0" marR="0" lvl="0" indent="0" algn="l" rtl="0">
              <a:lnSpc>
                <a:spcPct val="100000"/>
              </a:lnSpc>
              <a:spcBef>
                <a:spcPts val="0"/>
              </a:spcBef>
              <a:spcAft>
                <a:spcPts val="0"/>
              </a:spcAft>
              <a:buClr>
                <a:srgbClr val="FF00FF"/>
              </a:buClr>
              <a:buSzPct val="25000"/>
              <a:buFont typeface="Cabin"/>
              <a:buNone/>
            </a:pPr>
            <a:r>
              <a:rPr lang="en-US" sz="4000" b="0" i="0" u="none" strike="noStrike" cap="none" baseline="0">
                <a:solidFill>
                  <a:srgbClr val="FF00FF"/>
                </a:solidFill>
                <a:latin typeface="Cabin"/>
                <a:ea typeface="Cabin"/>
                <a:cs typeface="Cabin"/>
                <a:sym typeface="Cabin"/>
              </a:rPr>
              <a:t>    &lt;/person&gt;</a:t>
            </a:r>
          </a:p>
          <a:p>
            <a:pPr marL="0" marR="0" lvl="0" indent="0" algn="l" rtl="0">
              <a:lnSpc>
                <a:spcPct val="100000"/>
              </a:lnSpc>
              <a:spcBef>
                <a:spcPts val="0"/>
              </a:spcBef>
              <a:spcAft>
                <a:spcPts val="0"/>
              </a:spcAft>
              <a:buClr>
                <a:srgbClr val="00FF00"/>
              </a:buClr>
              <a:buSzPct val="25000"/>
              <a:buFont typeface="Cabin"/>
              <a:buNone/>
            </a:pPr>
            <a:r>
              <a:rPr lang="en-US" sz="4000" b="0" i="0" u="none" strike="noStrike" cap="none" baseline="0">
                <a:solidFill>
                  <a:srgbClr val="00FF00"/>
                </a:solidFill>
                <a:latin typeface="Cabin"/>
                <a:ea typeface="Cabin"/>
                <a:cs typeface="Cabin"/>
                <a:sym typeface="Cabin"/>
              </a:rPr>
              <a:t>&lt;/people&gt;</a:t>
            </a:r>
          </a:p>
        </p:txBody>
      </p:sp>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Shape 142"/>
          <p:cNvSpPr txBox="1">
            <a:spLocks noGrp="1"/>
          </p:cNvSpPr>
          <p:nvPr>
            <p:ph type="title"/>
          </p:nvPr>
        </p:nvSpPr>
        <p:spPr>
          <a:xfrm>
            <a:off x="1155700" y="1536700"/>
            <a:ext cx="13931900" cy="308609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XML</a:t>
            </a:r>
          </a:p>
        </p:txBody>
      </p:sp>
      <p:sp>
        <p:nvSpPr>
          <p:cNvPr id="143" name="Shape 143"/>
          <p:cNvSpPr txBox="1">
            <a:spLocks noGrp="1"/>
          </p:cNvSpPr>
          <p:nvPr>
            <p:ph type="body" idx="1"/>
          </p:nvPr>
        </p:nvSpPr>
        <p:spPr>
          <a:xfrm>
            <a:off x="1155700" y="4711700"/>
            <a:ext cx="13931900" cy="1054100"/>
          </a:xfrm>
          <a:prstGeom prst="rect">
            <a:avLst/>
          </a:prstGeom>
          <a:noFill/>
          <a:ln>
            <a:noFill/>
          </a:ln>
        </p:spPr>
        <p:txBody>
          <a:bodyPr lIns="38100" tIns="38100" rIns="38100" bIns="38100" anchor="t"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Marking up data to send across the network...</a:t>
            </a:r>
          </a:p>
        </p:txBody>
      </p:sp>
      <p:sp>
        <p:nvSpPr>
          <p:cNvPr id="144" name="Shape 144"/>
          <p:cNvSpPr txBox="1"/>
          <p:nvPr/>
        </p:nvSpPr>
        <p:spPr>
          <a:xfrm>
            <a:off x="4673600" y="8204200"/>
            <a:ext cx="68955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sng" strike="noStrike" cap="none" baseline="0">
                <a:solidFill>
                  <a:srgbClr val="FFFF00"/>
                </a:solidFill>
                <a:latin typeface="Cabin"/>
                <a:ea typeface="Cabin"/>
                <a:cs typeface="Cabin"/>
                <a:sym typeface="Cabin"/>
                <a:hlinkClick r:id="rId3"/>
              </a:rPr>
              <a:t>http://en.wikipedia.org/wiki/XML</a:t>
            </a:r>
          </a:p>
        </p:txBody>
      </p:sp>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Shape 149"/>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eXtensible Markup Language</a:t>
            </a:r>
          </a:p>
        </p:txBody>
      </p:sp>
      <p:sp>
        <p:nvSpPr>
          <p:cNvPr id="150" name="Shape 150"/>
          <p:cNvSpPr txBox="1">
            <a:spLocks noGrp="1"/>
          </p:cNvSpPr>
          <p:nvPr>
            <p:ph type="body" idx="1"/>
          </p:nvPr>
        </p:nvSpPr>
        <p:spPr>
          <a:xfrm>
            <a:off x="1155700" y="2603500"/>
            <a:ext cx="13932000" cy="4260900"/>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Primary purpose is to help information systems </a:t>
            </a:r>
            <a:r>
              <a:rPr lang="en-US" sz="3600" b="0" i="0" u="none" strike="noStrike" cap="none" baseline="0">
                <a:solidFill>
                  <a:srgbClr val="00FF00"/>
                </a:solidFill>
                <a:latin typeface="Cabin"/>
                <a:ea typeface="Cabin"/>
                <a:cs typeface="Cabin"/>
                <a:sym typeface="Cabin"/>
              </a:rPr>
              <a:t>share structured data</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It started as a simplified subset of the Standard Generalized Markup Language (SGML), and is designed to be relatively human-legible</a:t>
            </a:r>
          </a:p>
        </p:txBody>
      </p:sp>
      <p:sp>
        <p:nvSpPr>
          <p:cNvPr id="151" name="Shape 151"/>
          <p:cNvSpPr txBox="1"/>
          <p:nvPr/>
        </p:nvSpPr>
        <p:spPr>
          <a:xfrm>
            <a:off x="4736025" y="8204200"/>
            <a:ext cx="67451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sng" strike="noStrike" cap="none" baseline="0">
                <a:solidFill>
                  <a:srgbClr val="FFFF00"/>
                </a:solidFill>
                <a:latin typeface="Cabin"/>
                <a:ea typeface="Cabin"/>
                <a:cs typeface="Cabin"/>
                <a:sym typeface="Cabin"/>
                <a:hlinkClick r:id="rId3"/>
              </a:rPr>
              <a:t>http://en.wikipedia.org/wiki/XML</a:t>
            </a:r>
          </a:p>
        </p:txBody>
      </p:sp>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b="0" i="0" u="none" strike="noStrike" cap="none" baseline="0">
                <a:solidFill>
                  <a:schemeClr val="lt1"/>
                </a:solidFill>
                <a:latin typeface="Cabin"/>
                <a:ea typeface="Cabin"/>
                <a:cs typeface="Cabin"/>
                <a:sym typeface="Cabin"/>
              </a:rPr>
              <a:t>XML Basics</a:t>
            </a:r>
          </a:p>
        </p:txBody>
      </p:sp>
      <p:sp>
        <p:nvSpPr>
          <p:cNvPr id="157" name="Shape 157"/>
          <p:cNvSpPr txBox="1">
            <a:spLocks noGrp="1"/>
          </p:cNvSpPr>
          <p:nvPr>
            <p:ph type="body" idx="1"/>
          </p:nvPr>
        </p:nvSpPr>
        <p:spPr>
          <a:xfrm>
            <a:off x="1155700" y="2603500"/>
            <a:ext cx="4597399" cy="5702299"/>
          </a:xfrm>
          <a:prstGeom prst="rect">
            <a:avLst/>
          </a:prstGeom>
          <a:noFill/>
          <a:ln>
            <a:noFill/>
          </a:ln>
        </p:spPr>
        <p:txBody>
          <a:bodyPr lIns="38100" tIns="38100" rIns="38100" bIns="38100" anchor="ctr" anchorCtr="0">
            <a:noAutofit/>
          </a:bodyPr>
          <a:lstStyle/>
          <a:p>
            <a:pPr marL="749300" marR="0" lvl="0" indent="-533400" algn="l" rtl="0">
              <a:lnSpc>
                <a:spcPct val="100000"/>
              </a:lnSpc>
              <a:spcBef>
                <a:spcPts val="0"/>
              </a:spcBef>
              <a:spcAft>
                <a:spcPts val="0"/>
              </a:spcAft>
              <a:buClr>
                <a:srgbClr val="00FF00"/>
              </a:buClr>
              <a:buSzPct val="171000"/>
              <a:buFont typeface="Cabin"/>
              <a:buChar char="•"/>
            </a:pPr>
            <a:r>
              <a:rPr lang="en-US" sz="3600" b="0" i="0" u="none" strike="noStrike" cap="none" baseline="0">
                <a:solidFill>
                  <a:srgbClr val="00FF00"/>
                </a:solidFill>
                <a:latin typeface="Cabin"/>
                <a:ea typeface="Cabin"/>
                <a:cs typeface="Cabin"/>
                <a:sym typeface="Cabin"/>
              </a:rPr>
              <a:t>Start Tag</a:t>
            </a:r>
          </a:p>
          <a:p>
            <a:pPr marL="749300" marR="0" lvl="0" indent="-533400" algn="l" rtl="0">
              <a:lnSpc>
                <a:spcPct val="100000"/>
              </a:lnSpc>
              <a:spcBef>
                <a:spcPts val="3500"/>
              </a:spcBef>
              <a:spcAft>
                <a:spcPts val="0"/>
              </a:spcAft>
              <a:buClr>
                <a:srgbClr val="FFFF00"/>
              </a:buClr>
              <a:buSzPct val="171000"/>
              <a:buFont typeface="Cabin"/>
              <a:buChar char="•"/>
            </a:pPr>
            <a:r>
              <a:rPr lang="en-US" sz="3600" b="0" i="0" u="none" strike="noStrike" cap="none" baseline="0">
                <a:solidFill>
                  <a:srgbClr val="FFFF00"/>
                </a:solidFill>
                <a:latin typeface="Cabin"/>
                <a:ea typeface="Cabin"/>
                <a:cs typeface="Cabin"/>
                <a:sym typeface="Cabin"/>
              </a:rPr>
              <a:t>End Tag</a:t>
            </a:r>
          </a:p>
          <a:p>
            <a:pPr marL="749300" marR="0" lvl="0" indent="-533400" algn="l" rtl="0">
              <a:lnSpc>
                <a:spcPct val="100000"/>
              </a:lnSpc>
              <a:spcBef>
                <a:spcPts val="3500"/>
              </a:spcBef>
              <a:spcAft>
                <a:spcPts val="0"/>
              </a:spcAft>
              <a:buClr>
                <a:schemeClr val="lt1"/>
              </a:buClr>
              <a:buSzPct val="171000"/>
              <a:buFont typeface="Cabin"/>
              <a:buChar char="•"/>
            </a:pPr>
            <a:r>
              <a:rPr lang="en-US" sz="3600" b="0" i="0" u="none" strike="noStrike" cap="none" baseline="0">
                <a:solidFill>
                  <a:schemeClr val="lt1"/>
                </a:solidFill>
                <a:latin typeface="Cabin"/>
                <a:ea typeface="Cabin"/>
                <a:cs typeface="Cabin"/>
                <a:sym typeface="Cabin"/>
              </a:rPr>
              <a:t>Text Content</a:t>
            </a:r>
          </a:p>
          <a:p>
            <a:pPr marL="749300" marR="0" lvl="0" indent="-533400" algn="l" rtl="0">
              <a:lnSpc>
                <a:spcPct val="100000"/>
              </a:lnSpc>
              <a:spcBef>
                <a:spcPts val="3500"/>
              </a:spcBef>
              <a:spcAft>
                <a:spcPts val="0"/>
              </a:spcAft>
              <a:buClr>
                <a:srgbClr val="FF7F00"/>
              </a:buClr>
              <a:buSzPct val="171000"/>
              <a:buFont typeface="Cabin"/>
              <a:buChar char="•"/>
            </a:pPr>
            <a:r>
              <a:rPr lang="en-US" sz="3600" b="0" i="0" u="none" strike="noStrike" cap="none" baseline="0">
                <a:solidFill>
                  <a:srgbClr val="FF7F00"/>
                </a:solidFill>
                <a:latin typeface="Cabin"/>
                <a:ea typeface="Cabin"/>
                <a:cs typeface="Cabin"/>
                <a:sym typeface="Cabin"/>
              </a:rPr>
              <a:t>Attribute</a:t>
            </a:r>
          </a:p>
          <a:p>
            <a:pPr marL="749300" marR="0" lvl="0" indent="-533400" algn="l" rtl="0">
              <a:lnSpc>
                <a:spcPct val="100000"/>
              </a:lnSpc>
              <a:spcBef>
                <a:spcPts val="3500"/>
              </a:spcBef>
              <a:spcAft>
                <a:spcPts val="0"/>
              </a:spcAft>
              <a:buClr>
                <a:srgbClr val="FF00FF"/>
              </a:buClr>
              <a:buSzPct val="171000"/>
              <a:buFont typeface="Cabin"/>
              <a:buChar char="•"/>
            </a:pPr>
            <a:r>
              <a:rPr lang="en-US" sz="3600" b="0" i="0" u="none" strike="noStrike" cap="none" baseline="0">
                <a:solidFill>
                  <a:srgbClr val="FF00FF"/>
                </a:solidFill>
                <a:latin typeface="Cabin"/>
                <a:ea typeface="Cabin"/>
                <a:cs typeface="Cabin"/>
                <a:sym typeface="Cabin"/>
              </a:rPr>
              <a:t>Self Closing Tag</a:t>
            </a:r>
          </a:p>
        </p:txBody>
      </p:sp>
      <p:sp>
        <p:nvSpPr>
          <p:cNvPr id="158" name="Shape 158"/>
          <p:cNvSpPr txBox="1"/>
          <p:nvPr/>
        </p:nvSpPr>
        <p:spPr>
          <a:xfrm>
            <a:off x="8332774" y="3136900"/>
            <a:ext cx="6394799" cy="46355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4500" b="0" i="0" u="none" strike="noStrike" cap="none" baseline="0">
                <a:solidFill>
                  <a:srgbClr val="00FF00"/>
                </a:solidFill>
                <a:latin typeface="Cabin"/>
                <a:ea typeface="Cabin"/>
                <a:cs typeface="Cabin"/>
                <a:sym typeface="Cabin"/>
              </a:rPr>
              <a:t>&lt;person&gt;</a:t>
            </a:r>
          </a:p>
          <a:p>
            <a:pPr marL="0" marR="0" lvl="0" indent="0" algn="l" rtl="0">
              <a:lnSpc>
                <a:spcPct val="100000"/>
              </a:lnSpc>
              <a:spcBef>
                <a:spcPts val="0"/>
              </a:spcBef>
              <a:spcAft>
                <a:spcPts val="0"/>
              </a:spcAft>
              <a:buClr>
                <a:schemeClr val="lt1"/>
              </a:buClr>
              <a:buSzPct val="25000"/>
              <a:buFont typeface="Cabin"/>
              <a:buNone/>
            </a:pPr>
            <a:r>
              <a:rPr lang="en-US" sz="4500" b="0" i="0" u="none" strike="noStrike" cap="none" baseline="0">
                <a:solidFill>
                  <a:schemeClr val="lt1"/>
                </a:solidFill>
                <a:latin typeface="Cabin"/>
                <a:ea typeface="Cabin"/>
                <a:cs typeface="Cabin"/>
                <a:sym typeface="Cabin"/>
              </a:rPr>
              <a:t>  </a:t>
            </a:r>
            <a:r>
              <a:rPr lang="en-US" sz="4500" b="0" i="0" u="none" strike="noStrike" cap="none" baseline="0">
                <a:solidFill>
                  <a:srgbClr val="00FF00"/>
                </a:solidFill>
                <a:latin typeface="Cabin"/>
                <a:ea typeface="Cabin"/>
                <a:cs typeface="Cabin"/>
                <a:sym typeface="Cabin"/>
              </a:rPr>
              <a:t>&lt;name&gt;</a:t>
            </a:r>
            <a:r>
              <a:rPr lang="en-US" sz="4500" b="0" i="0" u="none" strike="noStrike" cap="none" baseline="0">
                <a:solidFill>
                  <a:schemeClr val="lt1"/>
                </a:solidFill>
                <a:latin typeface="Cabin"/>
                <a:ea typeface="Cabin"/>
                <a:cs typeface="Cabin"/>
                <a:sym typeface="Cabin"/>
              </a:rPr>
              <a:t>Chuck</a:t>
            </a:r>
            <a:r>
              <a:rPr lang="en-US" sz="4500" b="0" i="0" u="none" strike="noStrike" cap="none" baseline="0">
                <a:solidFill>
                  <a:srgbClr val="FFFF00"/>
                </a:solidFill>
                <a:latin typeface="Cabin"/>
                <a:ea typeface="Cabin"/>
                <a:cs typeface="Cabin"/>
                <a:sym typeface="Cabin"/>
              </a:rPr>
              <a:t>&lt;/name&gt;</a:t>
            </a:r>
          </a:p>
          <a:p>
            <a:pPr marL="0" marR="0" lvl="0" indent="0" algn="l" rtl="0">
              <a:lnSpc>
                <a:spcPct val="100000"/>
              </a:lnSpc>
              <a:spcBef>
                <a:spcPts val="0"/>
              </a:spcBef>
              <a:spcAft>
                <a:spcPts val="0"/>
              </a:spcAft>
              <a:buClr>
                <a:schemeClr val="lt1"/>
              </a:buClr>
              <a:buSzPct val="25000"/>
              <a:buFont typeface="Cabin"/>
              <a:buNone/>
            </a:pPr>
            <a:r>
              <a:rPr lang="en-US" sz="4500" b="0" i="0" u="none" strike="noStrike" cap="none" baseline="0">
                <a:solidFill>
                  <a:schemeClr val="lt1"/>
                </a:solidFill>
                <a:latin typeface="Cabin"/>
                <a:ea typeface="Cabin"/>
                <a:cs typeface="Cabin"/>
                <a:sym typeface="Cabin"/>
              </a:rPr>
              <a:t>  </a:t>
            </a:r>
            <a:r>
              <a:rPr lang="en-US" sz="4500" b="0" i="0" u="none" strike="noStrike" cap="none" baseline="0">
                <a:solidFill>
                  <a:srgbClr val="00FF00"/>
                </a:solidFill>
                <a:latin typeface="Cabin"/>
                <a:ea typeface="Cabin"/>
                <a:cs typeface="Cabin"/>
                <a:sym typeface="Cabin"/>
              </a:rPr>
              <a:t>&lt;phone </a:t>
            </a:r>
            <a:r>
              <a:rPr lang="en-US" sz="4500" b="0" i="0" u="none" strike="noStrike" cap="none" baseline="0">
                <a:solidFill>
                  <a:srgbClr val="FF7F00"/>
                </a:solidFill>
                <a:latin typeface="Cabin"/>
                <a:ea typeface="Cabin"/>
                <a:cs typeface="Cabin"/>
                <a:sym typeface="Cabin"/>
              </a:rPr>
              <a:t>type=</a:t>
            </a:r>
            <a:r>
              <a:rPr lang="en-US" sz="4500">
                <a:solidFill>
                  <a:srgbClr val="FF7F00"/>
                </a:solidFill>
              </a:rPr>
              <a:t>"</a:t>
            </a:r>
            <a:r>
              <a:rPr lang="en-US" sz="4500" b="0" i="0" u="none" strike="noStrike" cap="none" baseline="0">
                <a:solidFill>
                  <a:srgbClr val="FF7F00"/>
                </a:solidFill>
                <a:latin typeface="Cabin"/>
                <a:ea typeface="Cabin"/>
                <a:cs typeface="Cabin"/>
                <a:sym typeface="Cabin"/>
              </a:rPr>
              <a:t>intl</a:t>
            </a:r>
            <a:r>
              <a:rPr lang="en-US" sz="4500">
                <a:solidFill>
                  <a:srgbClr val="FF7F00"/>
                </a:solidFill>
              </a:rPr>
              <a:t>"</a:t>
            </a:r>
            <a:r>
              <a:rPr lang="en-US" sz="4500" b="0" i="0" u="none" strike="noStrike" cap="none" baseline="0">
                <a:solidFill>
                  <a:srgbClr val="00FF00"/>
                </a:solidFill>
                <a:latin typeface="Cabin"/>
                <a:ea typeface="Cabin"/>
                <a:cs typeface="Cabin"/>
                <a:sym typeface="Cabin"/>
              </a:rPr>
              <a:t>&gt;</a:t>
            </a:r>
          </a:p>
          <a:p>
            <a:pPr marL="0" marR="0" lvl="0" indent="0" algn="l" rtl="0">
              <a:lnSpc>
                <a:spcPct val="100000"/>
              </a:lnSpc>
              <a:spcBef>
                <a:spcPts val="0"/>
              </a:spcBef>
              <a:spcAft>
                <a:spcPts val="0"/>
              </a:spcAft>
              <a:buClr>
                <a:schemeClr val="lt1"/>
              </a:buClr>
              <a:buSzPct val="25000"/>
              <a:buFont typeface="Cabin"/>
              <a:buNone/>
            </a:pPr>
            <a:r>
              <a:rPr lang="en-US" sz="4500" b="0" i="0" u="none" strike="noStrike" cap="none" baseline="0">
                <a:solidFill>
                  <a:schemeClr val="lt1"/>
                </a:solidFill>
                <a:latin typeface="Cabin"/>
                <a:ea typeface="Cabin"/>
                <a:cs typeface="Cabin"/>
                <a:sym typeface="Cabin"/>
              </a:rPr>
              <a:t>     +1 734 303 4456</a:t>
            </a:r>
          </a:p>
          <a:p>
            <a:pPr marL="0" marR="0" lvl="0" indent="0" algn="l" rtl="0">
              <a:lnSpc>
                <a:spcPct val="100000"/>
              </a:lnSpc>
              <a:spcBef>
                <a:spcPts val="0"/>
              </a:spcBef>
              <a:spcAft>
                <a:spcPts val="0"/>
              </a:spcAft>
              <a:buClr>
                <a:schemeClr val="lt1"/>
              </a:buClr>
              <a:buSzPct val="25000"/>
              <a:buFont typeface="Cabin"/>
              <a:buNone/>
            </a:pPr>
            <a:r>
              <a:rPr lang="en-US" sz="4500" b="0" i="0" u="none" strike="noStrike" cap="none" baseline="0">
                <a:solidFill>
                  <a:schemeClr val="lt1"/>
                </a:solidFill>
                <a:latin typeface="Cabin"/>
                <a:ea typeface="Cabin"/>
                <a:cs typeface="Cabin"/>
                <a:sym typeface="Cabin"/>
              </a:rPr>
              <a:t>   </a:t>
            </a:r>
            <a:r>
              <a:rPr lang="en-US" sz="4500" b="0" i="0" u="none" strike="noStrike" cap="none" baseline="0">
                <a:solidFill>
                  <a:srgbClr val="FFFF00"/>
                </a:solidFill>
                <a:latin typeface="Cabin"/>
                <a:ea typeface="Cabin"/>
                <a:cs typeface="Cabin"/>
                <a:sym typeface="Cabin"/>
              </a:rPr>
              <a:t>&lt;/phone&gt;</a:t>
            </a:r>
          </a:p>
          <a:p>
            <a:pPr marL="0" marR="0" lvl="0" indent="0" algn="l" rtl="0">
              <a:lnSpc>
                <a:spcPct val="100000"/>
              </a:lnSpc>
              <a:spcBef>
                <a:spcPts val="0"/>
              </a:spcBef>
              <a:spcAft>
                <a:spcPts val="0"/>
              </a:spcAft>
              <a:buClr>
                <a:schemeClr val="lt1"/>
              </a:buClr>
              <a:buSzPct val="25000"/>
              <a:buFont typeface="Cabin"/>
              <a:buNone/>
            </a:pPr>
            <a:r>
              <a:rPr lang="en-US" sz="4500" b="0" i="0" u="none" strike="noStrike" cap="none" baseline="0">
                <a:solidFill>
                  <a:schemeClr val="lt1"/>
                </a:solidFill>
                <a:latin typeface="Cabin"/>
                <a:ea typeface="Cabin"/>
                <a:cs typeface="Cabin"/>
                <a:sym typeface="Cabin"/>
              </a:rPr>
              <a:t>   </a:t>
            </a:r>
            <a:r>
              <a:rPr lang="en-US" sz="4500" b="0" i="0" u="none" strike="noStrike" cap="none" baseline="0">
                <a:solidFill>
                  <a:srgbClr val="FF00FF"/>
                </a:solidFill>
                <a:latin typeface="Cabin"/>
                <a:ea typeface="Cabin"/>
                <a:cs typeface="Cabin"/>
                <a:sym typeface="Cabin"/>
              </a:rPr>
              <a:t>&lt;email</a:t>
            </a:r>
            <a:r>
              <a:rPr lang="en-US" sz="4500" b="0" i="0" u="none" strike="noStrike" cap="none" baseline="0">
                <a:solidFill>
                  <a:schemeClr val="lt1"/>
                </a:solidFill>
                <a:latin typeface="Cabin"/>
                <a:ea typeface="Cabin"/>
                <a:cs typeface="Cabin"/>
                <a:sym typeface="Cabin"/>
              </a:rPr>
              <a:t> </a:t>
            </a:r>
            <a:r>
              <a:rPr lang="en-US" sz="4500" b="0" i="0" u="none" strike="noStrike" cap="none" baseline="0">
                <a:solidFill>
                  <a:srgbClr val="FF7F00"/>
                </a:solidFill>
                <a:latin typeface="Cabin"/>
                <a:ea typeface="Cabin"/>
                <a:cs typeface="Cabin"/>
                <a:sym typeface="Cabin"/>
              </a:rPr>
              <a:t>hide=</a:t>
            </a:r>
            <a:r>
              <a:rPr lang="en-US" sz="4500">
                <a:solidFill>
                  <a:srgbClr val="FF7F00"/>
                </a:solidFill>
              </a:rPr>
              <a:t>"</a:t>
            </a:r>
            <a:r>
              <a:rPr lang="en-US" sz="4500" b="0" i="0" u="none" strike="noStrike" cap="none" baseline="0">
                <a:solidFill>
                  <a:srgbClr val="FF7F00"/>
                </a:solidFill>
                <a:latin typeface="Cabin"/>
                <a:ea typeface="Cabin"/>
                <a:cs typeface="Cabin"/>
                <a:sym typeface="Cabin"/>
              </a:rPr>
              <a:t>yes</a:t>
            </a:r>
            <a:r>
              <a:rPr lang="en-US" sz="4500">
                <a:solidFill>
                  <a:srgbClr val="FF7F00"/>
                </a:solidFill>
              </a:rPr>
              <a:t>"</a:t>
            </a:r>
            <a:r>
              <a:rPr lang="en-US" sz="4500" b="0" i="0" u="none" strike="noStrike" cap="none" baseline="0">
                <a:solidFill>
                  <a:schemeClr val="lt1"/>
                </a:solidFill>
                <a:latin typeface="Cabin"/>
                <a:ea typeface="Cabin"/>
                <a:cs typeface="Cabin"/>
                <a:sym typeface="Cabin"/>
              </a:rPr>
              <a:t> </a:t>
            </a:r>
            <a:r>
              <a:rPr lang="en-US" sz="4500" b="0" i="0" u="none" strike="noStrike" cap="none" baseline="0">
                <a:solidFill>
                  <a:srgbClr val="FF00FF"/>
                </a:solidFill>
                <a:latin typeface="Cabin"/>
                <a:ea typeface="Cabin"/>
                <a:cs typeface="Cabin"/>
                <a:sym typeface="Cabin"/>
              </a:rPr>
              <a:t>/&gt;</a:t>
            </a:r>
          </a:p>
          <a:p>
            <a:pPr marL="0" marR="0" lvl="0" indent="0" algn="l" rtl="0">
              <a:lnSpc>
                <a:spcPct val="100000"/>
              </a:lnSpc>
              <a:spcBef>
                <a:spcPts val="0"/>
              </a:spcBef>
              <a:spcAft>
                <a:spcPts val="0"/>
              </a:spcAft>
              <a:buClr>
                <a:srgbClr val="FFFF00"/>
              </a:buClr>
              <a:buSzPct val="25000"/>
              <a:buFont typeface="Cabin"/>
              <a:buNone/>
            </a:pPr>
            <a:r>
              <a:rPr lang="en-US" sz="4500" b="0" i="0" u="none" strike="noStrike" cap="none" baseline="0">
                <a:solidFill>
                  <a:srgbClr val="FFFF00"/>
                </a:solidFill>
                <a:latin typeface="Cabin"/>
                <a:ea typeface="Cabin"/>
                <a:cs typeface="Cabin"/>
                <a:sym typeface="Cabin"/>
              </a:rPr>
              <a:t>&lt;/person&gt;</a:t>
            </a:r>
          </a:p>
        </p:txBody>
      </p:sp>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Shape 163"/>
          <p:cNvSpPr txBox="1">
            <a:spLocks noGrp="1"/>
          </p:cNvSpPr>
          <p:nvPr>
            <p:ph type="title"/>
          </p:nvPr>
        </p:nvSpPr>
        <p:spPr>
          <a:xfrm>
            <a:off x="8597900" y="241300"/>
            <a:ext cx="72263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b="0" i="0" u="none" strike="noStrike" cap="none" baseline="0">
                <a:solidFill>
                  <a:schemeClr val="lt1"/>
                </a:solidFill>
                <a:latin typeface="Cabin"/>
                <a:ea typeface="Cabin"/>
                <a:cs typeface="Cabin"/>
                <a:sym typeface="Cabin"/>
              </a:rPr>
              <a:t>White Space</a:t>
            </a:r>
          </a:p>
        </p:txBody>
      </p:sp>
      <p:sp>
        <p:nvSpPr>
          <p:cNvPr id="164" name="Shape 164"/>
          <p:cNvSpPr txBox="1"/>
          <p:nvPr/>
        </p:nvSpPr>
        <p:spPr>
          <a:xfrm>
            <a:off x="623887" y="584200"/>
            <a:ext cx="5915025" cy="46354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4400" b="0" i="0" u="none" strike="noStrike" cap="none" baseline="0">
                <a:solidFill>
                  <a:srgbClr val="00FF00"/>
                </a:solidFill>
                <a:latin typeface="Cabin"/>
                <a:ea typeface="Cabin"/>
                <a:cs typeface="Cabin"/>
                <a:sym typeface="Cabin"/>
              </a:rPr>
              <a:t>&lt;person&gt;</a:t>
            </a:r>
          </a:p>
          <a:p>
            <a:pPr marL="0" marR="0" lvl="0" indent="0" algn="l" rtl="0">
              <a:lnSpc>
                <a:spcPct val="100000"/>
              </a:lnSpc>
              <a:spcBef>
                <a:spcPts val="0"/>
              </a:spcBef>
              <a:spcAft>
                <a:spcPts val="0"/>
              </a:spcAft>
              <a:buClr>
                <a:srgbClr val="00FF00"/>
              </a:buClr>
              <a:buSzPct val="25000"/>
              <a:buFont typeface="Cabin"/>
              <a:buNone/>
            </a:pPr>
            <a:r>
              <a:rPr lang="en-US" sz="4400" b="0" i="0" u="none" strike="noStrike" cap="none" baseline="0">
                <a:solidFill>
                  <a:srgbClr val="00FF00"/>
                </a:solidFill>
                <a:latin typeface="Cabin"/>
                <a:ea typeface="Cabin"/>
                <a:cs typeface="Cabin"/>
                <a:sym typeface="Cabin"/>
              </a:rPr>
              <a:t>  &lt;name&gt;Chuck&lt;/name&gt;</a:t>
            </a:r>
          </a:p>
          <a:p>
            <a:pPr marL="0" marR="0" lvl="0" indent="0" algn="l" rtl="0">
              <a:lnSpc>
                <a:spcPct val="100000"/>
              </a:lnSpc>
              <a:spcBef>
                <a:spcPts val="0"/>
              </a:spcBef>
              <a:spcAft>
                <a:spcPts val="0"/>
              </a:spcAft>
              <a:buClr>
                <a:srgbClr val="00FF00"/>
              </a:buClr>
              <a:buSzPct val="25000"/>
              <a:buFont typeface="Cabin"/>
              <a:buNone/>
            </a:pPr>
            <a:r>
              <a:rPr lang="en-US" sz="4400" b="0" i="0" u="none" strike="noStrike" cap="none" baseline="0">
                <a:solidFill>
                  <a:srgbClr val="00FF00"/>
                </a:solidFill>
                <a:latin typeface="Cabin"/>
                <a:ea typeface="Cabin"/>
                <a:cs typeface="Cabin"/>
                <a:sym typeface="Cabin"/>
              </a:rPr>
              <a:t>  &lt;phone type=</a:t>
            </a:r>
            <a:r>
              <a:rPr lang="en-US" sz="4400">
                <a:solidFill>
                  <a:srgbClr val="00FF00"/>
                </a:solidFill>
              </a:rPr>
              <a:t>"</a:t>
            </a:r>
            <a:r>
              <a:rPr lang="en-US" sz="4400" b="0" i="0" u="none" strike="noStrike" cap="none" baseline="0">
                <a:solidFill>
                  <a:srgbClr val="00FF00"/>
                </a:solidFill>
                <a:latin typeface="Cabin"/>
                <a:ea typeface="Cabin"/>
                <a:cs typeface="Cabin"/>
                <a:sym typeface="Cabin"/>
              </a:rPr>
              <a:t>intl</a:t>
            </a:r>
            <a:r>
              <a:rPr lang="en-US" sz="4400">
                <a:solidFill>
                  <a:srgbClr val="00FF00"/>
                </a:solidFill>
              </a:rPr>
              <a:t>"</a:t>
            </a:r>
            <a:r>
              <a:rPr lang="en-US" sz="4400" b="0" i="0" u="none" strike="noStrike" cap="none" baseline="0">
                <a:solidFill>
                  <a:srgbClr val="00FF00"/>
                </a:solidFill>
                <a:latin typeface="Cabin"/>
                <a:ea typeface="Cabin"/>
                <a:cs typeface="Cabin"/>
                <a:sym typeface="Cabin"/>
              </a:rPr>
              <a:t>&gt;</a:t>
            </a:r>
          </a:p>
          <a:p>
            <a:pPr marL="0" marR="0" lvl="0" indent="0" algn="l" rtl="0">
              <a:lnSpc>
                <a:spcPct val="100000"/>
              </a:lnSpc>
              <a:spcBef>
                <a:spcPts val="0"/>
              </a:spcBef>
              <a:spcAft>
                <a:spcPts val="0"/>
              </a:spcAft>
              <a:buClr>
                <a:srgbClr val="00FF00"/>
              </a:buClr>
              <a:buSzPct val="25000"/>
              <a:buFont typeface="Cabin"/>
              <a:buNone/>
            </a:pPr>
            <a:r>
              <a:rPr lang="en-US" sz="4400" b="0" i="0" u="none" strike="noStrike" cap="none" baseline="0">
                <a:solidFill>
                  <a:srgbClr val="00FF00"/>
                </a:solidFill>
                <a:latin typeface="Cabin"/>
                <a:ea typeface="Cabin"/>
                <a:cs typeface="Cabin"/>
                <a:sym typeface="Cabin"/>
              </a:rPr>
              <a:t>     +1 734 303 4456</a:t>
            </a:r>
          </a:p>
          <a:p>
            <a:pPr marL="0" marR="0" lvl="0" indent="0" algn="l" rtl="0">
              <a:lnSpc>
                <a:spcPct val="100000"/>
              </a:lnSpc>
              <a:spcBef>
                <a:spcPts val="0"/>
              </a:spcBef>
              <a:spcAft>
                <a:spcPts val="0"/>
              </a:spcAft>
              <a:buClr>
                <a:srgbClr val="00FF00"/>
              </a:buClr>
              <a:buSzPct val="25000"/>
              <a:buFont typeface="Cabin"/>
              <a:buNone/>
            </a:pPr>
            <a:r>
              <a:rPr lang="en-US" sz="4400" b="0" i="0" u="none" strike="noStrike" cap="none" baseline="0">
                <a:solidFill>
                  <a:srgbClr val="00FF00"/>
                </a:solidFill>
                <a:latin typeface="Cabin"/>
                <a:ea typeface="Cabin"/>
                <a:cs typeface="Cabin"/>
                <a:sym typeface="Cabin"/>
              </a:rPr>
              <a:t>   &lt;/phone&gt;</a:t>
            </a:r>
          </a:p>
          <a:p>
            <a:pPr marL="0" marR="0" lvl="0" indent="0" algn="l" rtl="0">
              <a:lnSpc>
                <a:spcPct val="100000"/>
              </a:lnSpc>
              <a:spcBef>
                <a:spcPts val="0"/>
              </a:spcBef>
              <a:spcAft>
                <a:spcPts val="0"/>
              </a:spcAft>
              <a:buClr>
                <a:srgbClr val="00FF00"/>
              </a:buClr>
              <a:buSzPct val="25000"/>
              <a:buFont typeface="Cabin"/>
              <a:buNone/>
            </a:pPr>
            <a:r>
              <a:rPr lang="en-US" sz="4400" b="0" i="0" u="none" strike="noStrike" cap="none" baseline="0">
                <a:solidFill>
                  <a:srgbClr val="00FF00"/>
                </a:solidFill>
                <a:latin typeface="Cabin"/>
                <a:ea typeface="Cabin"/>
                <a:cs typeface="Cabin"/>
                <a:sym typeface="Cabin"/>
              </a:rPr>
              <a:t>   &lt;email hide=</a:t>
            </a:r>
            <a:r>
              <a:rPr lang="en-US" sz="4400">
                <a:solidFill>
                  <a:srgbClr val="00FF00"/>
                </a:solidFill>
              </a:rPr>
              <a:t>"</a:t>
            </a:r>
            <a:r>
              <a:rPr lang="en-US" sz="4400" b="0" i="0" u="none" strike="noStrike" cap="none" baseline="0">
                <a:solidFill>
                  <a:srgbClr val="00FF00"/>
                </a:solidFill>
                <a:latin typeface="Cabin"/>
                <a:ea typeface="Cabin"/>
                <a:cs typeface="Cabin"/>
                <a:sym typeface="Cabin"/>
              </a:rPr>
              <a:t>yes</a:t>
            </a:r>
            <a:r>
              <a:rPr lang="en-US" sz="4400">
                <a:solidFill>
                  <a:srgbClr val="00FF00"/>
                </a:solidFill>
              </a:rPr>
              <a:t>"</a:t>
            </a:r>
            <a:r>
              <a:rPr lang="en-US" sz="4400" b="0" i="0" u="none" strike="noStrike" cap="none" baseline="0">
                <a:solidFill>
                  <a:srgbClr val="00FF00"/>
                </a:solidFill>
                <a:latin typeface="Cabin"/>
                <a:ea typeface="Cabin"/>
                <a:cs typeface="Cabin"/>
                <a:sym typeface="Cabin"/>
              </a:rPr>
              <a:t> /&gt;</a:t>
            </a:r>
          </a:p>
          <a:p>
            <a:pPr marL="0" marR="0" lvl="0" indent="0" algn="l" rtl="0">
              <a:lnSpc>
                <a:spcPct val="100000"/>
              </a:lnSpc>
              <a:spcBef>
                <a:spcPts val="0"/>
              </a:spcBef>
              <a:spcAft>
                <a:spcPts val="0"/>
              </a:spcAft>
              <a:buClr>
                <a:srgbClr val="00FF00"/>
              </a:buClr>
              <a:buSzPct val="25000"/>
              <a:buFont typeface="Cabin"/>
              <a:buNone/>
            </a:pPr>
            <a:r>
              <a:rPr lang="en-US" sz="4400" b="0" i="0" u="none" strike="noStrike" cap="none" baseline="0">
                <a:solidFill>
                  <a:srgbClr val="00FF00"/>
                </a:solidFill>
                <a:latin typeface="Cabin"/>
                <a:ea typeface="Cabin"/>
                <a:cs typeface="Cabin"/>
                <a:sym typeface="Cabin"/>
              </a:rPr>
              <a:t>&lt;/person&gt;</a:t>
            </a:r>
          </a:p>
        </p:txBody>
      </p:sp>
      <p:sp>
        <p:nvSpPr>
          <p:cNvPr id="165" name="Shape 165"/>
          <p:cNvSpPr txBox="1"/>
          <p:nvPr/>
        </p:nvSpPr>
        <p:spPr>
          <a:xfrm>
            <a:off x="4344987" y="5473700"/>
            <a:ext cx="11493500" cy="33401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4400" b="0" i="0" u="none" strike="noStrike" cap="none" baseline="0">
                <a:solidFill>
                  <a:srgbClr val="FFFF00"/>
                </a:solidFill>
                <a:latin typeface="Cabin"/>
                <a:ea typeface="Cabin"/>
                <a:cs typeface="Cabin"/>
                <a:sym typeface="Cabin"/>
              </a:rPr>
              <a:t>&lt;person&gt;</a:t>
            </a:r>
          </a:p>
          <a:p>
            <a:pPr marL="0" marR="0" lvl="0" indent="0" algn="l" rtl="0">
              <a:lnSpc>
                <a:spcPct val="100000"/>
              </a:lnSpc>
              <a:spcBef>
                <a:spcPts val="0"/>
              </a:spcBef>
              <a:spcAft>
                <a:spcPts val="0"/>
              </a:spcAft>
              <a:buClr>
                <a:srgbClr val="FFFF00"/>
              </a:buClr>
              <a:buSzPct val="25000"/>
              <a:buFont typeface="Cabin"/>
              <a:buNone/>
            </a:pPr>
            <a:r>
              <a:rPr lang="en-US" sz="4400" b="0" i="0" u="none" strike="noStrike" cap="none" baseline="0">
                <a:solidFill>
                  <a:srgbClr val="FFFF00"/>
                </a:solidFill>
                <a:latin typeface="Cabin"/>
                <a:ea typeface="Cabin"/>
                <a:cs typeface="Cabin"/>
                <a:sym typeface="Cabin"/>
              </a:rPr>
              <a:t>  &lt;name&gt;Chuck&lt;/name&gt;</a:t>
            </a:r>
          </a:p>
          <a:p>
            <a:pPr marL="0" marR="0" lvl="0" indent="0" algn="l" rtl="0">
              <a:lnSpc>
                <a:spcPct val="100000"/>
              </a:lnSpc>
              <a:spcBef>
                <a:spcPts val="0"/>
              </a:spcBef>
              <a:spcAft>
                <a:spcPts val="0"/>
              </a:spcAft>
              <a:buClr>
                <a:srgbClr val="FFFF00"/>
              </a:buClr>
              <a:buSzPct val="25000"/>
              <a:buFont typeface="Cabin"/>
              <a:buNone/>
            </a:pPr>
            <a:r>
              <a:rPr lang="en-US" sz="4400" b="0" i="0" u="none" strike="noStrike" cap="none" baseline="0">
                <a:solidFill>
                  <a:srgbClr val="FFFF00"/>
                </a:solidFill>
                <a:latin typeface="Cabin"/>
                <a:ea typeface="Cabin"/>
                <a:cs typeface="Cabin"/>
                <a:sym typeface="Cabin"/>
              </a:rPr>
              <a:t>  &lt;phone type=</a:t>
            </a:r>
            <a:r>
              <a:rPr lang="en-US" sz="4400">
                <a:solidFill>
                  <a:srgbClr val="FFFF00"/>
                </a:solidFill>
              </a:rPr>
              <a:t>"</a:t>
            </a:r>
            <a:r>
              <a:rPr lang="en-US" sz="4400" b="0" i="0" u="none" strike="noStrike" cap="none" baseline="0">
                <a:solidFill>
                  <a:srgbClr val="FFFF00"/>
                </a:solidFill>
                <a:latin typeface="Cabin"/>
                <a:ea typeface="Cabin"/>
                <a:cs typeface="Cabin"/>
                <a:sym typeface="Cabin"/>
              </a:rPr>
              <a:t>intl</a:t>
            </a:r>
            <a:r>
              <a:rPr lang="en-US" sz="4400">
                <a:solidFill>
                  <a:srgbClr val="FFFF00"/>
                </a:solidFill>
              </a:rPr>
              <a:t>"</a:t>
            </a:r>
            <a:r>
              <a:rPr lang="en-US" sz="4400" b="0" i="0" u="none" strike="noStrike" cap="none" baseline="0">
                <a:solidFill>
                  <a:srgbClr val="FFFF00"/>
                </a:solidFill>
                <a:latin typeface="Cabin"/>
                <a:ea typeface="Cabin"/>
                <a:cs typeface="Cabin"/>
                <a:sym typeface="Cabin"/>
              </a:rPr>
              <a:t>&gt;+1 734 303 4456&lt;/phone&gt;</a:t>
            </a:r>
          </a:p>
          <a:p>
            <a:pPr marL="0" marR="0" lvl="0" indent="0" algn="l" rtl="0">
              <a:lnSpc>
                <a:spcPct val="100000"/>
              </a:lnSpc>
              <a:spcBef>
                <a:spcPts val="0"/>
              </a:spcBef>
              <a:spcAft>
                <a:spcPts val="0"/>
              </a:spcAft>
              <a:buClr>
                <a:srgbClr val="FFFF00"/>
              </a:buClr>
              <a:buSzPct val="25000"/>
              <a:buFont typeface="Cabin"/>
              <a:buNone/>
            </a:pPr>
            <a:r>
              <a:rPr lang="en-US" sz="4400" b="0" i="0" u="none" strike="noStrike" cap="none" baseline="0">
                <a:solidFill>
                  <a:srgbClr val="FFFF00"/>
                </a:solidFill>
                <a:latin typeface="Cabin"/>
                <a:ea typeface="Cabin"/>
                <a:cs typeface="Cabin"/>
                <a:sym typeface="Cabin"/>
              </a:rPr>
              <a:t>   &lt;email hide=</a:t>
            </a:r>
            <a:r>
              <a:rPr lang="en-US" sz="4400">
                <a:solidFill>
                  <a:srgbClr val="FFFF00"/>
                </a:solidFill>
              </a:rPr>
              <a:t>"</a:t>
            </a:r>
            <a:r>
              <a:rPr lang="en-US" sz="4400" b="0" i="0" u="none" strike="noStrike" cap="none" baseline="0">
                <a:solidFill>
                  <a:srgbClr val="FFFF00"/>
                </a:solidFill>
                <a:latin typeface="Cabin"/>
                <a:ea typeface="Cabin"/>
                <a:cs typeface="Cabin"/>
                <a:sym typeface="Cabin"/>
              </a:rPr>
              <a:t>yes</a:t>
            </a:r>
            <a:r>
              <a:rPr lang="en-US" sz="4400">
                <a:solidFill>
                  <a:srgbClr val="FFFF00"/>
                </a:solidFill>
              </a:rPr>
              <a:t>"</a:t>
            </a:r>
            <a:r>
              <a:rPr lang="en-US" sz="4400" b="0" i="0" u="none" strike="noStrike" cap="none" baseline="0">
                <a:solidFill>
                  <a:srgbClr val="FFFF00"/>
                </a:solidFill>
                <a:latin typeface="Cabin"/>
                <a:ea typeface="Cabin"/>
                <a:cs typeface="Cabin"/>
                <a:sym typeface="Cabin"/>
              </a:rPr>
              <a:t> /&gt;</a:t>
            </a:r>
          </a:p>
          <a:p>
            <a:pPr marL="0" marR="0" lvl="0" indent="0" algn="l" rtl="0">
              <a:lnSpc>
                <a:spcPct val="100000"/>
              </a:lnSpc>
              <a:spcBef>
                <a:spcPts val="0"/>
              </a:spcBef>
              <a:spcAft>
                <a:spcPts val="0"/>
              </a:spcAft>
              <a:buClr>
                <a:srgbClr val="FFFF00"/>
              </a:buClr>
              <a:buSzPct val="25000"/>
              <a:buFont typeface="Cabin"/>
              <a:buNone/>
            </a:pPr>
            <a:r>
              <a:rPr lang="en-US" sz="4400" b="0" i="0" u="none" strike="noStrike" cap="none" baseline="0">
                <a:solidFill>
                  <a:srgbClr val="FFFF00"/>
                </a:solidFill>
                <a:latin typeface="Cabin"/>
                <a:ea typeface="Cabin"/>
                <a:cs typeface="Cabin"/>
                <a:sym typeface="Cabin"/>
              </a:rPr>
              <a:t>&lt;/person&gt;</a:t>
            </a:r>
          </a:p>
        </p:txBody>
      </p:sp>
      <p:sp>
        <p:nvSpPr>
          <p:cNvPr id="166" name="Shape 166"/>
          <p:cNvSpPr txBox="1"/>
          <p:nvPr/>
        </p:nvSpPr>
        <p:spPr>
          <a:xfrm>
            <a:off x="9204325" y="2571750"/>
            <a:ext cx="6019799" cy="21843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Line ends do not matter.  White space is generally discarded on text elements.  We indent only to be readable.</a:t>
            </a:r>
          </a:p>
        </p:txBody>
      </p:sp>
    </p:spTree>
  </p:cSld>
  <p:clrMapOvr>
    <a:masterClrMapping/>
  </p:clrMapOvr>
  <p:transition spd="slow">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Shape 171"/>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b="0" i="0" u="none" strike="noStrike" cap="none" baseline="0">
                <a:solidFill>
                  <a:schemeClr val="lt1"/>
                </a:solidFill>
                <a:latin typeface="Cabin"/>
                <a:ea typeface="Cabin"/>
                <a:cs typeface="Cabin"/>
                <a:sym typeface="Cabin"/>
              </a:rPr>
              <a:t>Some XML...</a:t>
            </a:r>
          </a:p>
        </p:txBody>
      </p:sp>
      <p:sp>
        <p:nvSpPr>
          <p:cNvPr id="172" name="Shape 172"/>
          <p:cNvSpPr txBox="1"/>
          <p:nvPr/>
        </p:nvSpPr>
        <p:spPr>
          <a:xfrm>
            <a:off x="4760075" y="8204200"/>
            <a:ext cx="70580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sng" strike="noStrike" cap="none" baseline="0">
                <a:solidFill>
                  <a:srgbClr val="FFFF00"/>
                </a:solidFill>
                <a:latin typeface="Cabin"/>
                <a:ea typeface="Cabin"/>
                <a:cs typeface="Cabin"/>
                <a:sym typeface="Cabin"/>
                <a:hlinkClick r:id="rId3"/>
              </a:rPr>
              <a:t>http://en.wikipedia.org/wiki/XML</a:t>
            </a:r>
          </a:p>
        </p:txBody>
      </p:sp>
      <p:pic>
        <p:nvPicPr>
          <p:cNvPr id="173" name="Shape 173"/>
          <p:cNvPicPr preferRelativeResize="0"/>
          <p:nvPr/>
        </p:nvPicPr>
        <p:blipFill rotWithShape="1">
          <a:blip r:embed="rId4">
            <a:alphaModFix/>
          </a:blip>
          <a:srcRect/>
          <a:stretch/>
        </p:blipFill>
        <p:spPr>
          <a:xfrm>
            <a:off x="1422400" y="2133600"/>
            <a:ext cx="14020800" cy="5549899"/>
          </a:xfrm>
          <a:prstGeom prst="rect">
            <a:avLst/>
          </a:prstGeom>
          <a:noFill/>
          <a:ln>
            <a:noFill/>
          </a:ln>
        </p:spPr>
      </p:pic>
    </p:spTree>
  </p:cSld>
  <p:clrMapOvr>
    <a:masterClrMapping/>
  </p:clrMapOvr>
  <p:transition spd="slow">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Shape 178"/>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XML Terminology</a:t>
            </a:r>
          </a:p>
        </p:txBody>
      </p:sp>
      <p:sp>
        <p:nvSpPr>
          <p:cNvPr id="179" name="Shape 179"/>
          <p:cNvSpPr txBox="1">
            <a:spLocks noGrp="1"/>
          </p:cNvSpPr>
          <p:nvPr>
            <p:ph type="body" idx="1"/>
          </p:nvPr>
        </p:nvSpPr>
        <p:spPr>
          <a:xfrm>
            <a:off x="1155700" y="2603500"/>
            <a:ext cx="13931900" cy="5702299"/>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1000"/>
              </a:spcAft>
              <a:buSzPct val="100000"/>
              <a:buFont typeface="Cabin"/>
            </a:pPr>
            <a:r>
              <a:rPr lang="en-US" sz="3600" b="0" i="0" u="none" strike="noStrike" cap="none" baseline="0">
                <a:solidFill>
                  <a:srgbClr val="00FF00"/>
                </a:solidFill>
                <a:latin typeface="Cabin"/>
                <a:ea typeface="Cabin"/>
                <a:cs typeface="Cabin"/>
                <a:sym typeface="Cabin"/>
              </a:rPr>
              <a:t>Tags</a:t>
            </a:r>
            <a:r>
              <a:rPr lang="en-US" sz="3600" b="0" i="0" u="none" strike="noStrike" cap="none" baseline="0">
                <a:solidFill>
                  <a:schemeClr val="lt1"/>
                </a:solidFill>
                <a:latin typeface="Cabin"/>
                <a:ea typeface="Cabin"/>
                <a:cs typeface="Cabin"/>
                <a:sym typeface="Cabin"/>
              </a:rPr>
              <a:t> indicate the beginning and ending of elements</a:t>
            </a:r>
          </a:p>
          <a:p>
            <a:pPr marL="457200" marR="0" lvl="0" indent="-228600" algn="l" rtl="0">
              <a:lnSpc>
                <a:spcPct val="100000"/>
              </a:lnSpc>
              <a:spcBef>
                <a:spcPts val="0"/>
              </a:spcBef>
              <a:spcAft>
                <a:spcPts val="1000"/>
              </a:spcAft>
              <a:buSzPct val="100000"/>
              <a:buFont typeface="Cabin"/>
            </a:pPr>
            <a:r>
              <a:rPr lang="en-US" sz="3600" b="0" i="0" u="none" strike="noStrike" cap="none" baseline="0">
                <a:solidFill>
                  <a:srgbClr val="FF00FF"/>
                </a:solidFill>
                <a:latin typeface="Cabin"/>
                <a:ea typeface="Cabin"/>
                <a:cs typeface="Cabin"/>
                <a:sym typeface="Cabin"/>
              </a:rPr>
              <a:t>Attributes</a:t>
            </a:r>
            <a:r>
              <a:rPr lang="en-US" sz="3600" b="0" i="0" u="none" strike="noStrike" cap="none" baseline="0">
                <a:solidFill>
                  <a:schemeClr val="lt1"/>
                </a:solidFill>
                <a:latin typeface="Cabin"/>
                <a:ea typeface="Cabin"/>
                <a:cs typeface="Cabin"/>
                <a:sym typeface="Cabin"/>
              </a:rPr>
              <a:t> - Keyword/value pairs on the opening tag of XML</a:t>
            </a:r>
          </a:p>
          <a:p>
            <a:pPr marL="457200" marR="0" lvl="0" indent="-228600" algn="l" rtl="0">
              <a:lnSpc>
                <a:spcPct val="100000"/>
              </a:lnSpc>
              <a:spcBef>
                <a:spcPts val="0"/>
              </a:spcBef>
              <a:spcAft>
                <a:spcPts val="1000"/>
              </a:spcAft>
              <a:buSzPct val="100000"/>
              <a:buFont typeface="Cabin"/>
            </a:pPr>
            <a:r>
              <a:rPr lang="en-US" sz="3600" b="0" i="0" u="none" strike="noStrike" cap="none" baseline="0">
                <a:solidFill>
                  <a:srgbClr val="FF7F00"/>
                </a:solidFill>
                <a:latin typeface="Cabin"/>
                <a:ea typeface="Cabin"/>
                <a:cs typeface="Cabin"/>
                <a:sym typeface="Cabin"/>
              </a:rPr>
              <a:t>Serialize / De-Serialize</a:t>
            </a:r>
            <a:r>
              <a:rPr lang="en-US" sz="3600" b="0" i="0" u="none" strike="noStrike" cap="none" baseline="0">
                <a:solidFill>
                  <a:schemeClr val="lt1"/>
                </a:solidFill>
                <a:latin typeface="Cabin"/>
                <a:ea typeface="Cabin"/>
                <a:cs typeface="Cabin"/>
                <a:sym typeface="Cabin"/>
              </a:rPr>
              <a:t> - Convert data in one program into a common format that can be stored and/or transmitted between systems in a programming language</a:t>
            </a:r>
            <a:r>
              <a:rPr lang="en-US" sz="3600">
                <a:solidFill>
                  <a:schemeClr val="lt1"/>
                </a:solidFill>
                <a:latin typeface="Cabin"/>
                <a:ea typeface="Cabin"/>
                <a:cs typeface="Cabin"/>
                <a:sym typeface="Cabin"/>
              </a:rPr>
              <a:t>-</a:t>
            </a:r>
            <a:r>
              <a:rPr lang="en-US" sz="3600" b="0" i="0" u="none" strike="noStrike" cap="none" baseline="0">
                <a:solidFill>
                  <a:schemeClr val="lt1"/>
                </a:solidFill>
                <a:latin typeface="Cabin"/>
                <a:ea typeface="Cabin"/>
                <a:cs typeface="Cabin"/>
                <a:sym typeface="Cabin"/>
              </a:rPr>
              <a:t>independent manner</a:t>
            </a:r>
          </a:p>
        </p:txBody>
      </p:sp>
      <p:sp>
        <p:nvSpPr>
          <p:cNvPr id="180" name="Shape 180"/>
          <p:cNvSpPr txBox="1"/>
          <p:nvPr/>
        </p:nvSpPr>
        <p:spPr>
          <a:xfrm>
            <a:off x="4050675" y="8280400"/>
            <a:ext cx="81518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sng" strike="noStrike" cap="none" baseline="0">
                <a:solidFill>
                  <a:srgbClr val="FFFF00"/>
                </a:solidFill>
                <a:latin typeface="Cabin"/>
                <a:ea typeface="Cabin"/>
                <a:cs typeface="Cabin"/>
                <a:sym typeface="Cabin"/>
                <a:hlinkClick r:id="rId3"/>
              </a:rPr>
              <a:t>http://en.wikipedia.org/wiki/Serialization</a:t>
            </a:r>
          </a:p>
        </p:txBody>
      </p:sp>
    </p:spTree>
  </p:cSld>
  <p:clrMapOvr>
    <a:masterClrMapping/>
  </p:clrMapOvr>
  <p:transition spd="slow">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Shape 185"/>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b="0" i="0" u="none" strike="noStrike" cap="none" baseline="0">
                <a:solidFill>
                  <a:schemeClr val="lt1"/>
                </a:solidFill>
                <a:latin typeface="Cabin"/>
                <a:ea typeface="Cabin"/>
                <a:cs typeface="Cabin"/>
                <a:sym typeface="Cabin"/>
              </a:rPr>
              <a:t>XML as a Tree</a:t>
            </a:r>
          </a:p>
        </p:txBody>
      </p:sp>
      <p:sp>
        <p:nvSpPr>
          <p:cNvPr id="186" name="Shape 186"/>
          <p:cNvSpPr txBox="1"/>
          <p:nvPr/>
        </p:nvSpPr>
        <p:spPr>
          <a:xfrm>
            <a:off x="2578100" y="3160711"/>
            <a:ext cx="2727325" cy="3876675"/>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&lt;a&gt;</a:t>
            </a:r>
          </a:p>
          <a:p>
            <a:pPr marL="0" marR="0" lvl="0" indent="0" algn="l"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  &lt;b&gt;</a:t>
            </a:r>
            <a:r>
              <a:rPr lang="en-US" sz="3600" b="0" i="0" u="none" strike="noStrike" cap="none" baseline="0">
                <a:solidFill>
                  <a:srgbClr val="FF00FF"/>
                </a:solidFill>
                <a:latin typeface="Cabin"/>
                <a:ea typeface="Cabin"/>
                <a:cs typeface="Cabin"/>
                <a:sym typeface="Cabin"/>
              </a:rPr>
              <a:t>X</a:t>
            </a:r>
            <a:r>
              <a:rPr lang="en-US" sz="3600" b="0" i="0" u="none" strike="noStrike" cap="none" baseline="0">
                <a:solidFill>
                  <a:srgbClr val="FF7F00"/>
                </a:solidFill>
                <a:latin typeface="Cabin"/>
                <a:ea typeface="Cabin"/>
                <a:cs typeface="Cabin"/>
                <a:sym typeface="Cabin"/>
              </a:rPr>
              <a:t>&lt;/b&gt;</a:t>
            </a:r>
          </a:p>
          <a:p>
            <a:pPr marL="0" marR="0" lvl="0" indent="0" algn="l"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    &lt;c&gt;</a:t>
            </a:r>
          </a:p>
          <a:p>
            <a:pPr marL="0" marR="0" lvl="0" indent="0" algn="l"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      &lt;d&gt;</a:t>
            </a:r>
            <a:r>
              <a:rPr lang="en-US" sz="3600" b="0" i="0" u="none" strike="noStrike" cap="none" baseline="0">
                <a:solidFill>
                  <a:srgbClr val="FF00FF"/>
                </a:solidFill>
                <a:latin typeface="Cabin"/>
                <a:ea typeface="Cabin"/>
                <a:cs typeface="Cabin"/>
                <a:sym typeface="Cabin"/>
              </a:rPr>
              <a:t>Y</a:t>
            </a:r>
            <a:r>
              <a:rPr lang="en-US" sz="3600" b="0" i="0" u="none" strike="noStrike" cap="none" baseline="0">
                <a:solidFill>
                  <a:srgbClr val="FF7F00"/>
                </a:solidFill>
                <a:latin typeface="Cabin"/>
                <a:ea typeface="Cabin"/>
                <a:cs typeface="Cabin"/>
                <a:sym typeface="Cabin"/>
              </a:rPr>
              <a:t>&lt;/d&gt;</a:t>
            </a:r>
          </a:p>
          <a:p>
            <a:pPr marL="0" marR="0" lvl="0" indent="0" algn="l"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      &lt;e&gt;</a:t>
            </a:r>
            <a:r>
              <a:rPr lang="en-US" sz="3600" b="0" i="0" u="none" strike="noStrike" cap="none" baseline="0">
                <a:solidFill>
                  <a:srgbClr val="FF00FF"/>
                </a:solidFill>
                <a:latin typeface="Cabin"/>
                <a:ea typeface="Cabin"/>
                <a:cs typeface="Cabin"/>
                <a:sym typeface="Cabin"/>
              </a:rPr>
              <a:t>Z</a:t>
            </a:r>
            <a:r>
              <a:rPr lang="en-US" sz="3600" b="0" i="0" u="none" strike="noStrike" cap="none" baseline="0">
                <a:solidFill>
                  <a:srgbClr val="FF7F00"/>
                </a:solidFill>
                <a:latin typeface="Cabin"/>
                <a:ea typeface="Cabin"/>
                <a:cs typeface="Cabin"/>
                <a:sym typeface="Cabin"/>
              </a:rPr>
              <a:t>&lt;/e&gt;</a:t>
            </a:r>
          </a:p>
          <a:p>
            <a:pPr marL="0" marR="0" lvl="0" indent="0" algn="l"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    &lt;/c&gt;</a:t>
            </a:r>
          </a:p>
          <a:p>
            <a:pPr marL="0" marR="0" lvl="0" indent="0" algn="l"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&lt;/a&gt;</a:t>
            </a:r>
          </a:p>
        </p:txBody>
      </p:sp>
      <p:grpSp>
        <p:nvGrpSpPr>
          <p:cNvPr id="187" name="Shape 187"/>
          <p:cNvGrpSpPr/>
          <p:nvPr/>
        </p:nvGrpSpPr>
        <p:grpSpPr>
          <a:xfrm>
            <a:off x="10185400" y="2527300"/>
            <a:ext cx="5143499" cy="5524499"/>
            <a:chOff x="0" y="0"/>
            <a:chExt cx="5143499" cy="5524499"/>
          </a:xfrm>
        </p:grpSpPr>
        <p:cxnSp>
          <p:nvCxnSpPr>
            <p:cNvPr id="188" name="Shape 188"/>
            <p:cNvCxnSpPr/>
            <p:nvPr/>
          </p:nvCxnSpPr>
          <p:spPr>
            <a:xfrm>
              <a:off x="430212" y="2054225"/>
              <a:ext cx="0" cy="1031875"/>
            </a:xfrm>
            <a:prstGeom prst="straightConnector1">
              <a:avLst/>
            </a:prstGeom>
            <a:noFill/>
            <a:ln w="76200" cap="rnd" cmpd="sng">
              <a:solidFill>
                <a:srgbClr val="FF00FF"/>
              </a:solidFill>
              <a:prstDash val="solid"/>
              <a:miter/>
              <a:headEnd type="none" w="med" len="med"/>
              <a:tailEnd type="none" w="med" len="med"/>
            </a:ln>
          </p:spPr>
        </p:cxnSp>
        <p:cxnSp>
          <p:nvCxnSpPr>
            <p:cNvPr id="189" name="Shape 189"/>
            <p:cNvCxnSpPr/>
            <p:nvPr/>
          </p:nvCxnSpPr>
          <p:spPr>
            <a:xfrm>
              <a:off x="2868611" y="3667125"/>
              <a:ext cx="0" cy="1031875"/>
            </a:xfrm>
            <a:prstGeom prst="straightConnector1">
              <a:avLst/>
            </a:prstGeom>
            <a:noFill/>
            <a:ln w="76200" cap="rnd" cmpd="sng">
              <a:solidFill>
                <a:srgbClr val="FF00FF"/>
              </a:solidFill>
              <a:prstDash val="solid"/>
              <a:miter/>
              <a:headEnd type="none" w="med" len="med"/>
              <a:tailEnd type="none" w="med" len="med"/>
            </a:ln>
          </p:spPr>
        </p:cxnSp>
        <p:cxnSp>
          <p:nvCxnSpPr>
            <p:cNvPr id="190" name="Shape 190"/>
            <p:cNvCxnSpPr/>
            <p:nvPr/>
          </p:nvCxnSpPr>
          <p:spPr>
            <a:xfrm>
              <a:off x="4710112" y="3667125"/>
              <a:ext cx="0" cy="1031875"/>
            </a:xfrm>
            <a:prstGeom prst="straightConnector1">
              <a:avLst/>
            </a:prstGeom>
            <a:noFill/>
            <a:ln w="76200" cap="rnd" cmpd="sng">
              <a:solidFill>
                <a:srgbClr val="FF00FF"/>
              </a:solidFill>
              <a:prstDash val="solid"/>
              <a:miter/>
              <a:headEnd type="none" w="med" len="med"/>
              <a:tailEnd type="none" w="med" len="med"/>
            </a:ln>
          </p:spPr>
        </p:cxnSp>
        <p:sp>
          <p:nvSpPr>
            <p:cNvPr id="191" name="Shape 191"/>
            <p:cNvSpPr/>
            <p:nvPr/>
          </p:nvSpPr>
          <p:spPr>
            <a:xfrm>
              <a:off x="1790700" y="0"/>
              <a:ext cx="863599" cy="863599"/>
            </a:xfrm>
            <a:prstGeom prst="ellipse">
              <a:avLst/>
            </a:prstGeom>
            <a:solidFill>
              <a:srgbClr val="FF7F00"/>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900" b="0" i="0" u="none" strike="noStrike" cap="none" baseline="0">
                  <a:solidFill>
                    <a:schemeClr val="lt1"/>
                  </a:solidFill>
                  <a:latin typeface="Cabin"/>
                  <a:ea typeface="Cabin"/>
                  <a:cs typeface="Cabin"/>
                  <a:sym typeface="Cabin"/>
                </a:rPr>
                <a:t>a</a:t>
              </a:r>
            </a:p>
          </p:txBody>
        </p:sp>
        <p:sp>
          <p:nvSpPr>
            <p:cNvPr id="192" name="Shape 192"/>
            <p:cNvSpPr/>
            <p:nvPr/>
          </p:nvSpPr>
          <p:spPr>
            <a:xfrm>
              <a:off x="0" y="1346200"/>
              <a:ext cx="863599" cy="863599"/>
            </a:xfrm>
            <a:prstGeom prst="ellipse">
              <a:avLst/>
            </a:prstGeom>
            <a:solidFill>
              <a:srgbClr val="FF7F00"/>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600" b="0" i="0" u="none" strike="noStrike" cap="none" baseline="0">
                  <a:solidFill>
                    <a:schemeClr val="lt1"/>
                  </a:solidFill>
                  <a:latin typeface="Cabin"/>
                  <a:ea typeface="Cabin"/>
                  <a:cs typeface="Cabin"/>
                  <a:sym typeface="Cabin"/>
                </a:rPr>
                <a:t>b</a:t>
              </a:r>
            </a:p>
          </p:txBody>
        </p:sp>
        <p:sp>
          <p:nvSpPr>
            <p:cNvPr id="193" name="Shape 193"/>
            <p:cNvSpPr/>
            <p:nvPr/>
          </p:nvSpPr>
          <p:spPr>
            <a:xfrm>
              <a:off x="3276600" y="1346200"/>
              <a:ext cx="863599" cy="863599"/>
            </a:xfrm>
            <a:prstGeom prst="ellipse">
              <a:avLst/>
            </a:prstGeom>
            <a:solidFill>
              <a:srgbClr val="FF7F00"/>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600" b="0" i="0" u="none" strike="noStrike" cap="none" baseline="0">
                  <a:solidFill>
                    <a:schemeClr val="lt1"/>
                  </a:solidFill>
                  <a:latin typeface="Cabin"/>
                  <a:ea typeface="Cabin"/>
                  <a:cs typeface="Cabin"/>
                  <a:sym typeface="Cabin"/>
                </a:rPr>
                <a:t>c</a:t>
              </a:r>
            </a:p>
          </p:txBody>
        </p:sp>
        <p:sp>
          <p:nvSpPr>
            <p:cNvPr id="194" name="Shape 194"/>
            <p:cNvSpPr/>
            <p:nvPr/>
          </p:nvSpPr>
          <p:spPr>
            <a:xfrm>
              <a:off x="0" y="2882900"/>
              <a:ext cx="863599" cy="863599"/>
            </a:xfrm>
            <a:prstGeom prst="ellipse">
              <a:avLst/>
            </a:prstGeom>
            <a:solidFill>
              <a:srgbClr val="FF00FF"/>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400" b="0" i="0" u="none" strike="noStrike" cap="none" baseline="0">
                  <a:solidFill>
                    <a:schemeClr val="lt1"/>
                  </a:solidFill>
                  <a:latin typeface="Cabin"/>
                  <a:ea typeface="Cabin"/>
                  <a:cs typeface="Cabin"/>
                  <a:sym typeface="Cabin"/>
                </a:rPr>
                <a:t>X</a:t>
              </a:r>
            </a:p>
          </p:txBody>
        </p:sp>
        <p:sp>
          <p:nvSpPr>
            <p:cNvPr id="195" name="Shape 195"/>
            <p:cNvSpPr/>
            <p:nvPr/>
          </p:nvSpPr>
          <p:spPr>
            <a:xfrm>
              <a:off x="2438400" y="2882900"/>
              <a:ext cx="863599" cy="863599"/>
            </a:xfrm>
            <a:prstGeom prst="ellipse">
              <a:avLst/>
            </a:prstGeom>
            <a:solidFill>
              <a:srgbClr val="FF7F00"/>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600" b="0" i="0" u="none" strike="noStrike" cap="none" baseline="0">
                  <a:solidFill>
                    <a:schemeClr val="lt1"/>
                  </a:solidFill>
                  <a:latin typeface="Cabin"/>
                  <a:ea typeface="Cabin"/>
                  <a:cs typeface="Cabin"/>
                  <a:sym typeface="Cabin"/>
                </a:rPr>
                <a:t>d</a:t>
              </a:r>
            </a:p>
          </p:txBody>
        </p:sp>
        <p:sp>
          <p:nvSpPr>
            <p:cNvPr id="196" name="Shape 196"/>
            <p:cNvSpPr/>
            <p:nvPr/>
          </p:nvSpPr>
          <p:spPr>
            <a:xfrm>
              <a:off x="4279900" y="2882900"/>
              <a:ext cx="863599" cy="863599"/>
            </a:xfrm>
            <a:prstGeom prst="ellipse">
              <a:avLst/>
            </a:prstGeom>
            <a:solidFill>
              <a:srgbClr val="FF7F00"/>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600" b="0" i="0" u="none" strike="noStrike" cap="none" baseline="0">
                  <a:solidFill>
                    <a:schemeClr val="lt1"/>
                  </a:solidFill>
                  <a:latin typeface="Cabin"/>
                  <a:ea typeface="Cabin"/>
                  <a:cs typeface="Cabin"/>
                  <a:sym typeface="Cabin"/>
                </a:rPr>
                <a:t>e</a:t>
              </a:r>
            </a:p>
          </p:txBody>
        </p:sp>
        <p:sp>
          <p:nvSpPr>
            <p:cNvPr id="197" name="Shape 197"/>
            <p:cNvSpPr/>
            <p:nvPr/>
          </p:nvSpPr>
          <p:spPr>
            <a:xfrm>
              <a:off x="2438400" y="4660900"/>
              <a:ext cx="863599" cy="863599"/>
            </a:xfrm>
            <a:prstGeom prst="ellipse">
              <a:avLst/>
            </a:prstGeom>
            <a:solidFill>
              <a:srgbClr val="FF00FF"/>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400" b="0" i="0" u="none" strike="noStrike" cap="none" baseline="0">
                  <a:solidFill>
                    <a:schemeClr val="lt1"/>
                  </a:solidFill>
                  <a:latin typeface="Cabin"/>
                  <a:ea typeface="Cabin"/>
                  <a:cs typeface="Cabin"/>
                  <a:sym typeface="Cabin"/>
                </a:rPr>
                <a:t>Y</a:t>
              </a:r>
            </a:p>
          </p:txBody>
        </p:sp>
        <p:sp>
          <p:nvSpPr>
            <p:cNvPr id="198" name="Shape 198"/>
            <p:cNvSpPr/>
            <p:nvPr/>
          </p:nvSpPr>
          <p:spPr>
            <a:xfrm>
              <a:off x="4279900" y="4660900"/>
              <a:ext cx="863599" cy="863599"/>
            </a:xfrm>
            <a:prstGeom prst="ellipse">
              <a:avLst/>
            </a:prstGeom>
            <a:solidFill>
              <a:srgbClr val="FF00FF"/>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400" b="0" i="0" u="none" strike="noStrike" cap="none" baseline="0">
                  <a:solidFill>
                    <a:schemeClr val="lt1"/>
                  </a:solidFill>
                  <a:latin typeface="Cabin"/>
                  <a:ea typeface="Cabin"/>
                  <a:cs typeface="Cabin"/>
                  <a:sym typeface="Cabin"/>
                </a:rPr>
                <a:t>Z</a:t>
              </a:r>
            </a:p>
          </p:txBody>
        </p:sp>
        <p:cxnSp>
          <p:nvCxnSpPr>
            <p:cNvPr id="199" name="Shape 199"/>
            <p:cNvCxnSpPr/>
            <p:nvPr/>
          </p:nvCxnSpPr>
          <p:spPr>
            <a:xfrm flipH="1">
              <a:off x="622299" y="612775"/>
              <a:ext cx="1449386" cy="989012"/>
            </a:xfrm>
            <a:prstGeom prst="straightConnector1">
              <a:avLst/>
            </a:prstGeom>
            <a:noFill/>
            <a:ln w="76200" cap="rnd" cmpd="sng">
              <a:solidFill>
                <a:srgbClr val="FF7F00"/>
              </a:solidFill>
              <a:prstDash val="solid"/>
              <a:miter/>
              <a:headEnd type="none" w="med" len="med"/>
              <a:tailEnd type="none" w="med" len="med"/>
            </a:ln>
          </p:spPr>
        </p:cxnSp>
        <p:cxnSp>
          <p:nvCxnSpPr>
            <p:cNvPr id="200" name="Shape 200"/>
            <p:cNvCxnSpPr/>
            <p:nvPr/>
          </p:nvCxnSpPr>
          <p:spPr>
            <a:xfrm>
              <a:off x="2444750" y="657225"/>
              <a:ext cx="1054100" cy="879474"/>
            </a:xfrm>
            <a:prstGeom prst="straightConnector1">
              <a:avLst/>
            </a:prstGeom>
            <a:noFill/>
            <a:ln w="76200" cap="rnd" cmpd="sng">
              <a:solidFill>
                <a:srgbClr val="FF7F00"/>
              </a:solidFill>
              <a:prstDash val="solid"/>
              <a:miter/>
              <a:headEnd type="none" w="med" len="med"/>
              <a:tailEnd type="none" w="med" len="med"/>
            </a:ln>
          </p:spPr>
        </p:cxnSp>
        <p:cxnSp>
          <p:nvCxnSpPr>
            <p:cNvPr id="201" name="Shape 201"/>
            <p:cNvCxnSpPr/>
            <p:nvPr/>
          </p:nvCxnSpPr>
          <p:spPr>
            <a:xfrm flipH="1">
              <a:off x="2994024" y="2084386"/>
              <a:ext cx="549275" cy="966787"/>
            </a:xfrm>
            <a:prstGeom prst="straightConnector1">
              <a:avLst/>
            </a:prstGeom>
            <a:noFill/>
            <a:ln w="76200" cap="rnd" cmpd="sng">
              <a:solidFill>
                <a:srgbClr val="FF7F00"/>
              </a:solidFill>
              <a:prstDash val="solid"/>
              <a:miter/>
              <a:headEnd type="none" w="med" len="med"/>
              <a:tailEnd type="none" w="med" len="med"/>
            </a:ln>
          </p:spPr>
        </p:cxnSp>
        <p:cxnSp>
          <p:nvCxnSpPr>
            <p:cNvPr id="202" name="Shape 202"/>
            <p:cNvCxnSpPr/>
            <p:nvPr/>
          </p:nvCxnSpPr>
          <p:spPr>
            <a:xfrm>
              <a:off x="3873500" y="2063750"/>
              <a:ext cx="768349" cy="855661"/>
            </a:xfrm>
            <a:prstGeom prst="straightConnector1">
              <a:avLst/>
            </a:prstGeom>
            <a:noFill/>
            <a:ln w="76200" cap="rnd" cmpd="sng">
              <a:solidFill>
                <a:srgbClr val="FF7F00"/>
              </a:solidFill>
              <a:prstDash val="solid"/>
              <a:miter/>
              <a:headEnd type="none" w="med" len="med"/>
              <a:tailEnd type="none" w="med" len="med"/>
            </a:ln>
          </p:spPr>
        </p:cxnSp>
      </p:grpSp>
      <p:sp>
        <p:nvSpPr>
          <p:cNvPr id="203" name="Shape 203"/>
          <p:cNvSpPr txBox="1"/>
          <p:nvPr/>
        </p:nvSpPr>
        <p:spPr>
          <a:xfrm>
            <a:off x="1185600" y="7861300"/>
            <a:ext cx="21257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Elements</a:t>
            </a:r>
          </a:p>
        </p:txBody>
      </p:sp>
      <p:sp>
        <p:nvSpPr>
          <p:cNvPr id="204" name="Shape 204"/>
          <p:cNvSpPr txBox="1"/>
          <p:nvPr/>
        </p:nvSpPr>
        <p:spPr>
          <a:xfrm>
            <a:off x="3721100" y="7861300"/>
            <a:ext cx="9206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Text</a:t>
            </a:r>
          </a:p>
        </p:txBody>
      </p:sp>
    </p:spTree>
  </p:cSld>
  <p:clrMapOvr>
    <a:masterClrMapping/>
  </p:clrMapOvr>
  <p:transition spd="slow">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Shape 209"/>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b="0" i="0" u="none" strike="noStrike" cap="none" baseline="0">
                <a:solidFill>
                  <a:schemeClr val="lt1"/>
                </a:solidFill>
                <a:latin typeface="Cabin"/>
                <a:ea typeface="Cabin"/>
                <a:cs typeface="Cabin"/>
                <a:sym typeface="Cabin"/>
              </a:rPr>
              <a:t>XML Text and Attributes</a:t>
            </a:r>
          </a:p>
        </p:txBody>
      </p:sp>
      <p:sp>
        <p:nvSpPr>
          <p:cNvPr id="210" name="Shape 210"/>
          <p:cNvSpPr txBox="1"/>
          <p:nvPr/>
        </p:nvSpPr>
        <p:spPr>
          <a:xfrm>
            <a:off x="2578100" y="3160711"/>
            <a:ext cx="3675061" cy="3876675"/>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&lt;a&gt; 	</a:t>
            </a:r>
          </a:p>
          <a:p>
            <a:pPr marL="0" marR="0" lvl="0" indent="0" algn="l"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  &lt;b </a:t>
            </a:r>
            <a:r>
              <a:rPr lang="en-US" sz="3600" b="0" i="0" u="none" strike="noStrike" cap="none" baseline="0">
                <a:solidFill>
                  <a:srgbClr val="00FF00"/>
                </a:solidFill>
                <a:latin typeface="Cabin"/>
                <a:ea typeface="Cabin"/>
                <a:cs typeface="Cabin"/>
                <a:sym typeface="Cabin"/>
              </a:rPr>
              <a:t>w=</a:t>
            </a:r>
            <a:r>
              <a:rPr lang="en-US" sz="3600">
                <a:solidFill>
                  <a:srgbClr val="00FF00"/>
                </a:solidFill>
              </a:rPr>
              <a:t>"</a:t>
            </a:r>
            <a:r>
              <a:rPr lang="en-US" sz="3600" b="0" i="0" u="none" strike="noStrike" cap="none" baseline="0">
                <a:solidFill>
                  <a:srgbClr val="00FF00"/>
                </a:solidFill>
                <a:latin typeface="Cabin"/>
                <a:ea typeface="Cabin"/>
                <a:cs typeface="Cabin"/>
                <a:sym typeface="Cabin"/>
              </a:rPr>
              <a:t>5</a:t>
            </a:r>
            <a:r>
              <a:rPr lang="en-US" sz="3600">
                <a:solidFill>
                  <a:srgbClr val="00FF00"/>
                </a:solidFill>
              </a:rPr>
              <a:t>"</a:t>
            </a:r>
            <a:r>
              <a:rPr lang="en-US" sz="3600" b="0" i="0" u="none" strike="noStrike" cap="none" baseline="0">
                <a:solidFill>
                  <a:srgbClr val="FF7F00"/>
                </a:solidFill>
                <a:latin typeface="Cabin"/>
                <a:ea typeface="Cabin"/>
                <a:cs typeface="Cabin"/>
                <a:sym typeface="Cabin"/>
              </a:rPr>
              <a:t>&gt;</a:t>
            </a:r>
            <a:r>
              <a:rPr lang="en-US" sz="3600" b="0" i="0" u="none" strike="noStrike" cap="none" baseline="0">
                <a:solidFill>
                  <a:srgbClr val="FF00FF"/>
                </a:solidFill>
                <a:latin typeface="Cabin"/>
                <a:ea typeface="Cabin"/>
                <a:cs typeface="Cabin"/>
                <a:sym typeface="Cabin"/>
              </a:rPr>
              <a:t>X</a:t>
            </a:r>
            <a:r>
              <a:rPr lang="en-US" sz="3600" b="0" i="0" u="none" strike="noStrike" cap="none" baseline="0">
                <a:solidFill>
                  <a:srgbClr val="FF7F00"/>
                </a:solidFill>
                <a:latin typeface="Cabin"/>
                <a:ea typeface="Cabin"/>
                <a:cs typeface="Cabin"/>
                <a:sym typeface="Cabin"/>
              </a:rPr>
              <a:t>&lt;/b&gt;  </a:t>
            </a:r>
          </a:p>
          <a:p>
            <a:pPr marL="0" marR="0" lvl="0" indent="0" algn="l"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  &lt;c&gt; 	    </a:t>
            </a:r>
          </a:p>
          <a:p>
            <a:pPr marL="0" marR="0" lvl="0" indent="0" algn="l"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    &lt;d&gt;</a:t>
            </a:r>
            <a:r>
              <a:rPr lang="en-US" sz="3600" b="0" i="0" u="none" strike="noStrike" cap="none" baseline="0">
                <a:solidFill>
                  <a:srgbClr val="FF00FF"/>
                </a:solidFill>
                <a:latin typeface="Cabin"/>
                <a:ea typeface="Cabin"/>
                <a:cs typeface="Cabin"/>
                <a:sym typeface="Cabin"/>
              </a:rPr>
              <a:t>Y</a:t>
            </a:r>
            <a:r>
              <a:rPr lang="en-US" sz="3600" b="0" i="0" u="none" strike="noStrike" cap="none" baseline="0">
                <a:solidFill>
                  <a:srgbClr val="FF7F00"/>
                </a:solidFill>
                <a:latin typeface="Cabin"/>
                <a:ea typeface="Cabin"/>
                <a:cs typeface="Cabin"/>
                <a:sym typeface="Cabin"/>
              </a:rPr>
              <a:t>&lt;/d&gt;</a:t>
            </a:r>
          </a:p>
          <a:p>
            <a:pPr marL="0" marR="0" lvl="0" indent="0" algn="l"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    &lt;e&gt;</a:t>
            </a:r>
            <a:r>
              <a:rPr lang="en-US" sz="3600" b="0" i="0" u="none" strike="noStrike" cap="none" baseline="0">
                <a:solidFill>
                  <a:srgbClr val="FF00FF"/>
                </a:solidFill>
                <a:latin typeface="Cabin"/>
                <a:ea typeface="Cabin"/>
                <a:cs typeface="Cabin"/>
                <a:sym typeface="Cabin"/>
              </a:rPr>
              <a:t>Z</a:t>
            </a:r>
            <a:r>
              <a:rPr lang="en-US" sz="3600" b="0" i="0" u="none" strike="noStrike" cap="none" baseline="0">
                <a:solidFill>
                  <a:srgbClr val="FF7F00"/>
                </a:solidFill>
                <a:latin typeface="Cabin"/>
                <a:ea typeface="Cabin"/>
                <a:cs typeface="Cabin"/>
                <a:sym typeface="Cabin"/>
              </a:rPr>
              <a:t>&lt;/e&gt;	</a:t>
            </a:r>
          </a:p>
          <a:p>
            <a:pPr marL="0" marR="0" lvl="0" indent="0" algn="l"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  &lt;/c&gt;</a:t>
            </a:r>
          </a:p>
          <a:p>
            <a:pPr marL="0" marR="0" lvl="0" indent="0" algn="l"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&lt;/a&gt;</a:t>
            </a:r>
          </a:p>
        </p:txBody>
      </p:sp>
      <p:cxnSp>
        <p:nvCxnSpPr>
          <p:cNvPr id="211" name="Shape 211"/>
          <p:cNvCxnSpPr/>
          <p:nvPr/>
        </p:nvCxnSpPr>
        <p:spPr>
          <a:xfrm>
            <a:off x="10615611" y="4581525"/>
            <a:ext cx="558799" cy="938212"/>
          </a:xfrm>
          <a:prstGeom prst="straightConnector1">
            <a:avLst/>
          </a:prstGeom>
          <a:noFill/>
          <a:ln w="76200" cap="rnd" cmpd="sng">
            <a:solidFill>
              <a:srgbClr val="FF00FF"/>
            </a:solidFill>
            <a:prstDash val="solid"/>
            <a:miter/>
            <a:headEnd type="none" w="med" len="med"/>
            <a:tailEnd type="none" w="med" len="med"/>
          </a:ln>
        </p:spPr>
      </p:cxnSp>
      <p:cxnSp>
        <p:nvCxnSpPr>
          <p:cNvPr id="212" name="Shape 212"/>
          <p:cNvCxnSpPr/>
          <p:nvPr/>
        </p:nvCxnSpPr>
        <p:spPr>
          <a:xfrm>
            <a:off x="13054011" y="6194425"/>
            <a:ext cx="0" cy="1031875"/>
          </a:xfrm>
          <a:prstGeom prst="straightConnector1">
            <a:avLst/>
          </a:prstGeom>
          <a:noFill/>
          <a:ln w="76200" cap="rnd" cmpd="sng">
            <a:solidFill>
              <a:srgbClr val="FF00FF"/>
            </a:solidFill>
            <a:prstDash val="solid"/>
            <a:miter/>
            <a:headEnd type="none" w="med" len="med"/>
            <a:tailEnd type="none" w="med" len="med"/>
          </a:ln>
        </p:spPr>
      </p:cxnSp>
      <p:cxnSp>
        <p:nvCxnSpPr>
          <p:cNvPr id="213" name="Shape 213"/>
          <p:cNvCxnSpPr/>
          <p:nvPr/>
        </p:nvCxnSpPr>
        <p:spPr>
          <a:xfrm>
            <a:off x="14895512" y="6194425"/>
            <a:ext cx="0" cy="1031875"/>
          </a:xfrm>
          <a:prstGeom prst="straightConnector1">
            <a:avLst/>
          </a:prstGeom>
          <a:noFill/>
          <a:ln w="76200" cap="rnd" cmpd="sng">
            <a:solidFill>
              <a:srgbClr val="FF00FF"/>
            </a:solidFill>
            <a:prstDash val="solid"/>
            <a:miter/>
            <a:headEnd type="none" w="med" len="med"/>
            <a:tailEnd type="none" w="med" len="med"/>
          </a:ln>
        </p:spPr>
      </p:cxnSp>
      <p:sp>
        <p:nvSpPr>
          <p:cNvPr id="214" name="Shape 214"/>
          <p:cNvSpPr/>
          <p:nvPr/>
        </p:nvSpPr>
        <p:spPr>
          <a:xfrm>
            <a:off x="11976100" y="2527300"/>
            <a:ext cx="863599" cy="863599"/>
          </a:xfrm>
          <a:prstGeom prst="ellipse">
            <a:avLst/>
          </a:prstGeom>
          <a:solidFill>
            <a:srgbClr val="FF7F00"/>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900" b="0" i="0" u="none" strike="noStrike" cap="none" baseline="0">
                <a:solidFill>
                  <a:schemeClr val="lt1"/>
                </a:solidFill>
                <a:latin typeface="Cabin"/>
                <a:ea typeface="Cabin"/>
                <a:cs typeface="Cabin"/>
                <a:sym typeface="Cabin"/>
              </a:rPr>
              <a:t>a</a:t>
            </a:r>
          </a:p>
        </p:txBody>
      </p:sp>
      <p:sp>
        <p:nvSpPr>
          <p:cNvPr id="215" name="Shape 215"/>
          <p:cNvSpPr/>
          <p:nvPr/>
        </p:nvSpPr>
        <p:spPr>
          <a:xfrm>
            <a:off x="10185400" y="3873500"/>
            <a:ext cx="863599" cy="863599"/>
          </a:xfrm>
          <a:prstGeom prst="ellipse">
            <a:avLst/>
          </a:prstGeom>
          <a:solidFill>
            <a:srgbClr val="FF7F00"/>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600" b="0" i="0" u="none" strike="noStrike" cap="none" baseline="0">
                <a:solidFill>
                  <a:schemeClr val="lt1"/>
                </a:solidFill>
                <a:latin typeface="Cabin"/>
                <a:ea typeface="Cabin"/>
                <a:cs typeface="Cabin"/>
                <a:sym typeface="Cabin"/>
              </a:rPr>
              <a:t>b</a:t>
            </a:r>
          </a:p>
        </p:txBody>
      </p:sp>
      <p:sp>
        <p:nvSpPr>
          <p:cNvPr id="216" name="Shape 216"/>
          <p:cNvSpPr/>
          <p:nvPr/>
        </p:nvSpPr>
        <p:spPr>
          <a:xfrm>
            <a:off x="13462000" y="3873500"/>
            <a:ext cx="863599" cy="863599"/>
          </a:xfrm>
          <a:prstGeom prst="ellipse">
            <a:avLst/>
          </a:prstGeom>
          <a:solidFill>
            <a:srgbClr val="FF7F00"/>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600" b="0" i="0" u="none" strike="noStrike" cap="none" baseline="0">
                <a:solidFill>
                  <a:schemeClr val="lt1"/>
                </a:solidFill>
                <a:latin typeface="Cabin"/>
                <a:ea typeface="Cabin"/>
                <a:cs typeface="Cabin"/>
                <a:sym typeface="Cabin"/>
              </a:rPr>
              <a:t>c</a:t>
            </a:r>
          </a:p>
        </p:txBody>
      </p:sp>
      <p:sp>
        <p:nvSpPr>
          <p:cNvPr id="217" name="Shape 217"/>
          <p:cNvSpPr/>
          <p:nvPr/>
        </p:nvSpPr>
        <p:spPr>
          <a:xfrm>
            <a:off x="10922000" y="5410200"/>
            <a:ext cx="863599" cy="863599"/>
          </a:xfrm>
          <a:prstGeom prst="ellipse">
            <a:avLst/>
          </a:prstGeom>
          <a:solidFill>
            <a:srgbClr val="FF00FF"/>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400" b="0" i="0" u="none" strike="noStrike" cap="none" baseline="0">
                <a:solidFill>
                  <a:schemeClr val="lt1"/>
                </a:solidFill>
                <a:latin typeface="Cabin"/>
                <a:ea typeface="Cabin"/>
                <a:cs typeface="Cabin"/>
                <a:sym typeface="Cabin"/>
              </a:rPr>
              <a:t>X</a:t>
            </a:r>
          </a:p>
        </p:txBody>
      </p:sp>
      <p:sp>
        <p:nvSpPr>
          <p:cNvPr id="218" name="Shape 218"/>
          <p:cNvSpPr/>
          <p:nvPr/>
        </p:nvSpPr>
        <p:spPr>
          <a:xfrm>
            <a:off x="12623800" y="5410200"/>
            <a:ext cx="863599" cy="863599"/>
          </a:xfrm>
          <a:prstGeom prst="ellipse">
            <a:avLst/>
          </a:prstGeom>
          <a:solidFill>
            <a:srgbClr val="FF7F00"/>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600" b="0" i="0" u="none" strike="noStrike" cap="none" baseline="0">
                <a:solidFill>
                  <a:schemeClr val="lt1"/>
                </a:solidFill>
                <a:latin typeface="Cabin"/>
                <a:ea typeface="Cabin"/>
                <a:cs typeface="Cabin"/>
                <a:sym typeface="Cabin"/>
              </a:rPr>
              <a:t>d</a:t>
            </a:r>
          </a:p>
        </p:txBody>
      </p:sp>
      <p:sp>
        <p:nvSpPr>
          <p:cNvPr id="219" name="Shape 219"/>
          <p:cNvSpPr/>
          <p:nvPr/>
        </p:nvSpPr>
        <p:spPr>
          <a:xfrm>
            <a:off x="14465300" y="5410200"/>
            <a:ext cx="863599" cy="863599"/>
          </a:xfrm>
          <a:prstGeom prst="ellipse">
            <a:avLst/>
          </a:prstGeom>
          <a:solidFill>
            <a:srgbClr val="FF7F00"/>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600" b="0" i="0" u="none" strike="noStrike" cap="none" baseline="0">
                <a:solidFill>
                  <a:schemeClr val="lt1"/>
                </a:solidFill>
                <a:latin typeface="Cabin"/>
                <a:ea typeface="Cabin"/>
                <a:cs typeface="Cabin"/>
                <a:sym typeface="Cabin"/>
              </a:rPr>
              <a:t>e</a:t>
            </a:r>
          </a:p>
        </p:txBody>
      </p:sp>
      <p:sp>
        <p:nvSpPr>
          <p:cNvPr id="220" name="Shape 220"/>
          <p:cNvSpPr/>
          <p:nvPr/>
        </p:nvSpPr>
        <p:spPr>
          <a:xfrm>
            <a:off x="12623800" y="7188200"/>
            <a:ext cx="863599" cy="863599"/>
          </a:xfrm>
          <a:prstGeom prst="ellipse">
            <a:avLst/>
          </a:prstGeom>
          <a:solidFill>
            <a:srgbClr val="FF00FF"/>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400" b="0" i="0" u="none" strike="noStrike" cap="none" baseline="0">
                <a:solidFill>
                  <a:schemeClr val="lt1"/>
                </a:solidFill>
                <a:latin typeface="Cabin"/>
                <a:ea typeface="Cabin"/>
                <a:cs typeface="Cabin"/>
                <a:sym typeface="Cabin"/>
              </a:rPr>
              <a:t>Y</a:t>
            </a:r>
          </a:p>
        </p:txBody>
      </p:sp>
      <p:sp>
        <p:nvSpPr>
          <p:cNvPr id="221" name="Shape 221"/>
          <p:cNvSpPr/>
          <p:nvPr/>
        </p:nvSpPr>
        <p:spPr>
          <a:xfrm>
            <a:off x="14465300" y="7188200"/>
            <a:ext cx="863599" cy="863599"/>
          </a:xfrm>
          <a:prstGeom prst="ellipse">
            <a:avLst/>
          </a:prstGeom>
          <a:solidFill>
            <a:srgbClr val="FF00FF"/>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400" b="0" i="0" u="none" strike="noStrike" cap="none" baseline="0">
                <a:solidFill>
                  <a:schemeClr val="lt1"/>
                </a:solidFill>
                <a:latin typeface="Cabin"/>
                <a:ea typeface="Cabin"/>
                <a:cs typeface="Cabin"/>
                <a:sym typeface="Cabin"/>
              </a:rPr>
              <a:t>Z</a:t>
            </a:r>
          </a:p>
        </p:txBody>
      </p:sp>
      <p:cxnSp>
        <p:nvCxnSpPr>
          <p:cNvPr id="222" name="Shape 222"/>
          <p:cNvCxnSpPr/>
          <p:nvPr/>
        </p:nvCxnSpPr>
        <p:spPr>
          <a:xfrm flipH="1">
            <a:off x="10807699" y="3140075"/>
            <a:ext cx="1449386" cy="989012"/>
          </a:xfrm>
          <a:prstGeom prst="straightConnector1">
            <a:avLst/>
          </a:prstGeom>
          <a:noFill/>
          <a:ln w="76200" cap="rnd" cmpd="sng">
            <a:solidFill>
              <a:srgbClr val="FF7F00"/>
            </a:solidFill>
            <a:prstDash val="solid"/>
            <a:miter/>
            <a:headEnd type="none" w="med" len="med"/>
            <a:tailEnd type="none" w="med" len="med"/>
          </a:ln>
        </p:spPr>
      </p:cxnSp>
      <p:cxnSp>
        <p:nvCxnSpPr>
          <p:cNvPr id="223" name="Shape 223"/>
          <p:cNvCxnSpPr/>
          <p:nvPr/>
        </p:nvCxnSpPr>
        <p:spPr>
          <a:xfrm>
            <a:off x="12630150" y="3184525"/>
            <a:ext cx="1054100" cy="879474"/>
          </a:xfrm>
          <a:prstGeom prst="straightConnector1">
            <a:avLst/>
          </a:prstGeom>
          <a:noFill/>
          <a:ln w="76200" cap="rnd" cmpd="sng">
            <a:solidFill>
              <a:srgbClr val="FF7F00"/>
            </a:solidFill>
            <a:prstDash val="solid"/>
            <a:miter/>
            <a:headEnd type="none" w="med" len="med"/>
            <a:tailEnd type="none" w="med" len="med"/>
          </a:ln>
        </p:spPr>
      </p:cxnSp>
      <p:cxnSp>
        <p:nvCxnSpPr>
          <p:cNvPr id="224" name="Shape 224"/>
          <p:cNvCxnSpPr/>
          <p:nvPr/>
        </p:nvCxnSpPr>
        <p:spPr>
          <a:xfrm flipH="1">
            <a:off x="13179424" y="4611687"/>
            <a:ext cx="549275" cy="966787"/>
          </a:xfrm>
          <a:prstGeom prst="straightConnector1">
            <a:avLst/>
          </a:prstGeom>
          <a:noFill/>
          <a:ln w="76200" cap="rnd" cmpd="sng">
            <a:solidFill>
              <a:srgbClr val="FF7F00"/>
            </a:solidFill>
            <a:prstDash val="solid"/>
            <a:miter/>
            <a:headEnd type="none" w="med" len="med"/>
            <a:tailEnd type="none" w="med" len="med"/>
          </a:ln>
        </p:spPr>
      </p:cxnSp>
      <p:cxnSp>
        <p:nvCxnSpPr>
          <p:cNvPr id="225" name="Shape 225"/>
          <p:cNvCxnSpPr/>
          <p:nvPr/>
        </p:nvCxnSpPr>
        <p:spPr>
          <a:xfrm>
            <a:off x="14058900" y="4591050"/>
            <a:ext cx="768349" cy="855661"/>
          </a:xfrm>
          <a:prstGeom prst="straightConnector1">
            <a:avLst/>
          </a:prstGeom>
          <a:noFill/>
          <a:ln w="76200" cap="rnd" cmpd="sng">
            <a:solidFill>
              <a:srgbClr val="FF7F00"/>
            </a:solidFill>
            <a:prstDash val="solid"/>
            <a:miter/>
            <a:headEnd type="none" w="med" len="med"/>
            <a:tailEnd type="none" w="med" len="med"/>
          </a:ln>
        </p:spPr>
      </p:cxnSp>
      <p:cxnSp>
        <p:nvCxnSpPr>
          <p:cNvPr id="226" name="Shape 226"/>
          <p:cNvCxnSpPr/>
          <p:nvPr/>
        </p:nvCxnSpPr>
        <p:spPr>
          <a:xfrm flipH="1">
            <a:off x="10029824" y="4706937"/>
            <a:ext cx="417511" cy="769937"/>
          </a:xfrm>
          <a:prstGeom prst="straightConnector1">
            <a:avLst/>
          </a:prstGeom>
          <a:noFill/>
          <a:ln w="76200" cap="rnd" cmpd="sng">
            <a:solidFill>
              <a:srgbClr val="00FF00"/>
            </a:solidFill>
            <a:prstDash val="solid"/>
            <a:miter/>
            <a:headEnd type="none" w="med" len="med"/>
            <a:tailEnd type="none" w="med" len="med"/>
          </a:ln>
        </p:spPr>
      </p:cxnSp>
      <p:sp>
        <p:nvSpPr>
          <p:cNvPr id="227" name="Shape 227"/>
          <p:cNvSpPr/>
          <p:nvPr/>
        </p:nvSpPr>
        <p:spPr>
          <a:xfrm>
            <a:off x="9436100" y="5410200"/>
            <a:ext cx="863599" cy="863599"/>
          </a:xfrm>
          <a:prstGeom prst="ellipse">
            <a:avLst/>
          </a:prstGeom>
          <a:solidFill>
            <a:srgbClr val="00FF00"/>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400" b="0" i="0" u="none" strike="noStrike" cap="none" baseline="0">
                <a:solidFill>
                  <a:schemeClr val="lt1"/>
                </a:solidFill>
                <a:latin typeface="Cabin"/>
                <a:ea typeface="Cabin"/>
                <a:cs typeface="Cabin"/>
                <a:sym typeface="Cabin"/>
              </a:rPr>
              <a:t>5</a:t>
            </a:r>
          </a:p>
        </p:txBody>
      </p:sp>
      <p:sp>
        <p:nvSpPr>
          <p:cNvPr id="228" name="Shape 228"/>
          <p:cNvSpPr txBox="1"/>
          <p:nvPr/>
        </p:nvSpPr>
        <p:spPr>
          <a:xfrm>
            <a:off x="8674100" y="4298950"/>
            <a:ext cx="1124100" cy="1143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3600" b="0" i="0" u="none" strike="noStrike" cap="none" baseline="0">
                <a:solidFill>
                  <a:srgbClr val="00FF00"/>
                </a:solidFill>
                <a:latin typeface="Cabin"/>
                <a:ea typeface="Cabin"/>
                <a:cs typeface="Cabin"/>
                <a:sym typeface="Cabin"/>
              </a:rPr>
              <a:t>w</a:t>
            </a:r>
          </a:p>
          <a:p>
            <a:pPr marL="0" marR="0" lvl="0" indent="0" algn="ctr" rtl="0">
              <a:lnSpc>
                <a:spcPct val="100000"/>
              </a:lnSpc>
              <a:spcBef>
                <a:spcPts val="0"/>
              </a:spcBef>
              <a:spcAft>
                <a:spcPts val="0"/>
              </a:spcAft>
              <a:buClr>
                <a:srgbClr val="00FF00"/>
              </a:buClr>
              <a:buSzPct val="25000"/>
              <a:buFont typeface="Cabin"/>
              <a:buNone/>
            </a:pPr>
            <a:r>
              <a:rPr lang="en-US" sz="3600" b="0" i="0" u="none" strike="noStrike" cap="none" baseline="0">
                <a:solidFill>
                  <a:srgbClr val="00FF00"/>
                </a:solidFill>
                <a:latin typeface="Cabin"/>
                <a:ea typeface="Cabin"/>
                <a:cs typeface="Cabin"/>
                <a:sym typeface="Cabin"/>
              </a:rPr>
              <a:t>attrib</a:t>
            </a:r>
          </a:p>
        </p:txBody>
      </p:sp>
      <p:sp>
        <p:nvSpPr>
          <p:cNvPr id="229" name="Shape 229"/>
          <p:cNvSpPr txBox="1"/>
          <p:nvPr/>
        </p:nvSpPr>
        <p:spPr>
          <a:xfrm>
            <a:off x="11277600" y="4305300"/>
            <a:ext cx="1046162" cy="11430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text</a:t>
            </a:r>
          </a:p>
          <a:p>
            <a:pPr marL="0" marR="0" lvl="0" indent="0" algn="ctr"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node</a:t>
            </a:r>
          </a:p>
        </p:txBody>
      </p:sp>
      <p:sp>
        <p:nvSpPr>
          <p:cNvPr id="230" name="Shape 230"/>
          <p:cNvSpPr txBox="1"/>
          <p:nvPr/>
        </p:nvSpPr>
        <p:spPr>
          <a:xfrm>
            <a:off x="1185600" y="7861300"/>
            <a:ext cx="21257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Elements</a:t>
            </a:r>
          </a:p>
        </p:txBody>
      </p:sp>
      <p:sp>
        <p:nvSpPr>
          <p:cNvPr id="231" name="Shape 231"/>
          <p:cNvSpPr txBox="1"/>
          <p:nvPr/>
        </p:nvSpPr>
        <p:spPr>
          <a:xfrm>
            <a:off x="3721100" y="7861300"/>
            <a:ext cx="9206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Text</a:t>
            </a:r>
          </a:p>
        </p:txBody>
      </p:sp>
    </p:spTree>
  </p:cSld>
  <p:clrMapOvr>
    <a:masterClrMapping/>
  </p:clrMapOvr>
  <p:transition spd="slow">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Shape 236"/>
          <p:cNvSpPr txBox="1">
            <a:spLocks noGrp="1"/>
          </p:cNvSpPr>
          <p:nvPr>
            <p:ph type="title"/>
          </p:nvPr>
        </p:nvSpPr>
        <p:spPr>
          <a:xfrm>
            <a:off x="1155700" y="241300"/>
            <a:ext cx="5676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b="0" i="0" u="none" strike="noStrike" cap="none" baseline="0">
                <a:solidFill>
                  <a:schemeClr val="lt1"/>
                </a:solidFill>
                <a:latin typeface="Cabin"/>
                <a:ea typeface="Cabin"/>
                <a:cs typeface="Cabin"/>
                <a:sym typeface="Cabin"/>
              </a:rPr>
              <a:t>XML as Paths</a:t>
            </a:r>
          </a:p>
        </p:txBody>
      </p:sp>
      <p:sp>
        <p:nvSpPr>
          <p:cNvPr id="237" name="Shape 237"/>
          <p:cNvSpPr txBox="1"/>
          <p:nvPr/>
        </p:nvSpPr>
        <p:spPr>
          <a:xfrm>
            <a:off x="2514600" y="2855911"/>
            <a:ext cx="2470149" cy="3876675"/>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&lt;a&gt;</a:t>
            </a:r>
          </a:p>
          <a:p>
            <a:pPr marL="0" marR="0" lvl="0" indent="0" algn="l"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  &lt;b&gt;</a:t>
            </a:r>
            <a:r>
              <a:rPr lang="en-US" sz="3600" b="0" i="0" u="none" strike="noStrike" cap="none" baseline="0">
                <a:solidFill>
                  <a:srgbClr val="FF00FF"/>
                </a:solidFill>
                <a:latin typeface="Cabin"/>
                <a:ea typeface="Cabin"/>
                <a:cs typeface="Cabin"/>
                <a:sym typeface="Cabin"/>
              </a:rPr>
              <a:t>X</a:t>
            </a:r>
            <a:r>
              <a:rPr lang="en-US" sz="3600" b="0" i="0" u="none" strike="noStrike" cap="none" baseline="0">
                <a:solidFill>
                  <a:srgbClr val="FF7F00"/>
                </a:solidFill>
                <a:latin typeface="Cabin"/>
                <a:ea typeface="Cabin"/>
                <a:cs typeface="Cabin"/>
                <a:sym typeface="Cabin"/>
              </a:rPr>
              <a:t>&lt;/b&gt;</a:t>
            </a:r>
          </a:p>
          <a:p>
            <a:pPr marL="0" marR="0" lvl="0" indent="0" algn="l"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  &lt;c&gt;</a:t>
            </a:r>
          </a:p>
          <a:p>
            <a:pPr marL="0" marR="0" lvl="0" indent="0" algn="l"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    &lt;d&gt;</a:t>
            </a:r>
            <a:r>
              <a:rPr lang="en-US" sz="3600" b="0" i="0" u="none" strike="noStrike" cap="none" baseline="0">
                <a:solidFill>
                  <a:srgbClr val="FF00FF"/>
                </a:solidFill>
                <a:latin typeface="Cabin"/>
                <a:ea typeface="Cabin"/>
                <a:cs typeface="Cabin"/>
                <a:sym typeface="Cabin"/>
              </a:rPr>
              <a:t>Y</a:t>
            </a:r>
            <a:r>
              <a:rPr lang="en-US" sz="3600" b="0" i="0" u="none" strike="noStrike" cap="none" baseline="0">
                <a:solidFill>
                  <a:srgbClr val="FF7F00"/>
                </a:solidFill>
                <a:latin typeface="Cabin"/>
                <a:ea typeface="Cabin"/>
                <a:cs typeface="Cabin"/>
                <a:sym typeface="Cabin"/>
              </a:rPr>
              <a:t>&lt;/d&gt;</a:t>
            </a:r>
          </a:p>
          <a:p>
            <a:pPr marL="0" marR="0" lvl="0" indent="0" algn="l"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    &lt;e&gt;</a:t>
            </a:r>
            <a:r>
              <a:rPr lang="en-US" sz="3600" b="0" i="0" u="none" strike="noStrike" cap="none" baseline="0">
                <a:solidFill>
                  <a:srgbClr val="FF00FF"/>
                </a:solidFill>
                <a:latin typeface="Cabin"/>
                <a:ea typeface="Cabin"/>
                <a:cs typeface="Cabin"/>
                <a:sym typeface="Cabin"/>
              </a:rPr>
              <a:t>Z</a:t>
            </a:r>
            <a:r>
              <a:rPr lang="en-US" sz="3600" b="0" i="0" u="none" strike="noStrike" cap="none" baseline="0">
                <a:solidFill>
                  <a:srgbClr val="FF7F00"/>
                </a:solidFill>
                <a:latin typeface="Cabin"/>
                <a:ea typeface="Cabin"/>
                <a:cs typeface="Cabin"/>
                <a:sym typeface="Cabin"/>
              </a:rPr>
              <a:t>&lt;/e&gt;</a:t>
            </a:r>
          </a:p>
          <a:p>
            <a:pPr marL="0" marR="0" lvl="0" indent="0" algn="l"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  &lt;/c&gt;</a:t>
            </a:r>
          </a:p>
          <a:p>
            <a:pPr marL="0" marR="0" lvl="0" indent="0" algn="l"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&lt;/a&gt;  </a:t>
            </a:r>
          </a:p>
        </p:txBody>
      </p:sp>
      <p:grpSp>
        <p:nvGrpSpPr>
          <p:cNvPr id="238" name="Shape 238"/>
          <p:cNvGrpSpPr/>
          <p:nvPr/>
        </p:nvGrpSpPr>
        <p:grpSpPr>
          <a:xfrm>
            <a:off x="10058400" y="698500"/>
            <a:ext cx="5143499" cy="5524499"/>
            <a:chOff x="0" y="0"/>
            <a:chExt cx="5143499" cy="5524499"/>
          </a:xfrm>
        </p:grpSpPr>
        <p:cxnSp>
          <p:nvCxnSpPr>
            <p:cNvPr id="239" name="Shape 239"/>
            <p:cNvCxnSpPr/>
            <p:nvPr/>
          </p:nvCxnSpPr>
          <p:spPr>
            <a:xfrm>
              <a:off x="430212" y="2054225"/>
              <a:ext cx="0" cy="1031875"/>
            </a:xfrm>
            <a:prstGeom prst="straightConnector1">
              <a:avLst/>
            </a:prstGeom>
            <a:noFill/>
            <a:ln w="76200" cap="rnd" cmpd="sng">
              <a:solidFill>
                <a:srgbClr val="FF00FF"/>
              </a:solidFill>
              <a:prstDash val="solid"/>
              <a:miter/>
              <a:headEnd type="none" w="med" len="med"/>
              <a:tailEnd type="none" w="med" len="med"/>
            </a:ln>
          </p:spPr>
        </p:cxnSp>
        <p:cxnSp>
          <p:nvCxnSpPr>
            <p:cNvPr id="240" name="Shape 240"/>
            <p:cNvCxnSpPr/>
            <p:nvPr/>
          </p:nvCxnSpPr>
          <p:spPr>
            <a:xfrm>
              <a:off x="2868611" y="3667125"/>
              <a:ext cx="0" cy="1031875"/>
            </a:xfrm>
            <a:prstGeom prst="straightConnector1">
              <a:avLst/>
            </a:prstGeom>
            <a:noFill/>
            <a:ln w="76200" cap="rnd" cmpd="sng">
              <a:solidFill>
                <a:srgbClr val="FF00FF"/>
              </a:solidFill>
              <a:prstDash val="solid"/>
              <a:miter/>
              <a:headEnd type="none" w="med" len="med"/>
              <a:tailEnd type="none" w="med" len="med"/>
            </a:ln>
          </p:spPr>
        </p:cxnSp>
        <p:cxnSp>
          <p:nvCxnSpPr>
            <p:cNvPr id="241" name="Shape 241"/>
            <p:cNvCxnSpPr/>
            <p:nvPr/>
          </p:nvCxnSpPr>
          <p:spPr>
            <a:xfrm>
              <a:off x="4710112" y="3667125"/>
              <a:ext cx="0" cy="1031875"/>
            </a:xfrm>
            <a:prstGeom prst="straightConnector1">
              <a:avLst/>
            </a:prstGeom>
            <a:noFill/>
            <a:ln w="76200" cap="rnd" cmpd="sng">
              <a:solidFill>
                <a:srgbClr val="FF00FF"/>
              </a:solidFill>
              <a:prstDash val="solid"/>
              <a:miter/>
              <a:headEnd type="none" w="med" len="med"/>
              <a:tailEnd type="none" w="med" len="med"/>
            </a:ln>
          </p:spPr>
        </p:cxnSp>
        <p:sp>
          <p:nvSpPr>
            <p:cNvPr id="242" name="Shape 242"/>
            <p:cNvSpPr/>
            <p:nvPr/>
          </p:nvSpPr>
          <p:spPr>
            <a:xfrm>
              <a:off x="1790700" y="0"/>
              <a:ext cx="863599" cy="863599"/>
            </a:xfrm>
            <a:prstGeom prst="ellipse">
              <a:avLst/>
            </a:prstGeom>
            <a:solidFill>
              <a:srgbClr val="FF7F00"/>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900" b="0" i="0" u="none" strike="noStrike" cap="none" baseline="0">
                  <a:solidFill>
                    <a:schemeClr val="lt1"/>
                  </a:solidFill>
                  <a:latin typeface="Cabin"/>
                  <a:ea typeface="Cabin"/>
                  <a:cs typeface="Cabin"/>
                  <a:sym typeface="Cabin"/>
                </a:rPr>
                <a:t>a</a:t>
              </a:r>
            </a:p>
          </p:txBody>
        </p:sp>
        <p:sp>
          <p:nvSpPr>
            <p:cNvPr id="243" name="Shape 243"/>
            <p:cNvSpPr/>
            <p:nvPr/>
          </p:nvSpPr>
          <p:spPr>
            <a:xfrm>
              <a:off x="0" y="1346200"/>
              <a:ext cx="863599" cy="863599"/>
            </a:xfrm>
            <a:prstGeom prst="ellipse">
              <a:avLst/>
            </a:prstGeom>
            <a:solidFill>
              <a:srgbClr val="FF7F00"/>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600" b="0" i="0" u="none" strike="noStrike" cap="none" baseline="0">
                  <a:solidFill>
                    <a:schemeClr val="lt1"/>
                  </a:solidFill>
                  <a:latin typeface="Cabin"/>
                  <a:ea typeface="Cabin"/>
                  <a:cs typeface="Cabin"/>
                  <a:sym typeface="Cabin"/>
                </a:rPr>
                <a:t>b</a:t>
              </a:r>
            </a:p>
          </p:txBody>
        </p:sp>
        <p:sp>
          <p:nvSpPr>
            <p:cNvPr id="244" name="Shape 244"/>
            <p:cNvSpPr/>
            <p:nvPr/>
          </p:nvSpPr>
          <p:spPr>
            <a:xfrm>
              <a:off x="3276600" y="1346200"/>
              <a:ext cx="863599" cy="863599"/>
            </a:xfrm>
            <a:prstGeom prst="ellipse">
              <a:avLst/>
            </a:prstGeom>
            <a:solidFill>
              <a:srgbClr val="FF7F00"/>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600" b="0" i="0" u="none" strike="noStrike" cap="none" baseline="0">
                  <a:solidFill>
                    <a:schemeClr val="lt1"/>
                  </a:solidFill>
                  <a:latin typeface="Cabin"/>
                  <a:ea typeface="Cabin"/>
                  <a:cs typeface="Cabin"/>
                  <a:sym typeface="Cabin"/>
                </a:rPr>
                <a:t>c</a:t>
              </a:r>
            </a:p>
          </p:txBody>
        </p:sp>
        <p:sp>
          <p:nvSpPr>
            <p:cNvPr id="245" name="Shape 245"/>
            <p:cNvSpPr/>
            <p:nvPr/>
          </p:nvSpPr>
          <p:spPr>
            <a:xfrm>
              <a:off x="0" y="2882900"/>
              <a:ext cx="863599" cy="863599"/>
            </a:xfrm>
            <a:prstGeom prst="ellipse">
              <a:avLst/>
            </a:prstGeom>
            <a:solidFill>
              <a:srgbClr val="FF00FF"/>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400" b="0" i="0" u="none" strike="noStrike" cap="none" baseline="0">
                  <a:solidFill>
                    <a:schemeClr val="lt1"/>
                  </a:solidFill>
                  <a:latin typeface="Cabin"/>
                  <a:ea typeface="Cabin"/>
                  <a:cs typeface="Cabin"/>
                  <a:sym typeface="Cabin"/>
                </a:rPr>
                <a:t>X</a:t>
              </a:r>
            </a:p>
          </p:txBody>
        </p:sp>
        <p:sp>
          <p:nvSpPr>
            <p:cNvPr id="246" name="Shape 246"/>
            <p:cNvSpPr/>
            <p:nvPr/>
          </p:nvSpPr>
          <p:spPr>
            <a:xfrm>
              <a:off x="2438400" y="2882900"/>
              <a:ext cx="863599" cy="863599"/>
            </a:xfrm>
            <a:prstGeom prst="ellipse">
              <a:avLst/>
            </a:prstGeom>
            <a:solidFill>
              <a:srgbClr val="FF7F00"/>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600" b="0" i="0" u="none" strike="noStrike" cap="none" baseline="0">
                  <a:solidFill>
                    <a:schemeClr val="lt1"/>
                  </a:solidFill>
                  <a:latin typeface="Cabin"/>
                  <a:ea typeface="Cabin"/>
                  <a:cs typeface="Cabin"/>
                  <a:sym typeface="Cabin"/>
                </a:rPr>
                <a:t>d</a:t>
              </a:r>
            </a:p>
          </p:txBody>
        </p:sp>
        <p:sp>
          <p:nvSpPr>
            <p:cNvPr id="247" name="Shape 247"/>
            <p:cNvSpPr/>
            <p:nvPr/>
          </p:nvSpPr>
          <p:spPr>
            <a:xfrm>
              <a:off x="4279900" y="2882900"/>
              <a:ext cx="863599" cy="863599"/>
            </a:xfrm>
            <a:prstGeom prst="ellipse">
              <a:avLst/>
            </a:prstGeom>
            <a:solidFill>
              <a:srgbClr val="FF7F00"/>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600" b="0" i="0" u="none" strike="noStrike" cap="none" baseline="0">
                  <a:solidFill>
                    <a:schemeClr val="lt1"/>
                  </a:solidFill>
                  <a:latin typeface="Cabin"/>
                  <a:ea typeface="Cabin"/>
                  <a:cs typeface="Cabin"/>
                  <a:sym typeface="Cabin"/>
                </a:rPr>
                <a:t>e</a:t>
              </a:r>
            </a:p>
          </p:txBody>
        </p:sp>
        <p:sp>
          <p:nvSpPr>
            <p:cNvPr id="248" name="Shape 248"/>
            <p:cNvSpPr/>
            <p:nvPr/>
          </p:nvSpPr>
          <p:spPr>
            <a:xfrm>
              <a:off x="2438400" y="4660900"/>
              <a:ext cx="863599" cy="863599"/>
            </a:xfrm>
            <a:prstGeom prst="ellipse">
              <a:avLst/>
            </a:prstGeom>
            <a:solidFill>
              <a:srgbClr val="FF00FF"/>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400" b="0" i="0" u="none" strike="noStrike" cap="none" baseline="0">
                  <a:solidFill>
                    <a:schemeClr val="lt1"/>
                  </a:solidFill>
                  <a:latin typeface="Cabin"/>
                  <a:ea typeface="Cabin"/>
                  <a:cs typeface="Cabin"/>
                  <a:sym typeface="Cabin"/>
                </a:rPr>
                <a:t>Y</a:t>
              </a:r>
            </a:p>
          </p:txBody>
        </p:sp>
        <p:sp>
          <p:nvSpPr>
            <p:cNvPr id="249" name="Shape 249"/>
            <p:cNvSpPr/>
            <p:nvPr/>
          </p:nvSpPr>
          <p:spPr>
            <a:xfrm>
              <a:off x="4279900" y="4660900"/>
              <a:ext cx="863599" cy="863599"/>
            </a:xfrm>
            <a:prstGeom prst="ellipse">
              <a:avLst/>
            </a:prstGeom>
            <a:solidFill>
              <a:srgbClr val="FF00FF"/>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400" b="0" i="0" u="none" strike="noStrike" cap="none" baseline="0">
                  <a:solidFill>
                    <a:schemeClr val="lt1"/>
                  </a:solidFill>
                  <a:latin typeface="Cabin"/>
                  <a:ea typeface="Cabin"/>
                  <a:cs typeface="Cabin"/>
                  <a:sym typeface="Cabin"/>
                </a:rPr>
                <a:t>Z</a:t>
              </a:r>
            </a:p>
          </p:txBody>
        </p:sp>
        <p:cxnSp>
          <p:nvCxnSpPr>
            <p:cNvPr id="250" name="Shape 250"/>
            <p:cNvCxnSpPr/>
            <p:nvPr/>
          </p:nvCxnSpPr>
          <p:spPr>
            <a:xfrm flipH="1">
              <a:off x="622299" y="612775"/>
              <a:ext cx="1449386" cy="989012"/>
            </a:xfrm>
            <a:prstGeom prst="straightConnector1">
              <a:avLst/>
            </a:prstGeom>
            <a:noFill/>
            <a:ln w="76200" cap="rnd" cmpd="sng">
              <a:solidFill>
                <a:srgbClr val="FF7F00"/>
              </a:solidFill>
              <a:prstDash val="solid"/>
              <a:miter/>
              <a:headEnd type="none" w="med" len="med"/>
              <a:tailEnd type="none" w="med" len="med"/>
            </a:ln>
          </p:spPr>
        </p:cxnSp>
        <p:cxnSp>
          <p:nvCxnSpPr>
            <p:cNvPr id="251" name="Shape 251"/>
            <p:cNvCxnSpPr/>
            <p:nvPr/>
          </p:nvCxnSpPr>
          <p:spPr>
            <a:xfrm>
              <a:off x="2444750" y="657225"/>
              <a:ext cx="1054100" cy="879474"/>
            </a:xfrm>
            <a:prstGeom prst="straightConnector1">
              <a:avLst/>
            </a:prstGeom>
            <a:noFill/>
            <a:ln w="76200" cap="rnd" cmpd="sng">
              <a:solidFill>
                <a:srgbClr val="FF7F00"/>
              </a:solidFill>
              <a:prstDash val="solid"/>
              <a:miter/>
              <a:headEnd type="none" w="med" len="med"/>
              <a:tailEnd type="none" w="med" len="med"/>
            </a:ln>
          </p:spPr>
        </p:cxnSp>
        <p:cxnSp>
          <p:nvCxnSpPr>
            <p:cNvPr id="252" name="Shape 252"/>
            <p:cNvCxnSpPr/>
            <p:nvPr/>
          </p:nvCxnSpPr>
          <p:spPr>
            <a:xfrm flipH="1">
              <a:off x="2994024" y="2084386"/>
              <a:ext cx="549275" cy="966787"/>
            </a:xfrm>
            <a:prstGeom prst="straightConnector1">
              <a:avLst/>
            </a:prstGeom>
            <a:noFill/>
            <a:ln w="76200" cap="rnd" cmpd="sng">
              <a:solidFill>
                <a:srgbClr val="FF7F00"/>
              </a:solidFill>
              <a:prstDash val="solid"/>
              <a:miter/>
              <a:headEnd type="none" w="med" len="med"/>
              <a:tailEnd type="none" w="med" len="med"/>
            </a:ln>
          </p:spPr>
        </p:cxnSp>
        <p:cxnSp>
          <p:nvCxnSpPr>
            <p:cNvPr id="253" name="Shape 253"/>
            <p:cNvCxnSpPr/>
            <p:nvPr/>
          </p:nvCxnSpPr>
          <p:spPr>
            <a:xfrm>
              <a:off x="3873500" y="2063750"/>
              <a:ext cx="768349" cy="855661"/>
            </a:xfrm>
            <a:prstGeom prst="straightConnector1">
              <a:avLst/>
            </a:prstGeom>
            <a:noFill/>
            <a:ln w="76200" cap="rnd" cmpd="sng">
              <a:solidFill>
                <a:srgbClr val="FF7F00"/>
              </a:solidFill>
              <a:prstDash val="solid"/>
              <a:miter/>
              <a:headEnd type="none" w="med" len="med"/>
              <a:tailEnd type="none" w="med" len="med"/>
            </a:ln>
          </p:spPr>
        </p:cxnSp>
      </p:grpSp>
      <p:sp>
        <p:nvSpPr>
          <p:cNvPr id="254" name="Shape 254"/>
          <p:cNvSpPr txBox="1"/>
          <p:nvPr/>
        </p:nvSpPr>
        <p:spPr>
          <a:xfrm>
            <a:off x="7467600" y="5829300"/>
            <a:ext cx="3200399" cy="25019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Cabin"/>
              <a:buNone/>
            </a:pPr>
            <a:r>
              <a:rPr lang="en-US" sz="5500" b="0" i="0" u="none" strike="noStrike" cap="none" baseline="0">
                <a:solidFill>
                  <a:srgbClr val="FF7F00"/>
                </a:solidFill>
                <a:latin typeface="Cabin"/>
                <a:ea typeface="Cabin"/>
                <a:cs typeface="Cabin"/>
                <a:sym typeface="Cabin"/>
              </a:rPr>
              <a:t>/a/b </a:t>
            </a:r>
            <a:r>
              <a:rPr lang="en-US" sz="5500" b="0" i="0" u="none" strike="noStrike" cap="none" baseline="0">
                <a:solidFill>
                  <a:schemeClr val="lt1"/>
                </a:solidFill>
                <a:latin typeface="Cabin"/>
                <a:ea typeface="Cabin"/>
                <a:cs typeface="Cabin"/>
                <a:sym typeface="Cabin"/>
              </a:rPr>
              <a:t>       </a:t>
            </a:r>
            <a:r>
              <a:rPr lang="en-US" sz="5500" b="0" i="0" u="none" strike="noStrike" cap="none" baseline="0">
                <a:solidFill>
                  <a:srgbClr val="FF00FF"/>
                </a:solidFill>
                <a:latin typeface="Cabin"/>
                <a:ea typeface="Cabin"/>
                <a:cs typeface="Cabin"/>
                <a:sym typeface="Cabin"/>
              </a:rPr>
              <a:t>X</a:t>
            </a:r>
          </a:p>
          <a:p>
            <a:pPr marL="0" marR="0" lvl="0" indent="0" algn="l" rtl="0">
              <a:lnSpc>
                <a:spcPct val="100000"/>
              </a:lnSpc>
              <a:spcBef>
                <a:spcPts val="0"/>
              </a:spcBef>
              <a:spcAft>
                <a:spcPts val="0"/>
              </a:spcAft>
              <a:buClr>
                <a:srgbClr val="FF7F00"/>
              </a:buClr>
              <a:buSzPct val="25000"/>
              <a:buFont typeface="Cabin"/>
              <a:buNone/>
            </a:pPr>
            <a:r>
              <a:rPr lang="en-US" sz="5500" b="0" i="0" u="none" strike="noStrike" cap="none" baseline="0">
                <a:solidFill>
                  <a:srgbClr val="FF7F00"/>
                </a:solidFill>
                <a:latin typeface="Cabin"/>
                <a:ea typeface="Cabin"/>
                <a:cs typeface="Cabin"/>
                <a:sym typeface="Cabin"/>
              </a:rPr>
              <a:t>/a/c/d </a:t>
            </a:r>
            <a:r>
              <a:rPr lang="en-US" sz="5500" b="0" i="0" u="none" strike="noStrike" cap="none" baseline="0">
                <a:solidFill>
                  <a:schemeClr val="lt1"/>
                </a:solidFill>
                <a:latin typeface="Cabin"/>
                <a:ea typeface="Cabin"/>
                <a:cs typeface="Cabin"/>
                <a:sym typeface="Cabin"/>
              </a:rPr>
              <a:t>    </a:t>
            </a:r>
            <a:r>
              <a:rPr lang="en-US" sz="5500" b="0" i="0" u="none" strike="noStrike" cap="none" baseline="0">
                <a:solidFill>
                  <a:srgbClr val="FF00FF"/>
                </a:solidFill>
                <a:latin typeface="Cabin"/>
                <a:ea typeface="Cabin"/>
                <a:cs typeface="Cabin"/>
                <a:sym typeface="Cabin"/>
              </a:rPr>
              <a:t>Y</a:t>
            </a:r>
          </a:p>
          <a:p>
            <a:pPr marL="0" marR="0" lvl="0" indent="0" algn="l" rtl="0">
              <a:lnSpc>
                <a:spcPct val="100000"/>
              </a:lnSpc>
              <a:spcBef>
                <a:spcPts val="0"/>
              </a:spcBef>
              <a:spcAft>
                <a:spcPts val="0"/>
              </a:spcAft>
              <a:buClr>
                <a:srgbClr val="FF7F00"/>
              </a:buClr>
              <a:buSzPct val="25000"/>
              <a:buFont typeface="Cabin"/>
              <a:buNone/>
            </a:pPr>
            <a:r>
              <a:rPr lang="en-US" sz="5500" b="0" i="0" u="none" strike="noStrike" cap="none" baseline="0">
                <a:solidFill>
                  <a:srgbClr val="FF7F00"/>
                </a:solidFill>
                <a:latin typeface="Cabin"/>
                <a:ea typeface="Cabin"/>
                <a:cs typeface="Cabin"/>
                <a:sym typeface="Cabin"/>
              </a:rPr>
              <a:t>/a/c/e </a:t>
            </a:r>
            <a:r>
              <a:rPr lang="en-US" sz="5500" b="0" i="0" u="none" strike="noStrike" cap="none" baseline="0">
                <a:solidFill>
                  <a:schemeClr val="lt1"/>
                </a:solidFill>
                <a:latin typeface="Cabin"/>
                <a:ea typeface="Cabin"/>
                <a:cs typeface="Cabin"/>
                <a:sym typeface="Cabin"/>
              </a:rPr>
              <a:t>   </a:t>
            </a:r>
            <a:r>
              <a:rPr lang="en-US" sz="5500" b="0" i="0" u="none" strike="noStrike" cap="none" baseline="0">
                <a:solidFill>
                  <a:srgbClr val="FF00FF"/>
                </a:solidFill>
                <a:latin typeface="Cabin"/>
                <a:ea typeface="Cabin"/>
                <a:cs typeface="Cabin"/>
                <a:sym typeface="Cabin"/>
              </a:rPr>
              <a:t> Z</a:t>
            </a:r>
          </a:p>
        </p:txBody>
      </p:sp>
      <p:sp>
        <p:nvSpPr>
          <p:cNvPr id="255" name="Shape 255"/>
          <p:cNvSpPr/>
          <p:nvPr/>
        </p:nvSpPr>
        <p:spPr>
          <a:xfrm>
            <a:off x="5435600" y="6451600"/>
            <a:ext cx="1270000" cy="1270000"/>
          </a:xfrm>
          <a:prstGeom prst="rightArrow">
            <a:avLst>
              <a:gd name="adj1" fmla="val 43456"/>
              <a:gd name="adj2" fmla="val 18960"/>
            </a:avLst>
          </a:prstGeom>
          <a:blipFill rotWithShape="1">
            <a:blip r:embed="rId3">
              <a:alphaModFix/>
            </a:blip>
            <a:stretch>
              <a:fillRect/>
            </a:stretch>
          </a:blipFill>
          <a:ln>
            <a:noFill/>
          </a:ln>
        </p:spPr>
        <p:txBody>
          <a:bodyPr lIns="0" tIns="0" rIns="0" bIns="0" anchor="t" anchorCtr="0">
            <a:noAutofit/>
          </a:bodyPr>
          <a:lstStyle/>
          <a:p>
            <a:pPr marL="0" marR="0" lvl="0" indent="0" algn="ctr" rtl="0">
              <a:lnSpc>
                <a:spcPct val="100000"/>
              </a:lnSpc>
              <a:spcBef>
                <a:spcPts val="0"/>
              </a:spcBef>
              <a:spcAft>
                <a:spcPts val="0"/>
              </a:spcAft>
              <a:buNone/>
            </a:pPr>
            <a:endParaRPr/>
          </a:p>
        </p:txBody>
      </p:sp>
      <p:sp>
        <p:nvSpPr>
          <p:cNvPr id="256" name="Shape 256"/>
          <p:cNvSpPr txBox="1"/>
          <p:nvPr/>
        </p:nvSpPr>
        <p:spPr>
          <a:xfrm>
            <a:off x="1185600" y="7861300"/>
            <a:ext cx="21257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Elements</a:t>
            </a:r>
          </a:p>
        </p:txBody>
      </p:sp>
      <p:sp>
        <p:nvSpPr>
          <p:cNvPr id="257" name="Shape 257"/>
          <p:cNvSpPr txBox="1"/>
          <p:nvPr/>
        </p:nvSpPr>
        <p:spPr>
          <a:xfrm>
            <a:off x="3721100" y="7861300"/>
            <a:ext cx="9206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Text</a:t>
            </a:r>
          </a:p>
        </p:txBody>
      </p:sp>
    </p:spTree>
  </p:cSld>
  <p:clrMapOvr>
    <a:masterClrMapping/>
  </p:clrMapOvr>
  <p:transition spd="slow">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Shape 262"/>
          <p:cNvSpPr txBox="1">
            <a:spLocks noGrp="1"/>
          </p:cNvSpPr>
          <p:nvPr>
            <p:ph type="title"/>
          </p:nvPr>
        </p:nvSpPr>
        <p:spPr>
          <a:xfrm>
            <a:off x="1155700" y="1536700"/>
            <a:ext cx="13931900" cy="308609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b="0" i="0" u="none" strike="noStrike" cap="none" baseline="0">
                <a:solidFill>
                  <a:srgbClr val="FF00FF"/>
                </a:solidFill>
                <a:latin typeface="Cabin"/>
                <a:ea typeface="Cabin"/>
                <a:cs typeface="Cabin"/>
                <a:sym typeface="Cabin"/>
              </a:rPr>
              <a:t>XML Schema</a:t>
            </a:r>
          </a:p>
        </p:txBody>
      </p:sp>
      <p:sp>
        <p:nvSpPr>
          <p:cNvPr id="263" name="Shape 263"/>
          <p:cNvSpPr txBox="1">
            <a:spLocks noGrp="1"/>
          </p:cNvSpPr>
          <p:nvPr>
            <p:ph type="body" idx="1"/>
          </p:nvPr>
        </p:nvSpPr>
        <p:spPr>
          <a:xfrm>
            <a:off x="1155700" y="4711700"/>
            <a:ext cx="13931900" cy="1054100"/>
          </a:xfrm>
          <a:prstGeom prst="rect">
            <a:avLst/>
          </a:prstGeom>
          <a:noFill/>
          <a:ln>
            <a:noFill/>
          </a:ln>
        </p:spPr>
        <p:txBody>
          <a:bodyPr lIns="38100" tIns="38100" rIns="38100" bIns="38100" anchor="t"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200" b="0" i="0" u="none" strike="noStrike" cap="none" baseline="0">
                <a:solidFill>
                  <a:schemeClr val="lt1"/>
                </a:solidFill>
                <a:latin typeface="Cabin"/>
                <a:ea typeface="Cabin"/>
                <a:cs typeface="Cabin"/>
                <a:sym typeface="Cabin"/>
              </a:rPr>
              <a:t>Describing a </a:t>
            </a:r>
            <a:r>
              <a:rPr lang="en-US" sz="3200" b="0" i="0" u="none" strike="noStrike" cap="none" baseline="0">
                <a:solidFill>
                  <a:schemeClr val="lt1"/>
                </a:solidFill>
                <a:latin typeface="Arial"/>
                <a:ea typeface="Arial"/>
                <a:cs typeface="Arial"/>
                <a:sym typeface="Arial"/>
              </a:rPr>
              <a:t>“</a:t>
            </a:r>
            <a:r>
              <a:rPr lang="en-US" sz="3400" b="0" i="0" u="none" strike="noStrike" cap="none" baseline="0">
                <a:solidFill>
                  <a:srgbClr val="FF00FF"/>
                </a:solidFill>
                <a:latin typeface="Cabin"/>
                <a:ea typeface="Cabin"/>
                <a:cs typeface="Cabin"/>
                <a:sym typeface="Cabin"/>
              </a:rPr>
              <a:t>contract</a:t>
            </a:r>
            <a:r>
              <a:rPr lang="en-US" sz="3200" b="0" i="0" u="none" strike="noStrike" cap="none" baseline="0">
                <a:solidFill>
                  <a:schemeClr val="lt1"/>
                </a:solidFill>
                <a:latin typeface="Arial"/>
                <a:ea typeface="Arial"/>
                <a:cs typeface="Arial"/>
                <a:sym typeface="Arial"/>
              </a:rPr>
              <a:t>”</a:t>
            </a:r>
            <a:r>
              <a:rPr lang="en-US" sz="3200" b="0" i="0" u="none" strike="noStrike" cap="none" baseline="0">
                <a:solidFill>
                  <a:schemeClr val="lt1"/>
                </a:solidFill>
                <a:latin typeface="Cabin"/>
                <a:ea typeface="Cabin"/>
                <a:cs typeface="Cabin"/>
                <a:sym typeface="Cabin"/>
              </a:rPr>
              <a:t> as to what is acceptable XML.</a:t>
            </a:r>
          </a:p>
        </p:txBody>
      </p:sp>
      <p:sp>
        <p:nvSpPr>
          <p:cNvPr id="264" name="Shape 264"/>
          <p:cNvSpPr txBox="1"/>
          <p:nvPr/>
        </p:nvSpPr>
        <p:spPr>
          <a:xfrm>
            <a:off x="4361050" y="7456925"/>
            <a:ext cx="85706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sng" strike="noStrike" cap="none" baseline="0">
                <a:solidFill>
                  <a:srgbClr val="FFFF00"/>
                </a:solidFill>
                <a:latin typeface="Cabin"/>
                <a:ea typeface="Cabin"/>
                <a:cs typeface="Cabin"/>
                <a:sym typeface="Cabin"/>
                <a:hlinkClick r:id="rId3"/>
              </a:rPr>
              <a:t>http://en.wikipedia.org/wiki/Xml_schema</a:t>
            </a:r>
          </a:p>
        </p:txBody>
      </p:sp>
      <p:sp>
        <p:nvSpPr>
          <p:cNvPr id="265" name="Shape 265"/>
          <p:cNvSpPr txBox="1"/>
          <p:nvPr/>
        </p:nvSpPr>
        <p:spPr>
          <a:xfrm>
            <a:off x="4152900" y="8140700"/>
            <a:ext cx="88794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sng" strike="noStrike" cap="none" baseline="0">
                <a:solidFill>
                  <a:srgbClr val="FFFF00"/>
                </a:solidFill>
                <a:latin typeface="Cabin"/>
                <a:ea typeface="Cabin"/>
                <a:cs typeface="Cabin"/>
                <a:sym typeface="Cabin"/>
                <a:hlinkClick r:id="rId4"/>
              </a:rPr>
              <a:t>http://en.wikibooks.org/wiki/XML_Schema</a:t>
            </a:r>
          </a:p>
        </p:txBody>
      </p:sp>
    </p:spTree>
  </p:cSld>
  <p:clrMapOvr>
    <a:masterClrMapping/>
  </p:clrMapOvr>
  <p:transition spd="slow">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Shape 270"/>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b="0" i="0" u="none" strike="noStrike" cap="none" baseline="0">
                <a:solidFill>
                  <a:srgbClr val="FFFF00"/>
                </a:solidFill>
                <a:latin typeface="Cabin"/>
                <a:ea typeface="Cabin"/>
                <a:cs typeface="Cabin"/>
                <a:sym typeface="Cabin"/>
              </a:rPr>
              <a:t>XML Schema</a:t>
            </a:r>
          </a:p>
        </p:txBody>
      </p:sp>
      <p:sp>
        <p:nvSpPr>
          <p:cNvPr id="271" name="Shape 271"/>
          <p:cNvSpPr txBox="1">
            <a:spLocks noGrp="1"/>
          </p:cNvSpPr>
          <p:nvPr>
            <p:ph type="body" idx="1"/>
          </p:nvPr>
        </p:nvSpPr>
        <p:spPr>
          <a:xfrm>
            <a:off x="1155700" y="2603500"/>
            <a:ext cx="13931900" cy="5702299"/>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Description of the </a:t>
            </a:r>
            <a:r>
              <a:rPr lang="en-US" sz="3600" b="0" i="0" u="none" strike="noStrike" cap="none" baseline="0">
                <a:solidFill>
                  <a:srgbClr val="FFFF00"/>
                </a:solidFill>
                <a:latin typeface="Cabin"/>
                <a:ea typeface="Cabin"/>
                <a:cs typeface="Cabin"/>
                <a:sym typeface="Cabin"/>
              </a:rPr>
              <a:t>legal format </a:t>
            </a:r>
            <a:r>
              <a:rPr lang="en-US" sz="3600" b="0" i="0" u="none" strike="noStrike" cap="none" baseline="0">
                <a:solidFill>
                  <a:schemeClr val="lt1"/>
                </a:solidFill>
                <a:latin typeface="Cabin"/>
                <a:ea typeface="Cabin"/>
                <a:cs typeface="Cabin"/>
                <a:sym typeface="Cabin"/>
              </a:rPr>
              <a:t>of an </a:t>
            </a:r>
            <a:r>
              <a:rPr lang="en-US" sz="3600" b="0" i="0" u="sng" strike="noStrike" cap="none" baseline="0">
                <a:solidFill>
                  <a:srgbClr val="00FFFF"/>
                </a:solidFill>
                <a:latin typeface="Cabin"/>
                <a:ea typeface="Cabin"/>
                <a:cs typeface="Cabin"/>
                <a:sym typeface="Cabin"/>
                <a:hlinkClick r:id="rId3"/>
              </a:rPr>
              <a:t>XML</a:t>
            </a:r>
            <a:r>
              <a:rPr lang="en-US" sz="3600" b="0" i="0" u="none" strike="noStrike" cap="none" baseline="0">
                <a:solidFill>
                  <a:schemeClr val="lt1"/>
                </a:solidFill>
                <a:latin typeface="Cabin"/>
                <a:ea typeface="Cabin"/>
                <a:cs typeface="Cabin"/>
                <a:sym typeface="Cabin"/>
              </a:rPr>
              <a:t> document</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Expressed in terms of constraints on the structure and content of documents</a:t>
            </a:r>
          </a:p>
          <a:p>
            <a:pPr marL="457200" marR="0" lvl="0" indent="-228600" algn="l" rtl="0">
              <a:lnSpc>
                <a:spcPct val="100000"/>
              </a:lnSpc>
              <a:spcBef>
                <a:spcPts val="3500"/>
              </a:spcBef>
              <a:spcAft>
                <a:spcPts val="1000"/>
              </a:spcAft>
              <a:buSzPct val="100000"/>
            </a:pPr>
            <a:r>
              <a:rPr lang="en-US" sz="3600" b="0" i="0" u="none" strike="noStrike" cap="none" baseline="0">
                <a:solidFill>
                  <a:schemeClr val="lt1"/>
                </a:solidFill>
                <a:latin typeface="Cabin"/>
                <a:ea typeface="Cabin"/>
                <a:cs typeface="Cabin"/>
                <a:sym typeface="Cabin"/>
              </a:rPr>
              <a:t>Often used to specify a </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rgbClr val="FFFF00"/>
                </a:solidFill>
                <a:latin typeface="Cabin"/>
                <a:ea typeface="Cabin"/>
                <a:cs typeface="Cabin"/>
                <a:sym typeface="Cabin"/>
              </a:rPr>
              <a:t>contract</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 between systems - </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My system will only accept XML that conforms to this particular Schema.</a:t>
            </a:r>
            <a:r>
              <a:rPr lang="en-US" sz="3600" b="0" i="0" u="none" strike="noStrike" cap="none" baseline="0">
                <a:solidFill>
                  <a:schemeClr val="lt1"/>
                </a:solidFill>
                <a:latin typeface="Arial"/>
                <a:ea typeface="Arial"/>
                <a:cs typeface="Arial"/>
                <a:sym typeface="Arial"/>
              </a:rPr>
              <a:t>”</a:t>
            </a:r>
          </a:p>
          <a:p>
            <a:pPr marL="457200" marR="0" lvl="0" indent="-228600" algn="l" rtl="0">
              <a:lnSpc>
                <a:spcPct val="100000"/>
              </a:lnSpc>
              <a:spcBef>
                <a:spcPts val="3500"/>
              </a:spcBef>
              <a:spcAft>
                <a:spcPts val="1000"/>
              </a:spcAft>
              <a:buSzPct val="100000"/>
            </a:pPr>
            <a:r>
              <a:rPr lang="en-US" sz="3600" b="0" i="0" u="none" strike="noStrike" cap="none" baseline="0">
                <a:solidFill>
                  <a:schemeClr val="lt1"/>
                </a:solidFill>
                <a:latin typeface="Cabin"/>
                <a:ea typeface="Cabin"/>
                <a:cs typeface="Cabin"/>
                <a:sym typeface="Cabin"/>
              </a:rPr>
              <a:t>If a particular piece of XML meets the specification of the Schema - it is said to </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rgbClr val="FFFF00"/>
                </a:solidFill>
                <a:latin typeface="Cabin"/>
                <a:ea typeface="Cabin"/>
                <a:cs typeface="Cabin"/>
                <a:sym typeface="Cabin"/>
              </a:rPr>
              <a:t>validate</a:t>
            </a:r>
            <a:r>
              <a:rPr lang="en-US" sz="3600" b="0" i="0" u="none" strike="noStrike" cap="none" baseline="0">
                <a:solidFill>
                  <a:schemeClr val="lt1"/>
                </a:solidFill>
                <a:latin typeface="Arial"/>
                <a:ea typeface="Arial"/>
                <a:cs typeface="Arial"/>
                <a:sym typeface="Arial"/>
              </a:rPr>
              <a:t>”</a:t>
            </a:r>
          </a:p>
        </p:txBody>
      </p:sp>
      <p:sp>
        <p:nvSpPr>
          <p:cNvPr id="272" name="Shape 272"/>
          <p:cNvSpPr txBox="1"/>
          <p:nvPr/>
        </p:nvSpPr>
        <p:spPr>
          <a:xfrm>
            <a:off x="4203700" y="8216900"/>
            <a:ext cx="87804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sng" strike="noStrike" cap="none" baseline="0">
                <a:solidFill>
                  <a:srgbClr val="00FFFF"/>
                </a:solidFill>
                <a:latin typeface="Cabin"/>
                <a:ea typeface="Cabin"/>
                <a:cs typeface="Cabin"/>
                <a:sym typeface="Cabin"/>
                <a:hlinkClick r:id="rId4"/>
              </a:rPr>
              <a:t>http://en.wikipedia.org/wiki/Xml_schema</a:t>
            </a:r>
          </a:p>
        </p:txBody>
      </p:sp>
    </p:spTree>
  </p:cSld>
  <p:clrMapOvr>
    <a:masterClrMapping/>
  </p:clrMapOvr>
  <p:transition spd="slow">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Shape 277"/>
          <p:cNvSpPr txBox="1"/>
          <p:nvPr/>
        </p:nvSpPr>
        <p:spPr>
          <a:xfrm>
            <a:off x="11036300" y="2692400"/>
            <a:ext cx="3962399" cy="3962399"/>
          </a:xfrm>
          <a:prstGeom prst="rect">
            <a:avLst/>
          </a:prstGeom>
          <a:solidFill>
            <a:srgbClr val="FF00FF"/>
          </a:solidFill>
          <a:ln>
            <a:noFill/>
          </a:ln>
        </p:spPr>
        <p:txBody>
          <a:bodyPr lIns="0" tIns="0" rIns="0" bIns="0" anchor="ctr" anchorCtr="0">
            <a:noAutofit/>
          </a:bodyPr>
          <a:lstStyle/>
          <a:p>
            <a:pPr marL="0" marR="0" lvl="0" indent="0" algn="ctr" rtl="0">
              <a:lnSpc>
                <a:spcPct val="100000"/>
              </a:lnSpc>
              <a:spcBef>
                <a:spcPts val="0"/>
              </a:spcBef>
              <a:spcAft>
                <a:spcPts val="0"/>
              </a:spcAft>
              <a:buNone/>
            </a:pPr>
            <a:endParaRPr sz="7600" b="0" i="0" u="none" strike="noStrike" cap="none" baseline="0">
              <a:solidFill>
                <a:schemeClr val="lt1"/>
              </a:solidFill>
              <a:latin typeface="Cabin"/>
              <a:ea typeface="Cabin"/>
              <a:cs typeface="Cabin"/>
              <a:sym typeface="Cabin"/>
            </a:endParaRPr>
          </a:p>
          <a:p>
            <a:pPr marL="0" marR="0" lvl="0" indent="0" algn="ctr" rtl="0">
              <a:lnSpc>
                <a:spcPct val="100000"/>
              </a:lnSpc>
              <a:spcBef>
                <a:spcPts val="0"/>
              </a:spcBef>
              <a:spcAft>
                <a:spcPts val="0"/>
              </a:spcAft>
              <a:buClr>
                <a:schemeClr val="lt1"/>
              </a:buClr>
              <a:buSzPct val="25000"/>
              <a:buFont typeface="Cabin"/>
              <a:buNone/>
            </a:pPr>
            <a:r>
              <a:rPr lang="en-US" sz="7600" b="0" i="0" u="none" strike="noStrike" cap="none" baseline="0">
                <a:solidFill>
                  <a:schemeClr val="lt1"/>
                </a:solidFill>
                <a:latin typeface="Cabin"/>
                <a:ea typeface="Cabin"/>
                <a:cs typeface="Cabin"/>
                <a:sym typeface="Cabin"/>
              </a:rPr>
              <a:t>Validator</a:t>
            </a:r>
          </a:p>
        </p:txBody>
      </p:sp>
      <p:sp>
        <p:nvSpPr>
          <p:cNvPr id="278" name="Shape 278"/>
          <p:cNvSpPr txBox="1"/>
          <p:nvPr/>
        </p:nvSpPr>
        <p:spPr>
          <a:xfrm>
            <a:off x="1454150" y="5835650"/>
            <a:ext cx="6724649" cy="9144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5600" b="0" i="0" u="none" strike="noStrike" cap="none" baseline="0">
                <a:solidFill>
                  <a:srgbClr val="00FF00"/>
                </a:solidFill>
                <a:latin typeface="Cabin"/>
                <a:ea typeface="Cabin"/>
                <a:cs typeface="Cabin"/>
                <a:sym typeface="Cabin"/>
              </a:rPr>
              <a:t>XML Schema Contract</a:t>
            </a:r>
          </a:p>
        </p:txBody>
      </p:sp>
      <p:sp>
        <p:nvSpPr>
          <p:cNvPr id="279" name="Shape 279"/>
          <p:cNvSpPr txBox="1"/>
          <p:nvPr/>
        </p:nvSpPr>
        <p:spPr>
          <a:xfrm>
            <a:off x="2419350" y="2520950"/>
            <a:ext cx="4794250" cy="9144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5600" b="0" i="0" u="none" strike="noStrike" cap="none" baseline="0">
                <a:solidFill>
                  <a:srgbClr val="FFFF00"/>
                </a:solidFill>
                <a:latin typeface="Cabin"/>
                <a:ea typeface="Cabin"/>
                <a:cs typeface="Cabin"/>
                <a:sym typeface="Cabin"/>
              </a:rPr>
              <a:t>XML Document</a:t>
            </a:r>
          </a:p>
        </p:txBody>
      </p:sp>
      <p:cxnSp>
        <p:nvCxnSpPr>
          <p:cNvPr id="280" name="Shape 280"/>
          <p:cNvCxnSpPr/>
          <p:nvPr/>
        </p:nvCxnSpPr>
        <p:spPr>
          <a:xfrm rot="10800000">
            <a:off x="7666037" y="3184524"/>
            <a:ext cx="3097211" cy="857250"/>
          </a:xfrm>
          <a:prstGeom prst="straightConnector1">
            <a:avLst/>
          </a:prstGeom>
          <a:noFill/>
          <a:ln w="76200" cap="rnd" cmpd="sng">
            <a:solidFill>
              <a:srgbClr val="FFFF00"/>
            </a:solidFill>
            <a:prstDash val="solid"/>
            <a:miter/>
            <a:headEnd type="stealth" w="med" len="med"/>
            <a:tailEnd type="none" w="med" len="med"/>
          </a:ln>
        </p:spPr>
      </p:cxnSp>
      <p:pic>
        <p:nvPicPr>
          <p:cNvPr id="281" name="Shape 281"/>
          <p:cNvPicPr preferRelativeResize="0"/>
          <p:nvPr/>
        </p:nvPicPr>
        <p:blipFill rotWithShape="1">
          <a:blip r:embed="rId3">
            <a:alphaModFix/>
          </a:blip>
          <a:srcRect/>
          <a:stretch/>
        </p:blipFill>
        <p:spPr>
          <a:xfrm>
            <a:off x="12199936" y="3022600"/>
            <a:ext cx="1617662" cy="1638300"/>
          </a:xfrm>
          <a:prstGeom prst="rect">
            <a:avLst/>
          </a:prstGeom>
          <a:noFill/>
          <a:ln>
            <a:noFill/>
          </a:ln>
        </p:spPr>
      </p:pic>
      <p:cxnSp>
        <p:nvCxnSpPr>
          <p:cNvPr id="282" name="Shape 282"/>
          <p:cNvCxnSpPr/>
          <p:nvPr/>
        </p:nvCxnSpPr>
        <p:spPr>
          <a:xfrm flipH="1">
            <a:off x="7862225" y="4986337"/>
            <a:ext cx="2878799" cy="1156500"/>
          </a:xfrm>
          <a:prstGeom prst="straightConnector1">
            <a:avLst/>
          </a:prstGeom>
          <a:noFill/>
          <a:ln w="76200" cap="rnd" cmpd="sng">
            <a:solidFill>
              <a:srgbClr val="00FF00"/>
            </a:solidFill>
            <a:prstDash val="solid"/>
            <a:miter/>
            <a:headEnd type="stealth" w="med" len="med"/>
            <a:tailEnd type="none" w="med" len="med"/>
          </a:ln>
        </p:spPr>
      </p:cxnSp>
      <p:sp>
        <p:nvSpPr>
          <p:cNvPr id="283" name="Shape 283"/>
          <p:cNvSpPr txBox="1"/>
          <p:nvPr/>
        </p:nvSpPr>
        <p:spPr>
          <a:xfrm>
            <a:off x="10566400" y="762000"/>
            <a:ext cx="4883149" cy="10033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6200" b="0" i="0" u="none" strike="noStrike" cap="none" baseline="0">
                <a:solidFill>
                  <a:schemeClr val="lt1"/>
                </a:solidFill>
                <a:latin typeface="Cabin"/>
                <a:ea typeface="Cabin"/>
                <a:cs typeface="Cabin"/>
                <a:sym typeface="Cabin"/>
              </a:rPr>
              <a:t>XML Validation</a:t>
            </a:r>
          </a:p>
        </p:txBody>
      </p:sp>
    </p:spTree>
  </p:cSld>
  <p:clrMapOvr>
    <a:masterClrMapping/>
  </p:clrMapOvr>
  <p:transition spd="slow">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Shape 288"/>
          <p:cNvSpPr txBox="1"/>
          <p:nvPr/>
        </p:nvSpPr>
        <p:spPr>
          <a:xfrm>
            <a:off x="11036300" y="2692400"/>
            <a:ext cx="3962399" cy="3962399"/>
          </a:xfrm>
          <a:prstGeom prst="rect">
            <a:avLst/>
          </a:prstGeom>
          <a:solidFill>
            <a:srgbClr val="FF00FF"/>
          </a:solidFill>
          <a:ln>
            <a:noFill/>
          </a:ln>
        </p:spPr>
        <p:txBody>
          <a:bodyPr lIns="0" tIns="0" rIns="0" bIns="0" anchor="ctr" anchorCtr="0">
            <a:noAutofit/>
          </a:bodyPr>
          <a:lstStyle/>
          <a:p>
            <a:pPr marL="0" marR="0" lvl="0" indent="0" algn="ctr" rtl="0">
              <a:lnSpc>
                <a:spcPct val="100000"/>
              </a:lnSpc>
              <a:spcBef>
                <a:spcPts val="0"/>
              </a:spcBef>
              <a:spcAft>
                <a:spcPts val="0"/>
              </a:spcAft>
              <a:buNone/>
            </a:pPr>
            <a:endParaRPr sz="7600" b="0" i="0" u="none" strike="noStrike" cap="none" baseline="0">
              <a:solidFill>
                <a:schemeClr val="lt1"/>
              </a:solidFill>
              <a:latin typeface="Cabin"/>
              <a:ea typeface="Cabin"/>
              <a:cs typeface="Cabin"/>
              <a:sym typeface="Cabin"/>
            </a:endParaRPr>
          </a:p>
          <a:p>
            <a:pPr marL="0" marR="0" lvl="0" indent="0" algn="ctr" rtl="0">
              <a:lnSpc>
                <a:spcPct val="100000"/>
              </a:lnSpc>
              <a:spcBef>
                <a:spcPts val="0"/>
              </a:spcBef>
              <a:spcAft>
                <a:spcPts val="0"/>
              </a:spcAft>
              <a:buClr>
                <a:schemeClr val="lt1"/>
              </a:buClr>
              <a:buSzPct val="25000"/>
              <a:buFont typeface="Cabin"/>
              <a:buNone/>
            </a:pPr>
            <a:r>
              <a:rPr lang="en-US" sz="7600" b="0" i="0" u="none" strike="noStrike" cap="none" baseline="0">
                <a:solidFill>
                  <a:schemeClr val="lt1"/>
                </a:solidFill>
                <a:latin typeface="Cabin"/>
                <a:ea typeface="Cabin"/>
                <a:cs typeface="Cabin"/>
                <a:sym typeface="Cabin"/>
              </a:rPr>
              <a:t>Validator</a:t>
            </a:r>
          </a:p>
        </p:txBody>
      </p:sp>
      <p:sp>
        <p:nvSpPr>
          <p:cNvPr id="289" name="Shape 289"/>
          <p:cNvSpPr txBox="1"/>
          <p:nvPr/>
        </p:nvSpPr>
        <p:spPr>
          <a:xfrm>
            <a:off x="1062024" y="1816100"/>
            <a:ext cx="6330900" cy="23240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000" b="0" i="0" u="none" strike="noStrike" cap="none" baseline="0">
                <a:solidFill>
                  <a:srgbClr val="FFFF00"/>
                </a:solidFill>
                <a:latin typeface="Cabin"/>
                <a:ea typeface="Cabin"/>
                <a:cs typeface="Cabin"/>
                <a:sym typeface="Cabin"/>
              </a:rPr>
              <a:t>&lt;person&gt;</a:t>
            </a:r>
          </a:p>
          <a:p>
            <a:pPr marL="0" marR="0" lvl="0" indent="0" algn="l" rtl="0">
              <a:lnSpc>
                <a:spcPct val="100000"/>
              </a:lnSpc>
              <a:spcBef>
                <a:spcPts val="0"/>
              </a:spcBef>
              <a:spcAft>
                <a:spcPts val="0"/>
              </a:spcAft>
              <a:buClr>
                <a:srgbClr val="FFFF00"/>
              </a:buClr>
              <a:buSzPct val="25000"/>
              <a:buFont typeface="Cabin"/>
              <a:buNone/>
            </a:pPr>
            <a:r>
              <a:rPr lang="en-US" sz="3000" b="0" i="0" u="none" strike="noStrike" cap="none" baseline="0">
                <a:solidFill>
                  <a:srgbClr val="FFFF00"/>
                </a:solidFill>
                <a:latin typeface="Cabin"/>
                <a:ea typeface="Cabin"/>
                <a:cs typeface="Cabin"/>
                <a:sym typeface="Cabin"/>
              </a:rPr>
              <a:t>   &lt;lastname&gt;Severance&lt;/lastname&gt;</a:t>
            </a:r>
          </a:p>
          <a:p>
            <a:pPr marL="0" marR="0" lvl="0" indent="0" algn="l" rtl="0">
              <a:lnSpc>
                <a:spcPct val="100000"/>
              </a:lnSpc>
              <a:spcBef>
                <a:spcPts val="0"/>
              </a:spcBef>
              <a:spcAft>
                <a:spcPts val="0"/>
              </a:spcAft>
              <a:buClr>
                <a:srgbClr val="FFFF00"/>
              </a:buClr>
              <a:buSzPct val="25000"/>
              <a:buFont typeface="Cabin"/>
              <a:buNone/>
            </a:pPr>
            <a:r>
              <a:rPr lang="en-US" sz="3000" b="0" i="0" u="none" strike="noStrike" cap="none" baseline="0">
                <a:solidFill>
                  <a:srgbClr val="FFFF00"/>
                </a:solidFill>
                <a:latin typeface="Cabin"/>
                <a:ea typeface="Cabin"/>
                <a:cs typeface="Cabin"/>
                <a:sym typeface="Cabin"/>
              </a:rPr>
              <a:t>   &lt;age&gt;17&lt;/age&gt;</a:t>
            </a:r>
          </a:p>
          <a:p>
            <a:pPr marL="0" marR="0" lvl="0" indent="0" algn="l" rtl="0">
              <a:lnSpc>
                <a:spcPct val="100000"/>
              </a:lnSpc>
              <a:spcBef>
                <a:spcPts val="0"/>
              </a:spcBef>
              <a:spcAft>
                <a:spcPts val="0"/>
              </a:spcAft>
              <a:buClr>
                <a:srgbClr val="FFFF00"/>
              </a:buClr>
              <a:buSzPct val="25000"/>
              <a:buFont typeface="Cabin"/>
              <a:buNone/>
            </a:pPr>
            <a:r>
              <a:rPr lang="en-US" sz="3000" b="0" i="0" u="none" strike="noStrike" cap="none" baseline="0">
                <a:solidFill>
                  <a:srgbClr val="FFFF00"/>
                </a:solidFill>
                <a:latin typeface="Cabin"/>
                <a:ea typeface="Cabin"/>
                <a:cs typeface="Cabin"/>
                <a:sym typeface="Cabin"/>
              </a:rPr>
              <a:t>   &lt;dateborn&gt;2001-04-17&lt;/dateborn&gt;</a:t>
            </a:r>
          </a:p>
          <a:p>
            <a:pPr marL="0" marR="0" lvl="0" indent="0" algn="l" rtl="0">
              <a:lnSpc>
                <a:spcPct val="100000"/>
              </a:lnSpc>
              <a:spcBef>
                <a:spcPts val="0"/>
              </a:spcBef>
              <a:spcAft>
                <a:spcPts val="0"/>
              </a:spcAft>
              <a:buClr>
                <a:srgbClr val="FFFF00"/>
              </a:buClr>
              <a:buSzPct val="25000"/>
              <a:buFont typeface="Cabin"/>
              <a:buNone/>
            </a:pPr>
            <a:r>
              <a:rPr lang="en-US" sz="3000" b="0" i="0" u="none" strike="noStrike" cap="none" baseline="0">
                <a:solidFill>
                  <a:srgbClr val="FFFF00"/>
                </a:solidFill>
                <a:latin typeface="Cabin"/>
                <a:ea typeface="Cabin"/>
                <a:cs typeface="Cabin"/>
                <a:sym typeface="Cabin"/>
              </a:rPr>
              <a:t>&lt;/person&gt;</a:t>
            </a:r>
          </a:p>
        </p:txBody>
      </p:sp>
      <p:sp>
        <p:nvSpPr>
          <p:cNvPr id="290" name="Shape 290"/>
          <p:cNvSpPr txBox="1"/>
          <p:nvPr/>
        </p:nvSpPr>
        <p:spPr>
          <a:xfrm>
            <a:off x="795325" y="5035550"/>
            <a:ext cx="8870399" cy="39623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2900" b="0" i="0" u="none" strike="noStrike" cap="none" baseline="0">
                <a:solidFill>
                  <a:srgbClr val="00FF00"/>
                </a:solidFill>
                <a:latin typeface="Cabin"/>
                <a:ea typeface="Cabin"/>
                <a:cs typeface="Cabin"/>
                <a:sym typeface="Cabin"/>
              </a:rPr>
              <a:t>&lt;xs:complexType name=</a:t>
            </a:r>
            <a:r>
              <a:rPr lang="en-US" sz="2900" b="0" i="0" u="none" strike="noStrike" cap="none" baseline="0">
                <a:solidFill>
                  <a:srgbClr val="00FF00"/>
                </a:solidFill>
                <a:latin typeface="Arial"/>
                <a:ea typeface="Arial"/>
                <a:cs typeface="Arial"/>
                <a:sym typeface="Arial"/>
              </a:rPr>
              <a:t>”</a:t>
            </a:r>
            <a:r>
              <a:rPr lang="en-US" sz="2900" b="0" i="0" u="none" strike="noStrike" cap="none" baseline="0">
                <a:solidFill>
                  <a:srgbClr val="00FF00"/>
                </a:solidFill>
                <a:latin typeface="Cabin"/>
                <a:ea typeface="Cabin"/>
                <a:cs typeface="Cabin"/>
                <a:sym typeface="Cabin"/>
              </a:rPr>
              <a:t>person</a:t>
            </a:r>
            <a:r>
              <a:rPr lang="en-US" sz="2900" b="0" i="0" u="none" strike="noStrike" cap="none" baseline="0">
                <a:solidFill>
                  <a:srgbClr val="00FF00"/>
                </a:solidFill>
                <a:latin typeface="Arial"/>
                <a:ea typeface="Arial"/>
                <a:cs typeface="Arial"/>
                <a:sym typeface="Arial"/>
              </a:rPr>
              <a:t>”</a:t>
            </a:r>
            <a:r>
              <a:rPr lang="en-US" sz="2900" b="0" i="0" u="none" strike="noStrike" cap="none" baseline="0">
                <a:solidFill>
                  <a:srgbClr val="00FF00"/>
                </a:solidFill>
                <a:latin typeface="Cabin"/>
                <a:ea typeface="Cabin"/>
                <a:cs typeface="Cabin"/>
                <a:sym typeface="Cabin"/>
              </a:rPr>
              <a:t>&gt;</a:t>
            </a:r>
          </a:p>
          <a:p>
            <a:pPr marL="0" marR="0" lvl="0" indent="0" algn="l" rtl="0">
              <a:lnSpc>
                <a:spcPct val="100000"/>
              </a:lnSpc>
              <a:spcBef>
                <a:spcPts val="0"/>
              </a:spcBef>
              <a:spcAft>
                <a:spcPts val="0"/>
              </a:spcAft>
              <a:buClr>
                <a:srgbClr val="00FF00"/>
              </a:buClr>
              <a:buSzPct val="25000"/>
              <a:buFont typeface="Cabin"/>
              <a:buNone/>
            </a:pPr>
            <a:r>
              <a:rPr lang="en-US" sz="2900" b="0" i="0" u="none" strike="noStrike" cap="none" baseline="0">
                <a:solidFill>
                  <a:srgbClr val="00FF00"/>
                </a:solidFill>
                <a:latin typeface="Cabin"/>
                <a:ea typeface="Cabin"/>
                <a:cs typeface="Cabin"/>
                <a:sym typeface="Cabin"/>
              </a:rPr>
              <a:t>  &lt;xs:sequence&gt;</a:t>
            </a:r>
          </a:p>
          <a:p>
            <a:pPr marL="0" marR="0" lvl="0" indent="0" algn="l" rtl="0">
              <a:lnSpc>
                <a:spcPct val="100000"/>
              </a:lnSpc>
              <a:spcBef>
                <a:spcPts val="0"/>
              </a:spcBef>
              <a:spcAft>
                <a:spcPts val="0"/>
              </a:spcAft>
              <a:buClr>
                <a:srgbClr val="00FF00"/>
              </a:buClr>
              <a:buSzPct val="25000"/>
              <a:buFont typeface="Cabin"/>
              <a:buNone/>
            </a:pPr>
            <a:r>
              <a:rPr lang="en-US" sz="2900" b="0" i="0" u="none" strike="noStrike" cap="none" baseline="0">
                <a:solidFill>
                  <a:srgbClr val="00FF00"/>
                </a:solidFill>
                <a:latin typeface="Cabin"/>
                <a:ea typeface="Cabin"/>
                <a:cs typeface="Cabin"/>
                <a:sym typeface="Cabin"/>
              </a:rPr>
              <a:t>    &lt;xs:element name="lastname" type="xs:string"/&gt;</a:t>
            </a:r>
          </a:p>
          <a:p>
            <a:pPr marL="0" marR="0" lvl="0" indent="0" algn="l" rtl="0">
              <a:lnSpc>
                <a:spcPct val="100000"/>
              </a:lnSpc>
              <a:spcBef>
                <a:spcPts val="0"/>
              </a:spcBef>
              <a:spcAft>
                <a:spcPts val="0"/>
              </a:spcAft>
              <a:buClr>
                <a:srgbClr val="00FF00"/>
              </a:buClr>
              <a:buSzPct val="25000"/>
              <a:buFont typeface="Cabin"/>
              <a:buNone/>
            </a:pPr>
            <a:r>
              <a:rPr lang="en-US" sz="2900" b="0" i="0" u="none" strike="noStrike" cap="none" baseline="0">
                <a:solidFill>
                  <a:srgbClr val="00FF00"/>
                </a:solidFill>
                <a:latin typeface="Cabin"/>
                <a:ea typeface="Cabin"/>
                <a:cs typeface="Cabin"/>
                <a:sym typeface="Cabin"/>
              </a:rPr>
              <a:t>    &lt;xs:element name="age" type="xs:integer"/&gt;</a:t>
            </a:r>
          </a:p>
          <a:p>
            <a:pPr marL="0" marR="0" lvl="0" indent="0" algn="l" rtl="0">
              <a:lnSpc>
                <a:spcPct val="100000"/>
              </a:lnSpc>
              <a:spcBef>
                <a:spcPts val="0"/>
              </a:spcBef>
              <a:spcAft>
                <a:spcPts val="0"/>
              </a:spcAft>
              <a:buClr>
                <a:srgbClr val="00FF00"/>
              </a:buClr>
              <a:buSzPct val="25000"/>
              <a:buFont typeface="Cabin"/>
              <a:buNone/>
            </a:pPr>
            <a:r>
              <a:rPr lang="en-US" sz="2900" b="0" i="0" u="none" strike="noStrike" cap="none" baseline="0">
                <a:solidFill>
                  <a:srgbClr val="00FF00"/>
                </a:solidFill>
                <a:latin typeface="Cabin"/>
                <a:ea typeface="Cabin"/>
                <a:cs typeface="Cabin"/>
                <a:sym typeface="Cabin"/>
              </a:rPr>
              <a:t>    &lt;xs:element name="dateborn" type="xs:date"/&gt;</a:t>
            </a:r>
          </a:p>
          <a:p>
            <a:pPr marL="0" marR="0" lvl="0" indent="0" algn="l" rtl="0">
              <a:lnSpc>
                <a:spcPct val="100000"/>
              </a:lnSpc>
              <a:spcBef>
                <a:spcPts val="0"/>
              </a:spcBef>
              <a:spcAft>
                <a:spcPts val="0"/>
              </a:spcAft>
              <a:buClr>
                <a:srgbClr val="00FF00"/>
              </a:buClr>
              <a:buSzPct val="25000"/>
              <a:buFont typeface="Cabin"/>
              <a:buNone/>
            </a:pPr>
            <a:r>
              <a:rPr lang="en-US" sz="2900" b="0" i="0" u="none" strike="noStrike" cap="none" baseline="0">
                <a:solidFill>
                  <a:srgbClr val="00FF00"/>
                </a:solidFill>
                <a:latin typeface="Cabin"/>
                <a:ea typeface="Cabin"/>
                <a:cs typeface="Cabin"/>
                <a:sym typeface="Cabin"/>
              </a:rPr>
              <a:t>   &lt;/xs:sequence&gt;</a:t>
            </a:r>
          </a:p>
          <a:p>
            <a:pPr marL="0" marR="0" lvl="0" indent="0" algn="l" rtl="0">
              <a:lnSpc>
                <a:spcPct val="100000"/>
              </a:lnSpc>
              <a:spcBef>
                <a:spcPts val="0"/>
              </a:spcBef>
              <a:spcAft>
                <a:spcPts val="0"/>
              </a:spcAft>
              <a:buClr>
                <a:srgbClr val="00FF00"/>
              </a:buClr>
              <a:buSzPct val="25000"/>
              <a:buFont typeface="Cabin"/>
              <a:buNone/>
            </a:pPr>
            <a:r>
              <a:rPr lang="en-US" sz="2900" b="0" i="0" u="none" strike="noStrike" cap="none" baseline="0">
                <a:solidFill>
                  <a:srgbClr val="00FF00"/>
                </a:solidFill>
                <a:latin typeface="Cabin"/>
                <a:ea typeface="Cabin"/>
                <a:cs typeface="Cabin"/>
                <a:sym typeface="Cabin"/>
              </a:rPr>
              <a:t>&lt;/xs:complexType&gt;</a:t>
            </a:r>
          </a:p>
        </p:txBody>
      </p:sp>
      <p:sp>
        <p:nvSpPr>
          <p:cNvPr id="291" name="Shape 291"/>
          <p:cNvSpPr txBox="1"/>
          <p:nvPr/>
        </p:nvSpPr>
        <p:spPr>
          <a:xfrm>
            <a:off x="2405061" y="4470400"/>
            <a:ext cx="43640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XML Schema Contract</a:t>
            </a:r>
          </a:p>
        </p:txBody>
      </p:sp>
      <p:sp>
        <p:nvSpPr>
          <p:cNvPr id="292" name="Shape 292"/>
          <p:cNvSpPr txBox="1"/>
          <p:nvPr/>
        </p:nvSpPr>
        <p:spPr>
          <a:xfrm>
            <a:off x="2403475" y="1117600"/>
            <a:ext cx="31226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XML Document</a:t>
            </a:r>
          </a:p>
        </p:txBody>
      </p:sp>
      <p:cxnSp>
        <p:nvCxnSpPr>
          <p:cNvPr id="293" name="Shape 293"/>
          <p:cNvCxnSpPr/>
          <p:nvPr/>
        </p:nvCxnSpPr>
        <p:spPr>
          <a:xfrm rot="10800000">
            <a:off x="7666037" y="3184524"/>
            <a:ext cx="3097211" cy="857250"/>
          </a:xfrm>
          <a:prstGeom prst="straightConnector1">
            <a:avLst/>
          </a:prstGeom>
          <a:noFill/>
          <a:ln w="76200" cap="rnd" cmpd="sng">
            <a:solidFill>
              <a:srgbClr val="FFFF00"/>
            </a:solidFill>
            <a:prstDash val="solid"/>
            <a:miter/>
            <a:headEnd type="stealth" w="med" len="med"/>
            <a:tailEnd type="none" w="med" len="med"/>
          </a:ln>
        </p:spPr>
      </p:cxnSp>
      <p:pic>
        <p:nvPicPr>
          <p:cNvPr id="294" name="Shape 294"/>
          <p:cNvPicPr preferRelativeResize="0"/>
          <p:nvPr/>
        </p:nvPicPr>
        <p:blipFill rotWithShape="1">
          <a:blip r:embed="rId3">
            <a:alphaModFix/>
          </a:blip>
          <a:srcRect/>
          <a:stretch/>
        </p:blipFill>
        <p:spPr>
          <a:xfrm>
            <a:off x="12199936" y="3022600"/>
            <a:ext cx="1617662" cy="1638300"/>
          </a:xfrm>
          <a:prstGeom prst="rect">
            <a:avLst/>
          </a:prstGeom>
          <a:noFill/>
          <a:ln>
            <a:noFill/>
          </a:ln>
        </p:spPr>
      </p:pic>
      <p:sp>
        <p:nvSpPr>
          <p:cNvPr id="295" name="Shape 295"/>
          <p:cNvSpPr txBox="1"/>
          <p:nvPr/>
        </p:nvSpPr>
        <p:spPr>
          <a:xfrm>
            <a:off x="10566400" y="762000"/>
            <a:ext cx="4883149" cy="10033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6200" b="0" i="0" u="none" strike="noStrike" cap="none" baseline="0">
                <a:solidFill>
                  <a:schemeClr val="lt1"/>
                </a:solidFill>
                <a:latin typeface="Cabin"/>
                <a:ea typeface="Cabin"/>
                <a:cs typeface="Cabin"/>
                <a:sym typeface="Cabin"/>
              </a:rPr>
              <a:t>XML Validation</a:t>
            </a:r>
          </a:p>
        </p:txBody>
      </p:sp>
      <p:cxnSp>
        <p:nvCxnSpPr>
          <p:cNvPr id="296" name="Shape 296"/>
          <p:cNvCxnSpPr/>
          <p:nvPr/>
        </p:nvCxnSpPr>
        <p:spPr>
          <a:xfrm flipH="1">
            <a:off x="7862225" y="4986337"/>
            <a:ext cx="2878799" cy="1156500"/>
          </a:xfrm>
          <a:prstGeom prst="straightConnector1">
            <a:avLst/>
          </a:prstGeom>
          <a:noFill/>
          <a:ln w="76200" cap="rnd" cmpd="sng">
            <a:solidFill>
              <a:srgbClr val="00FF00"/>
            </a:solidFill>
            <a:prstDash val="solid"/>
            <a:miter/>
            <a:headEnd type="stealth" w="med" len="med"/>
            <a:tailEnd type="none" w="med" len="med"/>
          </a:ln>
        </p:spPr>
      </p:cxnSp>
    </p:spTree>
  </p:cSld>
  <p:clrMapOvr>
    <a:masterClrMapping/>
  </p:clrMapOvr>
  <p:transition spd="slow">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Shape 301"/>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b="0" i="0" u="none" strike="noStrike" cap="none" baseline="0">
                <a:solidFill>
                  <a:srgbClr val="FFFF00"/>
                </a:solidFill>
                <a:latin typeface="Cabin"/>
                <a:ea typeface="Cabin"/>
                <a:cs typeface="Cabin"/>
                <a:sym typeface="Cabin"/>
              </a:rPr>
              <a:t>Many XML Schema Languages</a:t>
            </a:r>
          </a:p>
        </p:txBody>
      </p:sp>
      <p:sp>
        <p:nvSpPr>
          <p:cNvPr id="302" name="Shape 302"/>
          <p:cNvSpPr txBox="1">
            <a:spLocks noGrp="1"/>
          </p:cNvSpPr>
          <p:nvPr>
            <p:ph type="body" idx="1"/>
          </p:nvPr>
        </p:nvSpPr>
        <p:spPr>
          <a:xfrm>
            <a:off x="1155700" y="2222500"/>
            <a:ext cx="13932000" cy="5702399"/>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Document Type Definition (DTD)</a:t>
            </a:r>
          </a:p>
          <a:p>
            <a:pPr marL="914400" marR="0" lvl="1"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http://en.wikipedia.org/wiki/Document_Type_Definition</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Standard Generalized Markup Language (ISO 8879:1986 SGML)</a:t>
            </a:r>
          </a:p>
          <a:p>
            <a:pPr marL="914400" marR="0" lvl="1"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http://en.wikipedia.org/wiki/SGML</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rgbClr val="00FF00"/>
                </a:solidFill>
                <a:latin typeface="Cabin"/>
                <a:ea typeface="Cabin"/>
                <a:cs typeface="Cabin"/>
                <a:sym typeface="Cabin"/>
              </a:rPr>
              <a:t>XML Schema  from W3C - (XSD)</a:t>
            </a:r>
          </a:p>
          <a:p>
            <a:pPr marL="914400" marR="0" lvl="1" indent="-228600" algn="l" rtl="0">
              <a:lnSpc>
                <a:spcPct val="100000"/>
              </a:lnSpc>
              <a:spcBef>
                <a:spcPts val="3500"/>
              </a:spcBef>
              <a:spcAft>
                <a:spcPts val="1000"/>
              </a:spcAft>
              <a:buSzPct val="100000"/>
              <a:buFont typeface="Cabin"/>
            </a:pPr>
            <a:r>
              <a:rPr lang="en-US" sz="3600" b="0" i="0" u="none" strike="noStrike" cap="none" baseline="0">
                <a:solidFill>
                  <a:srgbClr val="00FF00"/>
                </a:solidFill>
                <a:latin typeface="Cabin"/>
                <a:ea typeface="Cabin"/>
                <a:cs typeface="Cabin"/>
                <a:sym typeface="Cabin"/>
              </a:rPr>
              <a:t>http://en.wikipedia.org/wiki/XML_Schema_(W3C)</a:t>
            </a:r>
          </a:p>
        </p:txBody>
      </p:sp>
      <p:sp>
        <p:nvSpPr>
          <p:cNvPr id="303" name="Shape 303"/>
          <p:cNvSpPr/>
          <p:nvPr/>
        </p:nvSpPr>
        <p:spPr>
          <a:xfrm flipH="1">
            <a:off x="13309700" y="6705600"/>
            <a:ext cx="1269899" cy="1269899"/>
          </a:xfrm>
          <a:prstGeom prst="rightArrow">
            <a:avLst>
              <a:gd name="adj1" fmla="val 45342"/>
              <a:gd name="adj2" fmla="val 23151"/>
            </a:avLst>
          </a:prstGeom>
          <a:blipFill rotWithShape="0">
            <a:blip r:embed="rId3">
              <a:alphaModFix/>
            </a:blip>
            <a:stretch>
              <a:fillRect/>
            </a:stretch>
          </a:blipFill>
          <a:ln>
            <a:noFill/>
          </a:ln>
        </p:spPr>
        <p:txBody>
          <a:bodyPr lIns="0" tIns="0" rIns="0" bIns="0" anchor="t" anchorCtr="0">
            <a:noAutofit/>
          </a:bodyPr>
          <a:lstStyle/>
          <a:p>
            <a:pPr marL="0" marR="0" lvl="0" indent="0" algn="ctr" rtl="0">
              <a:lnSpc>
                <a:spcPct val="100000"/>
              </a:lnSpc>
              <a:spcBef>
                <a:spcPts val="0"/>
              </a:spcBef>
              <a:spcAft>
                <a:spcPts val="0"/>
              </a:spcAft>
              <a:buNone/>
            </a:pPr>
            <a:endParaRPr/>
          </a:p>
        </p:txBody>
      </p:sp>
      <p:sp>
        <p:nvSpPr>
          <p:cNvPr id="304" name="Shape 304"/>
          <p:cNvSpPr txBox="1"/>
          <p:nvPr/>
        </p:nvSpPr>
        <p:spPr>
          <a:xfrm>
            <a:off x="4856275" y="8362950"/>
            <a:ext cx="7106100" cy="5333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000" b="0" i="0" u="sng" strike="noStrike" cap="none" baseline="0">
                <a:solidFill>
                  <a:srgbClr val="FFFF00"/>
                </a:solidFill>
                <a:latin typeface="Cabin"/>
                <a:ea typeface="Cabin"/>
                <a:cs typeface="Cabin"/>
                <a:sym typeface="Cabin"/>
                <a:hlinkClick r:id="rId4"/>
              </a:rPr>
              <a:t>http://en.wikipedia.org/wiki/Xml_schema</a:t>
            </a:r>
          </a:p>
        </p:txBody>
      </p:sp>
    </p:spTree>
  </p:cSld>
  <p:clrMapOvr>
    <a:masterClrMapping/>
  </p:clrMapOvr>
  <p:transition spd="slow">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Shape 309"/>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b="0" i="0" u="none" strike="noStrike" cap="none" baseline="0">
                <a:solidFill>
                  <a:srgbClr val="FF00FF"/>
                </a:solidFill>
                <a:latin typeface="Cabin"/>
                <a:ea typeface="Cabin"/>
                <a:cs typeface="Cabin"/>
                <a:sym typeface="Cabin"/>
              </a:rPr>
              <a:t>XSD XML Schema (W3C spec)</a:t>
            </a:r>
          </a:p>
        </p:txBody>
      </p:sp>
      <p:sp>
        <p:nvSpPr>
          <p:cNvPr id="310" name="Shape 310"/>
          <p:cNvSpPr txBox="1">
            <a:spLocks noGrp="1"/>
          </p:cNvSpPr>
          <p:nvPr>
            <p:ph type="body" idx="1"/>
          </p:nvPr>
        </p:nvSpPr>
        <p:spPr>
          <a:xfrm>
            <a:off x="1155700" y="2603500"/>
            <a:ext cx="13931900" cy="4635499"/>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We will focus on the World Wide Web Consortium (W3C) version</a:t>
            </a:r>
          </a:p>
          <a:p>
            <a:pPr marL="457200" marR="0" lvl="0" indent="-228600" algn="l" rtl="0">
              <a:lnSpc>
                <a:spcPct val="100000"/>
              </a:lnSpc>
              <a:spcBef>
                <a:spcPts val="3500"/>
              </a:spcBef>
              <a:spcAft>
                <a:spcPts val="1000"/>
              </a:spcAft>
              <a:buSzPct val="100000"/>
            </a:pPr>
            <a:r>
              <a:rPr lang="en-US" sz="3600" b="0" i="0" u="none" strike="noStrike" cap="none" baseline="0">
                <a:solidFill>
                  <a:schemeClr val="lt1"/>
                </a:solidFill>
                <a:latin typeface="Cabin"/>
                <a:ea typeface="Cabin"/>
                <a:cs typeface="Cabin"/>
                <a:sym typeface="Cabin"/>
              </a:rPr>
              <a:t>It is often called </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W3C Schema</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 because </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Schema</a:t>
            </a:r>
            <a:r>
              <a:rPr lang="en-US" sz="3600" b="0" i="0" u="none" strike="noStrike" cap="none" baseline="0">
                <a:solidFill>
                  <a:schemeClr val="lt1"/>
                </a:solidFill>
                <a:latin typeface="Arial"/>
                <a:ea typeface="Arial"/>
                <a:cs typeface="Arial"/>
                <a:sym typeface="Arial"/>
              </a:rPr>
              <a:t>”</a:t>
            </a:r>
            <a:r>
              <a:rPr lang="en-US" sz="3600" b="0" i="0" u="none" strike="noStrike" cap="none" baseline="0">
                <a:solidFill>
                  <a:schemeClr val="lt1"/>
                </a:solidFill>
                <a:latin typeface="Cabin"/>
                <a:ea typeface="Cabin"/>
                <a:cs typeface="Cabin"/>
                <a:sym typeface="Cabin"/>
              </a:rPr>
              <a:t> is considered generic</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More commonly it is called XSD because the file names end in .xsd</a:t>
            </a:r>
          </a:p>
        </p:txBody>
      </p:sp>
      <p:sp>
        <p:nvSpPr>
          <p:cNvPr id="311" name="Shape 311"/>
          <p:cNvSpPr txBox="1"/>
          <p:nvPr/>
        </p:nvSpPr>
        <p:spPr>
          <a:xfrm>
            <a:off x="4375325" y="7505700"/>
            <a:ext cx="68229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sng" strike="noStrike" cap="none" baseline="0">
                <a:solidFill>
                  <a:srgbClr val="FFFF00"/>
                </a:solidFill>
                <a:latin typeface="Cabin"/>
                <a:ea typeface="Cabin"/>
                <a:cs typeface="Cabin"/>
                <a:sym typeface="Cabin"/>
                <a:hlinkClick r:id="rId3"/>
              </a:rPr>
              <a:t>http://www.w3.org/XML/Schema</a:t>
            </a:r>
          </a:p>
        </p:txBody>
      </p:sp>
      <p:sp>
        <p:nvSpPr>
          <p:cNvPr id="312" name="Shape 312"/>
          <p:cNvSpPr txBox="1"/>
          <p:nvPr/>
        </p:nvSpPr>
        <p:spPr>
          <a:xfrm>
            <a:off x="2836300" y="8191500"/>
            <a:ext cx="107369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sng" strike="noStrike" cap="none" baseline="0">
                <a:solidFill>
                  <a:srgbClr val="FFFF00"/>
                </a:solidFill>
                <a:latin typeface="Cabin"/>
                <a:ea typeface="Cabin"/>
                <a:cs typeface="Cabin"/>
                <a:sym typeface="Cabin"/>
                <a:hlinkClick r:id="rId4"/>
              </a:rPr>
              <a:t>http://en.wikipedia.org/wiki/XML_Schema_(W3C)</a:t>
            </a:r>
          </a:p>
        </p:txBody>
      </p:sp>
    </p:spTree>
  </p:cSld>
  <p:clrMapOvr>
    <a:masterClrMapping/>
  </p:clrMapOvr>
  <p:transition spd="slow">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Shape 317"/>
          <p:cNvSpPr txBox="1">
            <a:spLocks noGrp="1"/>
          </p:cNvSpPr>
          <p:nvPr>
            <p:ph type="title"/>
          </p:nvPr>
        </p:nvSpPr>
        <p:spPr>
          <a:xfrm>
            <a:off x="1155700" y="241300"/>
            <a:ext cx="4533899"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b="0" i="0" u="none" strike="noStrike" cap="none" baseline="0">
                <a:solidFill>
                  <a:srgbClr val="FF00FF"/>
                </a:solidFill>
                <a:latin typeface="Cabin"/>
                <a:ea typeface="Cabin"/>
                <a:cs typeface="Cabin"/>
                <a:sym typeface="Cabin"/>
              </a:rPr>
              <a:t>XSD Structure</a:t>
            </a:r>
          </a:p>
        </p:txBody>
      </p:sp>
      <p:sp>
        <p:nvSpPr>
          <p:cNvPr id="318" name="Shape 318"/>
          <p:cNvSpPr txBox="1">
            <a:spLocks noGrp="1"/>
          </p:cNvSpPr>
          <p:nvPr>
            <p:ph type="body" idx="1"/>
          </p:nvPr>
        </p:nvSpPr>
        <p:spPr>
          <a:xfrm>
            <a:off x="1155700" y="2603500"/>
            <a:ext cx="13931900" cy="5638800"/>
          </a:xfrm>
          <a:prstGeom prst="rect">
            <a:avLst/>
          </a:prstGeom>
          <a:noFill/>
          <a:ln>
            <a:noFill/>
          </a:ln>
        </p:spPr>
        <p:txBody>
          <a:bodyPr lIns="38100" tIns="38100" rIns="38100" bIns="38100" anchor="ctr" anchorCtr="0">
            <a:noAutofit/>
          </a:bodyPr>
          <a:lstStyle/>
          <a:p>
            <a:pPr marL="749300" marR="0" lvl="0" indent="-533400" algn="l" rtl="0">
              <a:lnSpc>
                <a:spcPct val="100000"/>
              </a:lnSpc>
              <a:spcBef>
                <a:spcPts val="0"/>
              </a:spcBef>
              <a:spcAft>
                <a:spcPts val="0"/>
              </a:spcAft>
              <a:buClr>
                <a:srgbClr val="FF7F00"/>
              </a:buClr>
              <a:buSzPct val="171000"/>
              <a:buFont typeface="Cabin"/>
              <a:buChar char="•"/>
            </a:pPr>
            <a:r>
              <a:rPr lang="en-US" sz="3600" b="0" i="0" u="none" strike="noStrike" cap="none" baseline="0">
                <a:solidFill>
                  <a:srgbClr val="FF7F00"/>
                </a:solidFill>
                <a:latin typeface="Cabin"/>
                <a:ea typeface="Cabin"/>
                <a:cs typeface="Cabin"/>
                <a:sym typeface="Cabin"/>
              </a:rPr>
              <a:t>xs:element</a:t>
            </a:r>
          </a:p>
          <a:p>
            <a:pPr marL="749300" marR="0" lvl="0" indent="-533400" algn="l" rtl="0">
              <a:lnSpc>
                <a:spcPct val="100000"/>
              </a:lnSpc>
              <a:spcBef>
                <a:spcPts val="3500"/>
              </a:spcBef>
              <a:spcAft>
                <a:spcPts val="0"/>
              </a:spcAft>
              <a:buClr>
                <a:srgbClr val="00FF00"/>
              </a:buClr>
              <a:buSzPct val="171000"/>
              <a:buFont typeface="Cabin"/>
              <a:buChar char="•"/>
            </a:pPr>
            <a:r>
              <a:rPr lang="en-US" sz="3600" b="0" i="0" u="none" strike="noStrike" cap="none" baseline="0">
                <a:solidFill>
                  <a:srgbClr val="00FF00"/>
                </a:solidFill>
                <a:latin typeface="Cabin"/>
                <a:ea typeface="Cabin"/>
                <a:cs typeface="Cabin"/>
                <a:sym typeface="Cabin"/>
              </a:rPr>
              <a:t>xs:sequence</a:t>
            </a:r>
          </a:p>
          <a:p>
            <a:pPr marL="749300" marR="0" lvl="0" indent="-533400" algn="l" rtl="0">
              <a:lnSpc>
                <a:spcPct val="100000"/>
              </a:lnSpc>
              <a:spcBef>
                <a:spcPts val="3500"/>
              </a:spcBef>
              <a:spcAft>
                <a:spcPts val="0"/>
              </a:spcAft>
              <a:buClr>
                <a:srgbClr val="FFFF00"/>
              </a:buClr>
              <a:buSzPct val="171000"/>
              <a:buFont typeface="Cabin"/>
              <a:buChar char="•"/>
            </a:pPr>
            <a:r>
              <a:rPr lang="en-US" sz="3600" b="0" i="0" u="none" strike="noStrike" cap="none" baseline="0">
                <a:solidFill>
                  <a:srgbClr val="FFFF00"/>
                </a:solidFill>
                <a:latin typeface="Cabin"/>
                <a:ea typeface="Cabin"/>
                <a:cs typeface="Cabin"/>
                <a:sym typeface="Cabin"/>
              </a:rPr>
              <a:t>xs:complexType</a:t>
            </a:r>
          </a:p>
        </p:txBody>
      </p:sp>
      <p:sp>
        <p:nvSpPr>
          <p:cNvPr id="319" name="Shape 319"/>
          <p:cNvSpPr txBox="1"/>
          <p:nvPr/>
        </p:nvSpPr>
        <p:spPr>
          <a:xfrm>
            <a:off x="6449375" y="4628800"/>
            <a:ext cx="8975699" cy="38765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000" b="0" i="0" u="none" strike="noStrike" cap="none" baseline="0">
                <a:solidFill>
                  <a:srgbClr val="FFFF00"/>
                </a:solidFill>
                <a:latin typeface="Cabin"/>
                <a:ea typeface="Cabin"/>
                <a:cs typeface="Cabin"/>
                <a:sym typeface="Cabin"/>
              </a:rPr>
              <a:t>&lt;xs:complexType name=</a:t>
            </a:r>
            <a:r>
              <a:rPr lang="en-US" sz="3000" b="0" i="0" u="none" strike="noStrike" cap="none" baseline="0">
                <a:solidFill>
                  <a:srgbClr val="FFFF00"/>
                </a:solidFill>
                <a:latin typeface="Arial"/>
                <a:ea typeface="Arial"/>
                <a:cs typeface="Arial"/>
                <a:sym typeface="Arial"/>
              </a:rPr>
              <a:t>”</a:t>
            </a:r>
            <a:r>
              <a:rPr lang="en-US" sz="3000" b="0" i="0" u="none" strike="noStrike" cap="none" baseline="0">
                <a:solidFill>
                  <a:srgbClr val="FFFF00"/>
                </a:solidFill>
                <a:latin typeface="Cabin"/>
                <a:ea typeface="Cabin"/>
                <a:cs typeface="Cabin"/>
                <a:sym typeface="Cabin"/>
              </a:rPr>
              <a:t>person</a:t>
            </a:r>
            <a:r>
              <a:rPr lang="en-US" sz="3000" b="0" i="0" u="none" strike="noStrike" cap="none" baseline="0">
                <a:solidFill>
                  <a:srgbClr val="FFFF00"/>
                </a:solidFill>
                <a:latin typeface="Arial"/>
                <a:ea typeface="Arial"/>
                <a:cs typeface="Arial"/>
                <a:sym typeface="Arial"/>
              </a:rPr>
              <a:t>”</a:t>
            </a:r>
            <a:r>
              <a:rPr lang="en-US" sz="3000" b="0" i="0" u="none" strike="noStrike" cap="none" baseline="0">
                <a:solidFill>
                  <a:srgbClr val="FFFF00"/>
                </a:solidFill>
                <a:latin typeface="Cabin"/>
                <a:ea typeface="Cabin"/>
                <a:cs typeface="Cabin"/>
                <a:sym typeface="Cabin"/>
              </a:rPr>
              <a:t>&gt;</a:t>
            </a:r>
          </a:p>
          <a:p>
            <a:pPr marL="0" marR="0" lvl="0" indent="0" algn="l" rtl="0">
              <a:lnSpc>
                <a:spcPct val="100000"/>
              </a:lnSpc>
              <a:spcBef>
                <a:spcPts val="0"/>
              </a:spcBef>
              <a:spcAft>
                <a:spcPts val="0"/>
              </a:spcAft>
              <a:buClr>
                <a:srgbClr val="00FF00"/>
              </a:buClr>
              <a:buSzPct val="25000"/>
              <a:buFont typeface="Cabin"/>
              <a:buNone/>
            </a:pPr>
            <a:r>
              <a:rPr lang="en-US" sz="3000" b="0" i="0" u="none" strike="noStrike" cap="none" baseline="0">
                <a:solidFill>
                  <a:srgbClr val="00FF00"/>
                </a:solidFill>
                <a:latin typeface="Cabin"/>
                <a:ea typeface="Cabin"/>
                <a:cs typeface="Cabin"/>
                <a:sym typeface="Cabin"/>
              </a:rPr>
              <a:t>  &lt;xs:sequence&gt;</a:t>
            </a:r>
          </a:p>
          <a:p>
            <a:pPr marL="0" marR="0" lvl="0" indent="0" algn="l" rtl="0">
              <a:lnSpc>
                <a:spcPct val="100000"/>
              </a:lnSpc>
              <a:spcBef>
                <a:spcPts val="0"/>
              </a:spcBef>
              <a:spcAft>
                <a:spcPts val="0"/>
              </a:spcAft>
              <a:buClr>
                <a:srgbClr val="FF7F00"/>
              </a:buClr>
              <a:buSzPct val="25000"/>
              <a:buFont typeface="Cabin"/>
              <a:buNone/>
            </a:pPr>
            <a:r>
              <a:rPr lang="en-US" sz="3000" b="0" i="0" u="none" strike="noStrike" cap="none" baseline="0">
                <a:solidFill>
                  <a:srgbClr val="FF7F00"/>
                </a:solidFill>
                <a:latin typeface="Cabin"/>
                <a:ea typeface="Cabin"/>
                <a:cs typeface="Cabin"/>
                <a:sym typeface="Cabin"/>
              </a:rPr>
              <a:t>    &lt;xs:element name="lastname" type="xs:string"/&gt;</a:t>
            </a:r>
          </a:p>
          <a:p>
            <a:pPr marL="0" marR="0" lvl="0" indent="0" algn="l" rtl="0">
              <a:lnSpc>
                <a:spcPct val="100000"/>
              </a:lnSpc>
              <a:spcBef>
                <a:spcPts val="0"/>
              </a:spcBef>
              <a:spcAft>
                <a:spcPts val="0"/>
              </a:spcAft>
              <a:buClr>
                <a:srgbClr val="FF7F00"/>
              </a:buClr>
              <a:buSzPct val="25000"/>
              <a:buFont typeface="Cabin"/>
              <a:buNone/>
            </a:pPr>
            <a:r>
              <a:rPr lang="en-US" sz="3000" b="0" i="0" u="none" strike="noStrike" cap="none" baseline="0">
                <a:solidFill>
                  <a:srgbClr val="FF7F00"/>
                </a:solidFill>
                <a:latin typeface="Cabin"/>
                <a:ea typeface="Cabin"/>
                <a:cs typeface="Cabin"/>
                <a:sym typeface="Cabin"/>
              </a:rPr>
              <a:t>    &lt;xs:element name="age" type="xs:integer"/&gt;</a:t>
            </a:r>
          </a:p>
          <a:p>
            <a:pPr marL="0" marR="0" lvl="0" indent="0" algn="l" rtl="0">
              <a:lnSpc>
                <a:spcPct val="100000"/>
              </a:lnSpc>
              <a:spcBef>
                <a:spcPts val="0"/>
              </a:spcBef>
              <a:spcAft>
                <a:spcPts val="0"/>
              </a:spcAft>
              <a:buClr>
                <a:srgbClr val="FF7F00"/>
              </a:buClr>
              <a:buSzPct val="25000"/>
              <a:buFont typeface="Cabin"/>
              <a:buNone/>
            </a:pPr>
            <a:r>
              <a:rPr lang="en-US" sz="3000" b="0" i="0" u="none" strike="noStrike" cap="none" baseline="0">
                <a:solidFill>
                  <a:srgbClr val="FF7F00"/>
                </a:solidFill>
                <a:latin typeface="Cabin"/>
                <a:ea typeface="Cabin"/>
                <a:cs typeface="Cabin"/>
                <a:sym typeface="Cabin"/>
              </a:rPr>
              <a:t>    &lt;xs:element name="dateborn" type="xs:date"/&gt;</a:t>
            </a:r>
          </a:p>
          <a:p>
            <a:pPr marL="0" marR="0" lvl="0" indent="0" algn="l" rtl="0">
              <a:lnSpc>
                <a:spcPct val="100000"/>
              </a:lnSpc>
              <a:spcBef>
                <a:spcPts val="0"/>
              </a:spcBef>
              <a:spcAft>
                <a:spcPts val="0"/>
              </a:spcAft>
              <a:buClr>
                <a:srgbClr val="00FF00"/>
              </a:buClr>
              <a:buSzPct val="25000"/>
              <a:buFont typeface="Cabin"/>
              <a:buNone/>
            </a:pPr>
            <a:r>
              <a:rPr lang="en-US" sz="3000" b="0" i="0" u="none" strike="noStrike" cap="none" baseline="0">
                <a:solidFill>
                  <a:srgbClr val="00FF00"/>
                </a:solidFill>
                <a:latin typeface="Cabin"/>
                <a:ea typeface="Cabin"/>
                <a:cs typeface="Cabin"/>
                <a:sym typeface="Cabin"/>
              </a:rPr>
              <a:t>  &lt;/xs:sequence&gt;</a:t>
            </a:r>
          </a:p>
          <a:p>
            <a:pPr marL="0" marR="0" lvl="0" indent="0" algn="l" rtl="0">
              <a:lnSpc>
                <a:spcPct val="100000"/>
              </a:lnSpc>
              <a:spcBef>
                <a:spcPts val="0"/>
              </a:spcBef>
              <a:spcAft>
                <a:spcPts val="0"/>
              </a:spcAft>
              <a:buClr>
                <a:srgbClr val="FFFF00"/>
              </a:buClr>
              <a:buSzPct val="25000"/>
              <a:buFont typeface="Cabin"/>
              <a:buNone/>
            </a:pPr>
            <a:r>
              <a:rPr lang="en-US" sz="3000" b="0" i="0" u="none" strike="noStrike" cap="none" baseline="0">
                <a:solidFill>
                  <a:srgbClr val="FFFF00"/>
                </a:solidFill>
                <a:latin typeface="Cabin"/>
                <a:ea typeface="Cabin"/>
                <a:cs typeface="Cabin"/>
                <a:sym typeface="Cabin"/>
              </a:rPr>
              <a:t>&lt;/xs:complexType&gt;</a:t>
            </a:r>
          </a:p>
        </p:txBody>
      </p:sp>
      <p:sp>
        <p:nvSpPr>
          <p:cNvPr id="320" name="Shape 320"/>
          <p:cNvSpPr txBox="1"/>
          <p:nvPr/>
        </p:nvSpPr>
        <p:spPr>
          <a:xfrm>
            <a:off x="6530261" y="1371325"/>
            <a:ext cx="7196099" cy="27051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&lt;</a:t>
            </a:r>
            <a:r>
              <a:rPr lang="en-US" sz="3000" b="0" i="0" u="none" strike="noStrike" cap="none" baseline="0">
                <a:solidFill>
                  <a:srgbClr val="FFFF00"/>
                </a:solidFill>
                <a:latin typeface="Cabin"/>
                <a:ea typeface="Cabin"/>
                <a:cs typeface="Cabin"/>
                <a:sym typeface="Cabin"/>
              </a:rPr>
              <a:t>person&gt;</a:t>
            </a:r>
          </a:p>
          <a:p>
            <a:pPr marL="0" marR="0" lvl="0" indent="0" algn="l" rtl="0">
              <a:lnSpc>
                <a:spcPct val="100000"/>
              </a:lnSpc>
              <a:spcBef>
                <a:spcPts val="0"/>
              </a:spcBef>
              <a:spcAft>
                <a:spcPts val="0"/>
              </a:spcAft>
              <a:buClr>
                <a:srgbClr val="FF7F00"/>
              </a:buClr>
              <a:buSzPct val="25000"/>
              <a:buFont typeface="Cabin"/>
              <a:buNone/>
            </a:pPr>
            <a:r>
              <a:rPr lang="en-US" sz="3000" b="0" i="0" u="none" strike="noStrike" cap="none" baseline="0">
                <a:solidFill>
                  <a:srgbClr val="FF7F00"/>
                </a:solidFill>
                <a:latin typeface="Cabin"/>
                <a:ea typeface="Cabin"/>
                <a:cs typeface="Cabin"/>
                <a:sym typeface="Cabin"/>
              </a:rPr>
              <a:t>   &lt;lastname&gt;Severance&lt;/lastname&gt;</a:t>
            </a:r>
          </a:p>
          <a:p>
            <a:pPr marL="0" marR="0" lvl="0" indent="0" algn="l" rtl="0">
              <a:lnSpc>
                <a:spcPct val="100000"/>
              </a:lnSpc>
              <a:spcBef>
                <a:spcPts val="0"/>
              </a:spcBef>
              <a:spcAft>
                <a:spcPts val="0"/>
              </a:spcAft>
              <a:buClr>
                <a:srgbClr val="FF7F00"/>
              </a:buClr>
              <a:buSzPct val="25000"/>
              <a:buFont typeface="Cabin"/>
              <a:buNone/>
            </a:pPr>
            <a:r>
              <a:rPr lang="en-US" sz="3000" b="0" i="0" u="none" strike="noStrike" cap="none" baseline="0">
                <a:solidFill>
                  <a:srgbClr val="FF7F00"/>
                </a:solidFill>
                <a:latin typeface="Cabin"/>
                <a:ea typeface="Cabin"/>
                <a:cs typeface="Cabin"/>
                <a:sym typeface="Cabin"/>
              </a:rPr>
              <a:t>   &lt;age&gt;17&lt;/age&gt;</a:t>
            </a:r>
          </a:p>
          <a:p>
            <a:pPr marL="0" marR="0" lvl="0" indent="0" algn="l" rtl="0">
              <a:lnSpc>
                <a:spcPct val="100000"/>
              </a:lnSpc>
              <a:spcBef>
                <a:spcPts val="0"/>
              </a:spcBef>
              <a:spcAft>
                <a:spcPts val="0"/>
              </a:spcAft>
              <a:buClr>
                <a:srgbClr val="FF7F00"/>
              </a:buClr>
              <a:buSzPct val="25000"/>
              <a:buFont typeface="Cabin"/>
              <a:buNone/>
            </a:pPr>
            <a:r>
              <a:rPr lang="en-US" sz="3000" b="0" i="0" u="none" strike="noStrike" cap="none" baseline="0">
                <a:solidFill>
                  <a:srgbClr val="FF7F00"/>
                </a:solidFill>
                <a:latin typeface="Cabin"/>
                <a:ea typeface="Cabin"/>
                <a:cs typeface="Cabin"/>
                <a:sym typeface="Cabin"/>
              </a:rPr>
              <a:t>   &lt;dateborn&gt;2001-04-17&lt;/dateborn&gt;</a:t>
            </a:r>
          </a:p>
          <a:p>
            <a:pPr marL="0" marR="0" lvl="0" indent="0" algn="l" rtl="0">
              <a:lnSpc>
                <a:spcPct val="100000"/>
              </a:lnSpc>
              <a:spcBef>
                <a:spcPts val="0"/>
              </a:spcBef>
              <a:spcAft>
                <a:spcPts val="0"/>
              </a:spcAft>
              <a:buClr>
                <a:srgbClr val="FFFF00"/>
              </a:buClr>
              <a:buSzPct val="25000"/>
              <a:buFont typeface="Cabin"/>
              <a:buNone/>
            </a:pPr>
            <a:r>
              <a:rPr lang="en-US" sz="3000" b="0" i="0" u="none" strike="noStrike" cap="none" baseline="0">
                <a:solidFill>
                  <a:srgbClr val="FFFF00"/>
                </a:solidFill>
                <a:latin typeface="Cabin"/>
                <a:ea typeface="Cabin"/>
                <a:cs typeface="Cabin"/>
                <a:sym typeface="Cabin"/>
              </a:rPr>
              <a:t>&lt;/person&gt;</a:t>
            </a:r>
          </a:p>
        </p:txBody>
      </p:sp>
    </p:spTree>
  </p:cSld>
  <p:clrMapOvr>
    <a:masterClrMapping/>
  </p:clrMapOvr>
  <p:transition spd="slow">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Shape 325"/>
          <p:cNvSpPr txBox="1">
            <a:spLocks noGrp="1"/>
          </p:cNvSpPr>
          <p:nvPr>
            <p:ph type="title"/>
          </p:nvPr>
        </p:nvSpPr>
        <p:spPr>
          <a:xfrm>
            <a:off x="10078975" y="572025"/>
            <a:ext cx="5181600" cy="229860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b="0" i="0" u="none" strike="noStrike" cap="none" baseline="0">
                <a:solidFill>
                  <a:srgbClr val="FFFF00"/>
                </a:solidFill>
                <a:latin typeface="Cabin"/>
                <a:ea typeface="Cabin"/>
                <a:cs typeface="Cabin"/>
                <a:sym typeface="Cabin"/>
              </a:rPr>
              <a:t>XSD</a:t>
            </a:r>
            <a:br>
              <a:rPr lang="en-US" sz="7600" b="0" i="0" u="none" strike="noStrike" cap="none" baseline="0">
                <a:solidFill>
                  <a:srgbClr val="FFFF00"/>
                </a:solidFill>
                <a:latin typeface="Cabin"/>
                <a:ea typeface="Cabin"/>
                <a:cs typeface="Cabin"/>
                <a:sym typeface="Cabin"/>
              </a:rPr>
            </a:br>
            <a:r>
              <a:rPr lang="en-US" sz="7600" b="0" i="0" u="none" strike="noStrike" cap="none" baseline="0">
                <a:solidFill>
                  <a:srgbClr val="FFFF00"/>
                </a:solidFill>
                <a:latin typeface="Cabin"/>
                <a:ea typeface="Cabin"/>
                <a:cs typeface="Cabin"/>
                <a:sym typeface="Cabin"/>
              </a:rPr>
              <a:t>Constraints</a:t>
            </a:r>
          </a:p>
        </p:txBody>
      </p:sp>
      <p:sp>
        <p:nvSpPr>
          <p:cNvPr id="326" name="Shape 326"/>
          <p:cNvSpPr txBox="1"/>
          <p:nvPr/>
        </p:nvSpPr>
        <p:spPr>
          <a:xfrm>
            <a:off x="1237150" y="8281775"/>
            <a:ext cx="139236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sng" strike="noStrike" cap="none" baseline="0">
                <a:solidFill>
                  <a:srgbClr val="FFFF00"/>
                </a:solidFill>
                <a:latin typeface="Cabin"/>
                <a:ea typeface="Cabin"/>
                <a:cs typeface="Cabin"/>
                <a:sym typeface="Cabin"/>
                <a:hlinkClick r:id="rId3"/>
              </a:rPr>
              <a:t>http://www.w3schools.com/Schema/schema_complex_indicators.asp</a:t>
            </a:r>
          </a:p>
        </p:txBody>
      </p:sp>
      <p:sp>
        <p:nvSpPr>
          <p:cNvPr id="327" name="Shape 327"/>
          <p:cNvSpPr txBox="1"/>
          <p:nvPr/>
        </p:nvSpPr>
        <p:spPr>
          <a:xfrm>
            <a:off x="339725" y="146050"/>
            <a:ext cx="10960099" cy="53085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3000" b="0" i="0" u="none" strike="noStrike" cap="none" baseline="0">
                <a:solidFill>
                  <a:srgbClr val="00FF00"/>
                </a:solidFill>
                <a:latin typeface="Cabin"/>
                <a:ea typeface="Cabin"/>
                <a:cs typeface="Cabin"/>
                <a:sym typeface="Cabin"/>
              </a:rPr>
              <a:t>&lt;xs:element name="person"&gt;</a:t>
            </a:r>
          </a:p>
          <a:p>
            <a:pPr marL="0" marR="0" lvl="0" indent="0" algn="l" rtl="0">
              <a:lnSpc>
                <a:spcPct val="100000"/>
              </a:lnSpc>
              <a:spcBef>
                <a:spcPts val="0"/>
              </a:spcBef>
              <a:spcAft>
                <a:spcPts val="0"/>
              </a:spcAft>
              <a:buClr>
                <a:srgbClr val="00FF00"/>
              </a:buClr>
              <a:buSzPct val="25000"/>
              <a:buFont typeface="Cabin"/>
              <a:buNone/>
            </a:pPr>
            <a:r>
              <a:rPr lang="en-US" sz="3000" b="0" i="0" u="none" strike="noStrike" cap="none" baseline="0">
                <a:solidFill>
                  <a:srgbClr val="00FF00"/>
                </a:solidFill>
                <a:latin typeface="Cabin"/>
                <a:ea typeface="Cabin"/>
                <a:cs typeface="Cabin"/>
                <a:sym typeface="Cabin"/>
              </a:rPr>
              <a:t>  &lt;xs:complexType&gt;</a:t>
            </a:r>
          </a:p>
          <a:p>
            <a:pPr marL="0" marR="0" lvl="0" indent="0" algn="l" rtl="0">
              <a:lnSpc>
                <a:spcPct val="100000"/>
              </a:lnSpc>
              <a:spcBef>
                <a:spcPts val="0"/>
              </a:spcBef>
              <a:spcAft>
                <a:spcPts val="0"/>
              </a:spcAft>
              <a:buClr>
                <a:srgbClr val="00FF00"/>
              </a:buClr>
              <a:buSzPct val="25000"/>
              <a:buFont typeface="Cabin"/>
              <a:buNone/>
            </a:pPr>
            <a:r>
              <a:rPr lang="en-US" sz="3000" b="0" i="0" u="none" strike="noStrike" cap="none" baseline="0">
                <a:solidFill>
                  <a:srgbClr val="00FF00"/>
                </a:solidFill>
                <a:latin typeface="Cabin"/>
                <a:ea typeface="Cabin"/>
                <a:cs typeface="Cabin"/>
                <a:sym typeface="Cabin"/>
              </a:rPr>
              <a:t>    &lt;xs:sequence&gt;</a:t>
            </a:r>
          </a:p>
          <a:p>
            <a:pPr marL="0" marR="0" lvl="0" indent="0" algn="l" rtl="0">
              <a:lnSpc>
                <a:spcPct val="100000"/>
              </a:lnSpc>
              <a:spcBef>
                <a:spcPts val="0"/>
              </a:spcBef>
              <a:spcAft>
                <a:spcPts val="0"/>
              </a:spcAft>
              <a:buClr>
                <a:srgbClr val="00FFFF"/>
              </a:buClr>
              <a:buSzPct val="25000"/>
              <a:buFont typeface="Cabin"/>
              <a:buNone/>
            </a:pPr>
            <a:r>
              <a:rPr lang="en-US" sz="3000" b="0" i="0" u="none" strike="noStrike" cap="none" baseline="0">
                <a:solidFill>
                  <a:srgbClr val="00FFFF"/>
                </a:solidFill>
                <a:latin typeface="Cabin"/>
                <a:ea typeface="Cabin"/>
                <a:cs typeface="Cabin"/>
                <a:sym typeface="Cabin"/>
              </a:rPr>
              <a:t>      &lt;xs:element name="full_name" type="xs:string"            minOccurs="1" maxOccurs="1" /&gt;</a:t>
            </a:r>
          </a:p>
          <a:p>
            <a:pPr marL="0" marR="0" lvl="0" indent="0" algn="l" rtl="0">
              <a:lnSpc>
                <a:spcPct val="100000"/>
              </a:lnSpc>
              <a:spcBef>
                <a:spcPts val="0"/>
              </a:spcBef>
              <a:spcAft>
                <a:spcPts val="0"/>
              </a:spcAft>
              <a:buClr>
                <a:schemeClr val="lt1"/>
              </a:buClr>
              <a:buSzPct val="25000"/>
              <a:buFont typeface="Cabin"/>
              <a:buNone/>
            </a:pPr>
            <a:r>
              <a:rPr lang="en-US" sz="3000" b="0" i="0" u="none" strike="noStrike" cap="none" baseline="0">
                <a:solidFill>
                  <a:schemeClr val="lt1"/>
                </a:solidFill>
                <a:latin typeface="Cabin"/>
                <a:ea typeface="Cabin"/>
                <a:cs typeface="Cabin"/>
                <a:sym typeface="Cabin"/>
              </a:rPr>
              <a:t>      </a:t>
            </a:r>
            <a:r>
              <a:rPr lang="en-US" sz="3000" b="0" i="0" u="none" strike="noStrike" cap="none" baseline="0">
                <a:solidFill>
                  <a:srgbClr val="FF7F00"/>
                </a:solidFill>
                <a:latin typeface="Cabin"/>
                <a:ea typeface="Cabin"/>
                <a:cs typeface="Cabin"/>
                <a:sym typeface="Cabin"/>
              </a:rPr>
              <a:t>&lt;xs:element name="child_name" type="xs:string"             minOccurs="0" maxOccurs="10" /&gt;</a:t>
            </a:r>
          </a:p>
          <a:p>
            <a:pPr marL="0" marR="0" lvl="0" indent="0" algn="l" rtl="0">
              <a:lnSpc>
                <a:spcPct val="100000"/>
              </a:lnSpc>
              <a:spcBef>
                <a:spcPts val="0"/>
              </a:spcBef>
              <a:spcAft>
                <a:spcPts val="0"/>
              </a:spcAft>
              <a:buClr>
                <a:srgbClr val="00FF00"/>
              </a:buClr>
              <a:buSzPct val="25000"/>
              <a:buFont typeface="Cabin"/>
              <a:buNone/>
            </a:pPr>
            <a:r>
              <a:rPr lang="en-US" sz="3000" b="0" i="0" u="none" strike="noStrike" cap="none" baseline="0">
                <a:solidFill>
                  <a:srgbClr val="00FF00"/>
                </a:solidFill>
                <a:latin typeface="Cabin"/>
                <a:ea typeface="Cabin"/>
                <a:cs typeface="Cabin"/>
                <a:sym typeface="Cabin"/>
              </a:rPr>
              <a:t>    &lt;/xs:sequence&gt;</a:t>
            </a:r>
          </a:p>
          <a:p>
            <a:pPr marL="0" marR="0" lvl="0" indent="0" algn="l" rtl="0">
              <a:lnSpc>
                <a:spcPct val="100000"/>
              </a:lnSpc>
              <a:spcBef>
                <a:spcPts val="0"/>
              </a:spcBef>
              <a:spcAft>
                <a:spcPts val="0"/>
              </a:spcAft>
              <a:buClr>
                <a:srgbClr val="00FF00"/>
              </a:buClr>
              <a:buSzPct val="25000"/>
              <a:buFont typeface="Cabin"/>
              <a:buNone/>
            </a:pPr>
            <a:r>
              <a:rPr lang="en-US" sz="3000" b="0" i="0" u="none" strike="noStrike" cap="none" baseline="0">
                <a:solidFill>
                  <a:srgbClr val="00FF00"/>
                </a:solidFill>
                <a:latin typeface="Cabin"/>
                <a:ea typeface="Cabin"/>
                <a:cs typeface="Cabin"/>
                <a:sym typeface="Cabin"/>
              </a:rPr>
              <a:t>  &lt;/xs:complexType&gt;</a:t>
            </a:r>
          </a:p>
          <a:p>
            <a:pPr marL="0" marR="0" lvl="0" indent="0" algn="l" rtl="0">
              <a:lnSpc>
                <a:spcPct val="100000"/>
              </a:lnSpc>
              <a:spcBef>
                <a:spcPts val="0"/>
              </a:spcBef>
              <a:spcAft>
                <a:spcPts val="0"/>
              </a:spcAft>
              <a:buClr>
                <a:srgbClr val="00FF00"/>
              </a:buClr>
              <a:buSzPct val="25000"/>
              <a:buFont typeface="Cabin"/>
              <a:buNone/>
            </a:pPr>
            <a:r>
              <a:rPr lang="en-US" sz="3000" b="0" i="0" u="none" strike="noStrike" cap="none" baseline="0">
                <a:solidFill>
                  <a:srgbClr val="00FF00"/>
                </a:solidFill>
                <a:latin typeface="Cabin"/>
                <a:ea typeface="Cabin"/>
                <a:cs typeface="Cabin"/>
                <a:sym typeface="Cabin"/>
              </a:rPr>
              <a:t>&lt;/xs:element&gt;</a:t>
            </a:r>
          </a:p>
        </p:txBody>
      </p:sp>
      <p:sp>
        <p:nvSpPr>
          <p:cNvPr id="328" name="Shape 328"/>
          <p:cNvSpPr txBox="1"/>
          <p:nvPr/>
        </p:nvSpPr>
        <p:spPr>
          <a:xfrm>
            <a:off x="7807136" y="4035137"/>
            <a:ext cx="7505699" cy="38765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3000" b="0" i="0" u="none" strike="noStrike" cap="none" baseline="0">
                <a:solidFill>
                  <a:srgbClr val="00FF00"/>
                </a:solidFill>
                <a:latin typeface="Cabin"/>
                <a:ea typeface="Cabin"/>
                <a:cs typeface="Cabin"/>
                <a:sym typeface="Cabin"/>
              </a:rPr>
              <a:t>&lt;person&gt;</a:t>
            </a:r>
          </a:p>
          <a:p>
            <a:pPr marL="0" marR="0" lvl="0" indent="0" algn="l" rtl="0">
              <a:lnSpc>
                <a:spcPct val="100000"/>
              </a:lnSpc>
              <a:spcBef>
                <a:spcPts val="0"/>
              </a:spcBef>
              <a:spcAft>
                <a:spcPts val="0"/>
              </a:spcAft>
              <a:buClr>
                <a:srgbClr val="00FFFF"/>
              </a:buClr>
              <a:buSzPct val="25000"/>
              <a:buFont typeface="Cabin"/>
              <a:buNone/>
            </a:pPr>
            <a:r>
              <a:rPr lang="en-US" sz="3000" b="0" i="0" u="none" strike="noStrike" cap="none" baseline="0">
                <a:solidFill>
                  <a:srgbClr val="00FFFF"/>
                </a:solidFill>
                <a:latin typeface="Cabin"/>
                <a:ea typeface="Cabin"/>
                <a:cs typeface="Cabin"/>
                <a:sym typeface="Cabin"/>
              </a:rPr>
              <a:t>  &lt;full_name&gt;Tove Refsnes&lt;/full_name&gt;</a:t>
            </a:r>
          </a:p>
          <a:p>
            <a:pPr marL="0" marR="0" lvl="0" indent="0" algn="l" rtl="0">
              <a:lnSpc>
                <a:spcPct val="100000"/>
              </a:lnSpc>
              <a:spcBef>
                <a:spcPts val="0"/>
              </a:spcBef>
              <a:spcAft>
                <a:spcPts val="0"/>
              </a:spcAft>
              <a:buClr>
                <a:srgbClr val="FF7F00"/>
              </a:buClr>
              <a:buSzPct val="25000"/>
              <a:buFont typeface="Cabin"/>
              <a:buNone/>
            </a:pPr>
            <a:r>
              <a:rPr lang="en-US" sz="3000" b="0" i="0" u="none" strike="noStrike" cap="none" baseline="0">
                <a:solidFill>
                  <a:srgbClr val="FF7F00"/>
                </a:solidFill>
                <a:latin typeface="Cabin"/>
                <a:ea typeface="Cabin"/>
                <a:cs typeface="Cabin"/>
                <a:sym typeface="Cabin"/>
              </a:rPr>
              <a:t>  &lt;child_name&gt;Hege&lt;/child_name&gt;</a:t>
            </a:r>
          </a:p>
          <a:p>
            <a:pPr marL="0" marR="0" lvl="0" indent="0" algn="l" rtl="0">
              <a:lnSpc>
                <a:spcPct val="100000"/>
              </a:lnSpc>
              <a:spcBef>
                <a:spcPts val="0"/>
              </a:spcBef>
              <a:spcAft>
                <a:spcPts val="0"/>
              </a:spcAft>
              <a:buClr>
                <a:srgbClr val="FF7F00"/>
              </a:buClr>
              <a:buSzPct val="25000"/>
              <a:buFont typeface="Cabin"/>
              <a:buNone/>
            </a:pPr>
            <a:r>
              <a:rPr lang="en-US" sz="3000" b="0" i="0" u="none" strike="noStrike" cap="none" baseline="0">
                <a:solidFill>
                  <a:srgbClr val="FF7F00"/>
                </a:solidFill>
                <a:latin typeface="Cabin"/>
                <a:ea typeface="Cabin"/>
                <a:cs typeface="Cabin"/>
                <a:sym typeface="Cabin"/>
              </a:rPr>
              <a:t>  &lt;child_name&gt;Stale&lt;/child_name&gt;</a:t>
            </a:r>
          </a:p>
          <a:p>
            <a:pPr marL="0" marR="0" lvl="0" indent="0" algn="l" rtl="0">
              <a:lnSpc>
                <a:spcPct val="100000"/>
              </a:lnSpc>
              <a:spcBef>
                <a:spcPts val="0"/>
              </a:spcBef>
              <a:spcAft>
                <a:spcPts val="0"/>
              </a:spcAft>
              <a:buClr>
                <a:srgbClr val="FF7F00"/>
              </a:buClr>
              <a:buSzPct val="25000"/>
              <a:buFont typeface="Cabin"/>
              <a:buNone/>
            </a:pPr>
            <a:r>
              <a:rPr lang="en-US" sz="3000" b="0" i="0" u="none" strike="noStrike" cap="none" baseline="0">
                <a:solidFill>
                  <a:srgbClr val="FF7F00"/>
                </a:solidFill>
                <a:latin typeface="Cabin"/>
                <a:ea typeface="Cabin"/>
                <a:cs typeface="Cabin"/>
                <a:sym typeface="Cabin"/>
              </a:rPr>
              <a:t>  &lt;child_name&gt;Jim&lt;/child_name&gt;</a:t>
            </a:r>
          </a:p>
          <a:p>
            <a:pPr marL="0" marR="0" lvl="0" indent="0" algn="l" rtl="0">
              <a:lnSpc>
                <a:spcPct val="100000"/>
              </a:lnSpc>
              <a:spcBef>
                <a:spcPts val="0"/>
              </a:spcBef>
              <a:spcAft>
                <a:spcPts val="0"/>
              </a:spcAft>
              <a:buClr>
                <a:srgbClr val="FF7F00"/>
              </a:buClr>
              <a:buSzPct val="25000"/>
              <a:buFont typeface="Cabin"/>
              <a:buNone/>
            </a:pPr>
            <a:r>
              <a:rPr lang="en-US" sz="3000" b="0" i="0" u="none" strike="noStrike" cap="none" baseline="0">
                <a:solidFill>
                  <a:srgbClr val="FF7F00"/>
                </a:solidFill>
                <a:latin typeface="Cabin"/>
                <a:ea typeface="Cabin"/>
                <a:cs typeface="Cabin"/>
                <a:sym typeface="Cabin"/>
              </a:rPr>
              <a:t>  &lt;child_name&gt;Borge&lt;/child_name&gt;</a:t>
            </a:r>
          </a:p>
          <a:p>
            <a:pPr marL="0" marR="0" lvl="0" indent="0" algn="l" rtl="0">
              <a:lnSpc>
                <a:spcPct val="100000"/>
              </a:lnSpc>
              <a:spcBef>
                <a:spcPts val="0"/>
              </a:spcBef>
              <a:spcAft>
                <a:spcPts val="0"/>
              </a:spcAft>
              <a:buClr>
                <a:srgbClr val="00FF00"/>
              </a:buClr>
              <a:buSzPct val="25000"/>
              <a:buFont typeface="Cabin"/>
              <a:buNone/>
            </a:pPr>
            <a:r>
              <a:rPr lang="en-US" sz="3000" b="0" i="0" u="none" strike="noStrike" cap="none" baseline="0">
                <a:solidFill>
                  <a:srgbClr val="00FF00"/>
                </a:solidFill>
                <a:latin typeface="Cabin"/>
                <a:ea typeface="Cabin"/>
                <a:cs typeface="Cabin"/>
                <a:sym typeface="Cabin"/>
              </a:rPr>
              <a:t>&lt;/person&gt;</a:t>
            </a:r>
          </a:p>
        </p:txBody>
      </p:sp>
    </p:spTree>
  </p:cSld>
  <p:clrMapOvr>
    <a:masterClrMapping/>
  </p:clrMapOvr>
  <p:transition spd="slow">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Shape 372"/>
          <p:cNvSpPr txBox="1">
            <a:spLocks noGrp="1"/>
          </p:cNvSpPr>
          <p:nvPr>
            <p:ph type="title"/>
          </p:nvPr>
        </p:nvSpPr>
        <p:spPr>
          <a:xfrm>
            <a:off x="10807700" y="546100"/>
            <a:ext cx="4279799" cy="229860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b="0" i="0" u="none" strike="noStrike" cap="none" baseline="0">
                <a:solidFill>
                  <a:schemeClr val="lt1"/>
                </a:solidFill>
                <a:latin typeface="Cabin"/>
                <a:ea typeface="Cabin"/>
                <a:cs typeface="Cabin"/>
                <a:sym typeface="Cabin"/>
              </a:rPr>
              <a:t>XSD Data Types</a:t>
            </a:r>
          </a:p>
        </p:txBody>
      </p:sp>
      <p:sp>
        <p:nvSpPr>
          <p:cNvPr id="373" name="Shape 373"/>
          <p:cNvSpPr txBox="1"/>
          <p:nvPr/>
        </p:nvSpPr>
        <p:spPr>
          <a:xfrm>
            <a:off x="1501675" y="8280400"/>
            <a:ext cx="133824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sng" strike="noStrike" cap="none" baseline="0">
                <a:solidFill>
                  <a:srgbClr val="FFFF00"/>
                </a:solidFill>
                <a:latin typeface="Cabin"/>
                <a:ea typeface="Cabin"/>
                <a:cs typeface="Cabin"/>
                <a:sym typeface="Cabin"/>
                <a:hlinkClick r:id="rId3"/>
              </a:rPr>
              <a:t>http://www.w3schools.com/Schema/schema_dtypes_numeric.asp</a:t>
            </a:r>
          </a:p>
        </p:txBody>
      </p:sp>
      <p:sp>
        <p:nvSpPr>
          <p:cNvPr id="374" name="Shape 374"/>
          <p:cNvSpPr txBox="1"/>
          <p:nvPr/>
        </p:nvSpPr>
        <p:spPr>
          <a:xfrm>
            <a:off x="695325" y="1371600"/>
            <a:ext cx="10185300" cy="27051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3200" b="0" i="0" u="none" strike="noStrike" cap="none" baseline="0">
                <a:solidFill>
                  <a:srgbClr val="FF00FF"/>
                </a:solidFill>
                <a:latin typeface="Cabin"/>
                <a:ea typeface="Cabin"/>
                <a:cs typeface="Cabin"/>
                <a:sym typeface="Cabin"/>
              </a:rPr>
              <a:t>&lt;xs:element name="customer" type="xs:string"/&gt;</a:t>
            </a:r>
          </a:p>
          <a:p>
            <a:pPr marL="0" marR="0" lvl="0" indent="0" algn="l" rtl="0">
              <a:lnSpc>
                <a:spcPct val="100000"/>
              </a:lnSpc>
              <a:spcBef>
                <a:spcPts val="0"/>
              </a:spcBef>
              <a:spcAft>
                <a:spcPts val="0"/>
              </a:spcAft>
              <a:buClr>
                <a:srgbClr val="00FF00"/>
              </a:buClr>
              <a:buSzPct val="25000"/>
              <a:buFont typeface="Cabin"/>
              <a:buNone/>
            </a:pPr>
            <a:r>
              <a:rPr lang="en-US" sz="3200" b="0" i="0" u="none" strike="noStrike" cap="none" baseline="0">
                <a:solidFill>
                  <a:srgbClr val="00FF00"/>
                </a:solidFill>
                <a:latin typeface="Cabin"/>
                <a:ea typeface="Cabin"/>
                <a:cs typeface="Cabin"/>
                <a:sym typeface="Cabin"/>
              </a:rPr>
              <a:t>&lt;xs:element name="start" type="xs:date"/&gt;</a:t>
            </a:r>
          </a:p>
          <a:p>
            <a:pPr marL="0" marR="0" lvl="0" indent="0" algn="l" rtl="0">
              <a:lnSpc>
                <a:spcPct val="100000"/>
              </a:lnSpc>
              <a:spcBef>
                <a:spcPts val="0"/>
              </a:spcBef>
              <a:spcAft>
                <a:spcPts val="0"/>
              </a:spcAft>
              <a:buClr>
                <a:srgbClr val="FF7F00"/>
              </a:buClr>
              <a:buSzPct val="25000"/>
              <a:buFont typeface="Cabin"/>
              <a:buNone/>
            </a:pPr>
            <a:r>
              <a:rPr lang="en-US" sz="3200" b="0" i="0" u="none" strike="noStrike" cap="none" baseline="0">
                <a:solidFill>
                  <a:srgbClr val="FF7F00"/>
                </a:solidFill>
                <a:latin typeface="Cabin"/>
                <a:ea typeface="Cabin"/>
                <a:cs typeface="Cabin"/>
                <a:sym typeface="Cabin"/>
              </a:rPr>
              <a:t>&lt;xs:element name="startdate" type="xs:dateTime"/&gt;</a:t>
            </a:r>
          </a:p>
          <a:p>
            <a:pPr marL="0" marR="0" lvl="0" indent="0" algn="l" rtl="0">
              <a:lnSpc>
                <a:spcPct val="100000"/>
              </a:lnSpc>
              <a:spcBef>
                <a:spcPts val="0"/>
              </a:spcBef>
              <a:spcAft>
                <a:spcPts val="0"/>
              </a:spcAft>
              <a:buClr>
                <a:srgbClr val="FFFF00"/>
              </a:buClr>
              <a:buSzPct val="25000"/>
              <a:buFont typeface="Cabin"/>
              <a:buNone/>
            </a:pPr>
            <a:r>
              <a:rPr lang="en-US" sz="3200" b="0" i="0" u="none" strike="noStrike" cap="none" baseline="0">
                <a:solidFill>
                  <a:srgbClr val="FFFF00"/>
                </a:solidFill>
                <a:latin typeface="Cabin"/>
                <a:ea typeface="Cabin"/>
                <a:cs typeface="Cabin"/>
                <a:sym typeface="Cabin"/>
              </a:rPr>
              <a:t>&lt;xs:element name="prize" type="xs:decimal"/&gt;</a:t>
            </a:r>
          </a:p>
          <a:p>
            <a:pPr marL="0" marR="0" lvl="0" indent="0" algn="l" rtl="0">
              <a:lnSpc>
                <a:spcPct val="100000"/>
              </a:lnSpc>
              <a:spcBef>
                <a:spcPts val="0"/>
              </a:spcBef>
              <a:spcAft>
                <a:spcPts val="0"/>
              </a:spcAft>
              <a:buClr>
                <a:srgbClr val="00FFFF"/>
              </a:buClr>
              <a:buSzPct val="25000"/>
              <a:buFont typeface="Cabin"/>
              <a:buNone/>
            </a:pPr>
            <a:r>
              <a:rPr lang="en-US" sz="3200" b="0" i="0" u="none" strike="noStrike" cap="none" baseline="0">
                <a:solidFill>
                  <a:srgbClr val="00FFFF"/>
                </a:solidFill>
                <a:latin typeface="Cabin"/>
                <a:ea typeface="Cabin"/>
                <a:cs typeface="Cabin"/>
                <a:sym typeface="Cabin"/>
              </a:rPr>
              <a:t>&lt;xs:element name="weeks" type="xs:integer"/&gt;</a:t>
            </a:r>
          </a:p>
        </p:txBody>
      </p:sp>
      <p:sp>
        <p:nvSpPr>
          <p:cNvPr id="375" name="Shape 375"/>
          <p:cNvSpPr txBox="1"/>
          <p:nvPr/>
        </p:nvSpPr>
        <p:spPr>
          <a:xfrm>
            <a:off x="6432550" y="4808537"/>
            <a:ext cx="8880475" cy="3324225"/>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3200" b="0" i="0" u="none" strike="noStrike" cap="none" baseline="0">
                <a:solidFill>
                  <a:srgbClr val="FF00FF"/>
                </a:solidFill>
                <a:latin typeface="Cabin"/>
                <a:ea typeface="Cabin"/>
                <a:cs typeface="Cabin"/>
                <a:sym typeface="Cabin"/>
              </a:rPr>
              <a:t>&lt;customer&gt;John Smith&lt;/customer&gt;</a:t>
            </a:r>
          </a:p>
          <a:p>
            <a:pPr marL="0" marR="0" lvl="0" indent="0" algn="l" rtl="0">
              <a:lnSpc>
                <a:spcPct val="100000"/>
              </a:lnSpc>
              <a:spcBef>
                <a:spcPts val="0"/>
              </a:spcBef>
              <a:spcAft>
                <a:spcPts val="0"/>
              </a:spcAft>
              <a:buClr>
                <a:srgbClr val="00FF00"/>
              </a:buClr>
              <a:buSzPct val="25000"/>
              <a:buFont typeface="Cabin"/>
              <a:buNone/>
            </a:pPr>
            <a:r>
              <a:rPr lang="en-US" sz="3200" b="0" i="0" u="none" strike="noStrike" cap="none" baseline="0">
                <a:solidFill>
                  <a:srgbClr val="00FF00"/>
                </a:solidFill>
                <a:latin typeface="Cabin"/>
                <a:ea typeface="Cabin"/>
                <a:cs typeface="Cabin"/>
                <a:sym typeface="Cabin"/>
              </a:rPr>
              <a:t>&lt;start&gt;2002-09-24&lt;/start&gt;</a:t>
            </a:r>
          </a:p>
          <a:p>
            <a:pPr marL="0" marR="0" lvl="0" indent="0" algn="l" rtl="0">
              <a:lnSpc>
                <a:spcPct val="100000"/>
              </a:lnSpc>
              <a:spcBef>
                <a:spcPts val="0"/>
              </a:spcBef>
              <a:spcAft>
                <a:spcPts val="0"/>
              </a:spcAft>
              <a:buClr>
                <a:srgbClr val="FF7F00"/>
              </a:buClr>
              <a:buSzPct val="25000"/>
              <a:buFont typeface="Cabin"/>
              <a:buNone/>
            </a:pPr>
            <a:r>
              <a:rPr lang="en-US" sz="3200" b="0" i="0" u="none" strike="noStrike" cap="none" baseline="0">
                <a:solidFill>
                  <a:srgbClr val="FF7F00"/>
                </a:solidFill>
                <a:latin typeface="Cabin"/>
                <a:ea typeface="Cabin"/>
                <a:cs typeface="Cabin"/>
                <a:sym typeface="Cabin"/>
              </a:rPr>
              <a:t>&lt;startdate&gt;2002-05-30T09:30:10</a:t>
            </a:r>
            <a:r>
              <a:rPr lang="en-US" sz="3200" b="0" i="0" u="none" strike="noStrike" cap="none" baseline="0">
                <a:solidFill>
                  <a:schemeClr val="lt1"/>
                </a:solidFill>
                <a:latin typeface="Cabin"/>
                <a:ea typeface="Cabin"/>
                <a:cs typeface="Cabin"/>
                <a:sym typeface="Cabin"/>
              </a:rPr>
              <a:t>Z</a:t>
            </a:r>
            <a:r>
              <a:rPr lang="en-US" sz="3200" b="0" i="0" u="none" strike="noStrike" cap="none" baseline="0">
                <a:solidFill>
                  <a:srgbClr val="FF7F00"/>
                </a:solidFill>
                <a:latin typeface="Cabin"/>
                <a:ea typeface="Cabin"/>
                <a:cs typeface="Cabin"/>
                <a:sym typeface="Cabin"/>
              </a:rPr>
              <a:t>&lt;/startdate&gt;</a:t>
            </a:r>
          </a:p>
          <a:p>
            <a:pPr marL="0" marR="0" lvl="0" indent="0" algn="l" rtl="0">
              <a:lnSpc>
                <a:spcPct val="100000"/>
              </a:lnSpc>
              <a:spcBef>
                <a:spcPts val="0"/>
              </a:spcBef>
              <a:spcAft>
                <a:spcPts val="0"/>
              </a:spcAft>
              <a:buClr>
                <a:srgbClr val="FFFF00"/>
              </a:buClr>
              <a:buSzPct val="25000"/>
              <a:buFont typeface="Cabin"/>
              <a:buNone/>
            </a:pPr>
            <a:r>
              <a:rPr lang="en-US" sz="3200" b="0" i="0" u="none" strike="noStrike" cap="none" baseline="0">
                <a:solidFill>
                  <a:srgbClr val="FFFF00"/>
                </a:solidFill>
                <a:latin typeface="Cabin"/>
                <a:ea typeface="Cabin"/>
                <a:cs typeface="Cabin"/>
                <a:sym typeface="Cabin"/>
              </a:rPr>
              <a:t>&lt;prize&gt;999.50&lt;/prize&gt;</a:t>
            </a:r>
          </a:p>
          <a:p>
            <a:pPr marL="0" marR="0" lvl="0" indent="0" algn="l" rtl="0">
              <a:lnSpc>
                <a:spcPct val="100000"/>
              </a:lnSpc>
              <a:spcBef>
                <a:spcPts val="0"/>
              </a:spcBef>
              <a:spcAft>
                <a:spcPts val="0"/>
              </a:spcAft>
              <a:buClr>
                <a:srgbClr val="00FFFF"/>
              </a:buClr>
              <a:buSzPct val="25000"/>
              <a:buFont typeface="Cabin"/>
              <a:buNone/>
            </a:pPr>
            <a:r>
              <a:rPr lang="en-US" sz="3200" b="0" i="0" u="none" strike="noStrike" cap="none" baseline="0">
                <a:solidFill>
                  <a:srgbClr val="00FFFF"/>
                </a:solidFill>
                <a:latin typeface="Cabin"/>
                <a:ea typeface="Cabin"/>
                <a:cs typeface="Cabin"/>
                <a:sym typeface="Cabin"/>
              </a:rPr>
              <a:t>&lt;weeks&gt;30&lt;/weeks&gt;</a:t>
            </a:r>
          </a:p>
          <a:p>
            <a:pPr marL="0" marR="0" lvl="0" indent="0" algn="ctr" rtl="0">
              <a:lnSpc>
                <a:spcPct val="100000"/>
              </a:lnSpc>
              <a:spcBef>
                <a:spcPts val="0"/>
              </a:spcBef>
              <a:spcAft>
                <a:spcPts val="0"/>
              </a:spcAft>
              <a:buNone/>
            </a:pPr>
            <a:endParaRPr/>
          </a:p>
        </p:txBody>
      </p:sp>
      <p:sp>
        <p:nvSpPr>
          <p:cNvPr id="376" name="Shape 376"/>
          <p:cNvSpPr txBox="1"/>
          <p:nvPr/>
        </p:nvSpPr>
        <p:spPr>
          <a:xfrm>
            <a:off x="1087500" y="5187275"/>
            <a:ext cx="4189499" cy="22986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2700" b="0" i="0" u="none" strike="noStrike" cap="none" baseline="0">
                <a:solidFill>
                  <a:schemeClr val="lt1"/>
                </a:solidFill>
                <a:latin typeface="Cabin"/>
                <a:ea typeface="Cabin"/>
                <a:cs typeface="Cabin"/>
                <a:sym typeface="Cabin"/>
              </a:rPr>
              <a:t>It is common to represent time in UTC/GMT, given that servers are often scattered around the world.</a:t>
            </a:r>
          </a:p>
        </p:txBody>
      </p:sp>
    </p:spTree>
  </p:cSld>
  <p:clrMapOvr>
    <a:masterClrMapping/>
  </p:clrMapOvr>
  <p:transition spd="slow">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Shape 381"/>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b="0" i="0" u="none" strike="noStrike" cap="none" baseline="0">
                <a:solidFill>
                  <a:srgbClr val="FFFF00"/>
                </a:solidFill>
                <a:latin typeface="Cabin"/>
                <a:ea typeface="Cabin"/>
                <a:cs typeface="Cabin"/>
                <a:sym typeface="Cabin"/>
              </a:rPr>
              <a:t>ISO 8601 Date/Time Format</a:t>
            </a:r>
          </a:p>
        </p:txBody>
      </p:sp>
      <p:sp>
        <p:nvSpPr>
          <p:cNvPr id="382" name="Shape 382"/>
          <p:cNvSpPr txBox="1"/>
          <p:nvPr/>
        </p:nvSpPr>
        <p:spPr>
          <a:xfrm>
            <a:off x="1231900" y="2825750"/>
            <a:ext cx="11482500" cy="11555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7200" b="0" i="0" u="none" strike="noStrike" cap="none" baseline="0">
                <a:solidFill>
                  <a:srgbClr val="FF00FF"/>
                </a:solidFill>
                <a:latin typeface="Cabin"/>
                <a:ea typeface="Cabin"/>
                <a:cs typeface="Cabin"/>
                <a:sym typeface="Cabin"/>
              </a:rPr>
              <a:t>2002-05-30</a:t>
            </a:r>
            <a:r>
              <a:rPr lang="en-US" sz="7200" b="0" i="0" u="none" strike="noStrike" cap="none" baseline="0">
                <a:solidFill>
                  <a:srgbClr val="FF7F00"/>
                </a:solidFill>
                <a:latin typeface="Cabin"/>
                <a:ea typeface="Cabin"/>
                <a:cs typeface="Cabin"/>
                <a:sym typeface="Cabin"/>
              </a:rPr>
              <a:t>T</a:t>
            </a:r>
            <a:r>
              <a:rPr lang="en-US" sz="7200" b="0" i="0" u="none" strike="noStrike" cap="none" baseline="0">
                <a:solidFill>
                  <a:srgbClr val="00FF00"/>
                </a:solidFill>
                <a:latin typeface="Cabin"/>
                <a:ea typeface="Cabin"/>
                <a:cs typeface="Cabin"/>
                <a:sym typeface="Cabin"/>
              </a:rPr>
              <a:t>09:30:10</a:t>
            </a:r>
            <a:r>
              <a:rPr lang="en-US" sz="7200" b="0" i="0" u="none" strike="noStrike" cap="none" baseline="0">
                <a:solidFill>
                  <a:srgbClr val="FF7F00"/>
                </a:solidFill>
                <a:latin typeface="Cabin"/>
                <a:ea typeface="Cabin"/>
                <a:cs typeface="Cabin"/>
                <a:sym typeface="Cabin"/>
              </a:rPr>
              <a:t>Z</a:t>
            </a:r>
          </a:p>
        </p:txBody>
      </p:sp>
      <p:sp>
        <p:nvSpPr>
          <p:cNvPr id="383" name="Shape 383"/>
          <p:cNvSpPr txBox="1"/>
          <p:nvPr/>
        </p:nvSpPr>
        <p:spPr>
          <a:xfrm>
            <a:off x="1228725" y="5143500"/>
            <a:ext cx="38075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Year-month-day</a:t>
            </a:r>
          </a:p>
        </p:txBody>
      </p:sp>
      <p:sp>
        <p:nvSpPr>
          <p:cNvPr id="384" name="Shape 384"/>
          <p:cNvSpPr txBox="1"/>
          <p:nvPr/>
        </p:nvSpPr>
        <p:spPr>
          <a:xfrm>
            <a:off x="6351587" y="5257800"/>
            <a:ext cx="22937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3600" b="0" i="0" u="none" strike="noStrike" cap="none" baseline="0">
                <a:solidFill>
                  <a:srgbClr val="00FF00"/>
                </a:solidFill>
                <a:latin typeface="Cabin"/>
                <a:ea typeface="Cabin"/>
                <a:cs typeface="Cabin"/>
                <a:sym typeface="Cabin"/>
              </a:rPr>
              <a:t>Time of day</a:t>
            </a:r>
          </a:p>
        </p:txBody>
      </p:sp>
      <p:sp>
        <p:nvSpPr>
          <p:cNvPr id="385" name="Shape 385"/>
          <p:cNvSpPr txBox="1"/>
          <p:nvPr/>
        </p:nvSpPr>
        <p:spPr>
          <a:xfrm>
            <a:off x="9793275" y="5092700"/>
            <a:ext cx="5294399" cy="16638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Timezone - typically specified in UTC / GMT rather than local time zone.</a:t>
            </a:r>
          </a:p>
        </p:txBody>
      </p:sp>
      <p:sp>
        <p:nvSpPr>
          <p:cNvPr id="386" name="Shape 386"/>
          <p:cNvSpPr txBox="1"/>
          <p:nvPr/>
        </p:nvSpPr>
        <p:spPr>
          <a:xfrm>
            <a:off x="3695100" y="7481650"/>
            <a:ext cx="83873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sng" strike="noStrike" cap="none" baseline="0">
                <a:solidFill>
                  <a:srgbClr val="FFFF00"/>
                </a:solidFill>
                <a:latin typeface="Cabin"/>
                <a:ea typeface="Cabin"/>
                <a:cs typeface="Cabin"/>
                <a:sym typeface="Cabin"/>
                <a:hlinkClick r:id="rId3"/>
              </a:rPr>
              <a:t>http://en.wikipedia.org/wiki/ISO_8601</a:t>
            </a:r>
          </a:p>
        </p:txBody>
      </p:sp>
      <p:sp>
        <p:nvSpPr>
          <p:cNvPr id="387" name="Shape 387"/>
          <p:cNvSpPr txBox="1"/>
          <p:nvPr/>
        </p:nvSpPr>
        <p:spPr>
          <a:xfrm>
            <a:off x="2343325" y="8267700"/>
            <a:ext cx="114825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sng" strike="noStrike" cap="none" baseline="0">
                <a:solidFill>
                  <a:srgbClr val="FFFF00"/>
                </a:solidFill>
                <a:latin typeface="Cabin"/>
                <a:ea typeface="Cabin"/>
                <a:cs typeface="Cabin"/>
                <a:sym typeface="Cabin"/>
                <a:hlinkClick r:id="rId4"/>
              </a:rPr>
              <a:t>http://en.wikipedia.org/wiki/Coordinated_Universal_Time</a:t>
            </a:r>
          </a:p>
        </p:txBody>
      </p:sp>
      <p:cxnSp>
        <p:nvCxnSpPr>
          <p:cNvPr id="388" name="Shape 388"/>
          <p:cNvCxnSpPr/>
          <p:nvPr/>
        </p:nvCxnSpPr>
        <p:spPr>
          <a:xfrm flipH="1">
            <a:off x="2874961" y="4135437"/>
            <a:ext cx="314324" cy="952499"/>
          </a:xfrm>
          <a:prstGeom prst="straightConnector1">
            <a:avLst/>
          </a:prstGeom>
          <a:noFill/>
          <a:ln w="76200" cap="rnd" cmpd="sng">
            <a:solidFill>
              <a:srgbClr val="FF00FF"/>
            </a:solidFill>
            <a:prstDash val="solid"/>
            <a:miter/>
            <a:headEnd type="stealth" w="med" len="med"/>
            <a:tailEnd type="none" w="med" len="med"/>
          </a:ln>
        </p:spPr>
      </p:cxnSp>
      <p:cxnSp>
        <p:nvCxnSpPr>
          <p:cNvPr id="389" name="Shape 389"/>
          <p:cNvCxnSpPr/>
          <p:nvPr/>
        </p:nvCxnSpPr>
        <p:spPr>
          <a:xfrm flipH="1">
            <a:off x="7556461" y="4025900"/>
            <a:ext cx="4799" cy="1131899"/>
          </a:xfrm>
          <a:prstGeom prst="straightConnector1">
            <a:avLst/>
          </a:prstGeom>
          <a:noFill/>
          <a:ln w="76200" cap="rnd" cmpd="sng">
            <a:solidFill>
              <a:srgbClr val="00FF00"/>
            </a:solidFill>
            <a:prstDash val="solid"/>
            <a:miter/>
            <a:headEnd type="stealth" w="med" len="med"/>
            <a:tailEnd type="none" w="med" len="med"/>
          </a:ln>
        </p:spPr>
      </p:cxnSp>
      <p:cxnSp>
        <p:nvCxnSpPr>
          <p:cNvPr id="390" name="Shape 390"/>
          <p:cNvCxnSpPr/>
          <p:nvPr/>
        </p:nvCxnSpPr>
        <p:spPr>
          <a:xfrm>
            <a:off x="10995025" y="4002087"/>
            <a:ext cx="358799" cy="888899"/>
          </a:xfrm>
          <a:prstGeom prst="straightConnector1">
            <a:avLst/>
          </a:prstGeom>
          <a:noFill/>
          <a:ln w="76200" cap="rnd" cmpd="sng">
            <a:solidFill>
              <a:srgbClr val="FF7F00"/>
            </a:solidFill>
            <a:prstDash val="solid"/>
            <a:miter/>
            <a:headEnd type="stealth" w="med" len="med"/>
            <a:tailEnd type="none" w="med" len="med"/>
          </a:ln>
        </p:spPr>
      </p:cxnSp>
    </p:spTree>
  </p:cSld>
  <p:clrMapOvr>
    <a:masterClrMapping/>
  </p:clrMapOvr>
  <p:transition spd="slow">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pic>
        <p:nvPicPr>
          <p:cNvPr id="395" name="Shape 395"/>
          <p:cNvPicPr preferRelativeResize="0"/>
          <p:nvPr/>
        </p:nvPicPr>
        <p:blipFill rotWithShape="1">
          <a:blip r:embed="rId3">
            <a:alphaModFix/>
          </a:blip>
          <a:srcRect/>
          <a:stretch/>
        </p:blipFill>
        <p:spPr>
          <a:xfrm>
            <a:off x="203200" y="152400"/>
            <a:ext cx="13373099" cy="8166099"/>
          </a:xfrm>
          <a:prstGeom prst="rect">
            <a:avLst/>
          </a:prstGeom>
          <a:noFill/>
          <a:ln>
            <a:noFill/>
          </a:ln>
        </p:spPr>
      </p:pic>
      <p:pic>
        <p:nvPicPr>
          <p:cNvPr id="396" name="Shape 396"/>
          <p:cNvPicPr preferRelativeResize="0"/>
          <p:nvPr/>
        </p:nvPicPr>
        <p:blipFill rotWithShape="1">
          <a:blip r:embed="rId4">
            <a:alphaModFix/>
          </a:blip>
          <a:srcRect/>
          <a:stretch/>
        </p:blipFill>
        <p:spPr>
          <a:xfrm>
            <a:off x="7213600" y="5105400"/>
            <a:ext cx="9512299" cy="3733800"/>
          </a:xfrm>
          <a:prstGeom prst="rect">
            <a:avLst/>
          </a:prstGeom>
          <a:noFill/>
          <a:ln>
            <a:noFill/>
          </a:ln>
        </p:spPr>
      </p:pic>
      <p:sp>
        <p:nvSpPr>
          <p:cNvPr id="397" name="Shape 397"/>
          <p:cNvSpPr/>
          <p:nvPr/>
        </p:nvSpPr>
        <p:spPr>
          <a:xfrm>
            <a:off x="635000" y="4826000"/>
            <a:ext cx="1270000" cy="1270000"/>
          </a:xfrm>
          <a:prstGeom prst="rightArrow">
            <a:avLst>
              <a:gd name="adj1" fmla="val 12096"/>
              <a:gd name="adj2" fmla="val 7344"/>
            </a:avLst>
          </a:prstGeom>
          <a:blipFill rotWithShape="1">
            <a:blip r:embed="rId5">
              <a:alphaModFix/>
            </a:blip>
            <a:stretch>
              <a:fillRect/>
            </a:stretch>
          </a:blipFill>
          <a:ln>
            <a:noFill/>
          </a:ln>
        </p:spPr>
        <p:txBody>
          <a:bodyPr lIns="0" tIns="0" rIns="0" bIns="0" anchor="t" anchorCtr="0">
            <a:noAutofit/>
          </a:bodyPr>
          <a:lstStyle/>
          <a:p>
            <a:pPr marL="0" marR="0" lvl="0" indent="0" algn="ctr" rtl="0">
              <a:lnSpc>
                <a:spcPct val="100000"/>
              </a:lnSpc>
              <a:spcBef>
                <a:spcPts val="0"/>
              </a:spcBef>
              <a:spcAft>
                <a:spcPts val="0"/>
              </a:spcAft>
              <a:buNone/>
            </a:pPr>
            <a:endParaRPr/>
          </a:p>
        </p:txBody>
      </p:sp>
    </p:spTree>
  </p:cSld>
  <p:clrMapOvr>
    <a:masterClrMapping/>
  </p:clrMapOvr>
  <p:transition spd="slow">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Shape 402"/>
          <p:cNvSpPr txBox="1"/>
          <p:nvPr/>
        </p:nvSpPr>
        <p:spPr>
          <a:xfrm>
            <a:off x="2252250" y="8281750"/>
            <a:ext cx="122709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3600" b="0" i="0" u="sng" strike="noStrike" cap="none" baseline="0">
                <a:solidFill>
                  <a:srgbClr val="FFFF00"/>
                </a:solidFill>
                <a:latin typeface="Cabin"/>
                <a:ea typeface="Cabin"/>
                <a:cs typeface="Cabin"/>
                <a:sym typeface="Cabin"/>
                <a:hlinkClick r:id="rId3"/>
              </a:rPr>
              <a:t>http://www.w3schools.com/Schema/schema_example.asp</a:t>
            </a:r>
          </a:p>
        </p:txBody>
      </p:sp>
      <p:pic>
        <p:nvPicPr>
          <p:cNvPr id="403" name="Shape 403"/>
          <p:cNvPicPr preferRelativeResize="0"/>
          <p:nvPr/>
        </p:nvPicPr>
        <p:blipFill rotWithShape="1">
          <a:blip r:embed="rId4">
            <a:alphaModFix/>
          </a:blip>
          <a:srcRect/>
          <a:stretch/>
        </p:blipFill>
        <p:spPr>
          <a:xfrm>
            <a:off x="3632200" y="190500"/>
            <a:ext cx="8694736" cy="8115300"/>
          </a:xfrm>
          <a:prstGeom prst="rect">
            <a:avLst/>
          </a:prstGeom>
          <a:noFill/>
          <a:ln>
            <a:noFill/>
          </a:ln>
        </p:spPr>
      </p:pic>
    </p:spTree>
  </p:cSld>
  <p:clrMapOvr>
    <a:masterClrMapping/>
  </p:clrMapOvr>
  <p:transition spd="slow">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Shape 408"/>
          <p:cNvSpPr txBox="1"/>
          <p:nvPr/>
        </p:nvSpPr>
        <p:spPr>
          <a:xfrm>
            <a:off x="1549400" y="831850"/>
            <a:ext cx="10198099" cy="65023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ourier New"/>
              <a:buNone/>
            </a:pPr>
            <a:r>
              <a:rPr lang="en-US" sz="3000" b="0" i="0" u="none" strike="noStrike" cap="none" baseline="0">
                <a:solidFill>
                  <a:schemeClr val="lt1"/>
                </a:solidFill>
                <a:latin typeface="Courier New"/>
                <a:ea typeface="Courier New"/>
                <a:cs typeface="Courier New"/>
                <a:sym typeface="Courier New"/>
              </a:rPr>
              <a:t>import xml.etree.ElementTree as ET</a:t>
            </a:r>
          </a:p>
          <a:p>
            <a:pPr marL="0" marR="0" lvl="0" indent="0" algn="l" rtl="0">
              <a:lnSpc>
                <a:spcPct val="100000"/>
              </a:lnSpc>
              <a:spcBef>
                <a:spcPts val="0"/>
              </a:spcBef>
              <a:spcAft>
                <a:spcPts val="0"/>
              </a:spcAft>
              <a:buClr>
                <a:schemeClr val="lt1"/>
              </a:buClr>
              <a:buSzPct val="25000"/>
              <a:buFont typeface="Courier New"/>
              <a:buNone/>
            </a:pPr>
            <a:r>
              <a:rPr lang="en-US" sz="3000" b="0" i="0" u="none" strike="noStrike" cap="none" baseline="0">
                <a:solidFill>
                  <a:schemeClr val="lt1"/>
                </a:solidFill>
                <a:latin typeface="Courier New"/>
                <a:ea typeface="Courier New"/>
                <a:cs typeface="Courier New"/>
                <a:sym typeface="Courier New"/>
              </a:rPr>
              <a:t>data = '''&lt;person&gt;</a:t>
            </a:r>
          </a:p>
          <a:p>
            <a:pPr marL="0" marR="0" lvl="0" indent="0" algn="l" rtl="0">
              <a:lnSpc>
                <a:spcPct val="100000"/>
              </a:lnSpc>
              <a:spcBef>
                <a:spcPts val="0"/>
              </a:spcBef>
              <a:spcAft>
                <a:spcPts val="0"/>
              </a:spcAft>
              <a:buClr>
                <a:schemeClr val="lt1"/>
              </a:buClr>
              <a:buSzPct val="25000"/>
              <a:buFont typeface="Courier New"/>
              <a:buNone/>
            </a:pPr>
            <a:r>
              <a:rPr lang="en-US" sz="3000" b="0" i="0" u="none" strike="noStrike" cap="none" baseline="0">
                <a:solidFill>
                  <a:schemeClr val="lt1"/>
                </a:solidFill>
                <a:latin typeface="Courier New"/>
                <a:ea typeface="Courier New"/>
                <a:cs typeface="Courier New"/>
                <a:sym typeface="Courier New"/>
              </a:rPr>
              <a:t>  &lt;name&gt;Chuck&lt;/name&gt;</a:t>
            </a:r>
          </a:p>
          <a:p>
            <a:pPr marL="0" marR="0" lvl="0" indent="0" algn="l" rtl="0">
              <a:lnSpc>
                <a:spcPct val="100000"/>
              </a:lnSpc>
              <a:spcBef>
                <a:spcPts val="0"/>
              </a:spcBef>
              <a:spcAft>
                <a:spcPts val="0"/>
              </a:spcAft>
              <a:buClr>
                <a:schemeClr val="lt1"/>
              </a:buClr>
              <a:buSzPct val="25000"/>
              <a:buFont typeface="Courier New"/>
              <a:buNone/>
            </a:pPr>
            <a:r>
              <a:rPr lang="en-US" sz="3000" b="0" i="0" u="none" strike="noStrike" cap="none" baseline="0">
                <a:solidFill>
                  <a:schemeClr val="lt1"/>
                </a:solidFill>
                <a:latin typeface="Courier New"/>
                <a:ea typeface="Courier New"/>
                <a:cs typeface="Courier New"/>
                <a:sym typeface="Courier New"/>
              </a:rPr>
              <a:t>  &lt;phone type="intl"&gt;</a:t>
            </a:r>
          </a:p>
          <a:p>
            <a:pPr marL="0" marR="0" lvl="0" indent="0" algn="l" rtl="0">
              <a:lnSpc>
                <a:spcPct val="100000"/>
              </a:lnSpc>
              <a:spcBef>
                <a:spcPts val="0"/>
              </a:spcBef>
              <a:spcAft>
                <a:spcPts val="0"/>
              </a:spcAft>
              <a:buClr>
                <a:schemeClr val="lt1"/>
              </a:buClr>
              <a:buSzPct val="25000"/>
              <a:buFont typeface="Courier New"/>
              <a:buNone/>
            </a:pPr>
            <a:r>
              <a:rPr lang="en-US" sz="3000" b="0" i="0" u="none" strike="noStrike" cap="none" baseline="0">
                <a:solidFill>
                  <a:schemeClr val="lt1"/>
                </a:solidFill>
                <a:latin typeface="Courier New"/>
                <a:ea typeface="Courier New"/>
                <a:cs typeface="Courier New"/>
                <a:sym typeface="Courier New"/>
              </a:rPr>
              <a:t>     +1 734 303 4456</a:t>
            </a:r>
          </a:p>
          <a:p>
            <a:pPr marL="0" marR="0" lvl="0" indent="0" algn="l" rtl="0">
              <a:lnSpc>
                <a:spcPct val="100000"/>
              </a:lnSpc>
              <a:spcBef>
                <a:spcPts val="0"/>
              </a:spcBef>
              <a:spcAft>
                <a:spcPts val="0"/>
              </a:spcAft>
              <a:buClr>
                <a:schemeClr val="lt1"/>
              </a:buClr>
              <a:buSzPct val="25000"/>
              <a:buFont typeface="Courier New"/>
              <a:buNone/>
            </a:pPr>
            <a:r>
              <a:rPr lang="en-US" sz="3000" b="0" i="0" u="none" strike="noStrike" cap="none" baseline="0">
                <a:solidFill>
                  <a:schemeClr val="lt1"/>
                </a:solidFill>
                <a:latin typeface="Courier New"/>
                <a:ea typeface="Courier New"/>
                <a:cs typeface="Courier New"/>
                <a:sym typeface="Courier New"/>
              </a:rPr>
              <a:t>   &lt;/phone&gt;</a:t>
            </a:r>
          </a:p>
          <a:p>
            <a:pPr marL="0" marR="0" lvl="0" indent="0" algn="l" rtl="0">
              <a:lnSpc>
                <a:spcPct val="100000"/>
              </a:lnSpc>
              <a:spcBef>
                <a:spcPts val="0"/>
              </a:spcBef>
              <a:spcAft>
                <a:spcPts val="0"/>
              </a:spcAft>
              <a:buClr>
                <a:schemeClr val="lt1"/>
              </a:buClr>
              <a:buSzPct val="25000"/>
              <a:buFont typeface="Courier New"/>
              <a:buNone/>
            </a:pPr>
            <a:r>
              <a:rPr lang="en-US" sz="3000" b="0" i="0" u="none" strike="noStrike" cap="none" baseline="0">
                <a:solidFill>
                  <a:schemeClr val="lt1"/>
                </a:solidFill>
                <a:latin typeface="Courier New"/>
                <a:ea typeface="Courier New"/>
                <a:cs typeface="Courier New"/>
                <a:sym typeface="Courier New"/>
              </a:rPr>
              <a:t>   &lt;email hide="yes"/&gt;</a:t>
            </a:r>
          </a:p>
          <a:p>
            <a:pPr marL="0" marR="0" lvl="0" indent="0" algn="l" rtl="0">
              <a:lnSpc>
                <a:spcPct val="100000"/>
              </a:lnSpc>
              <a:spcBef>
                <a:spcPts val="0"/>
              </a:spcBef>
              <a:spcAft>
                <a:spcPts val="0"/>
              </a:spcAft>
              <a:buClr>
                <a:schemeClr val="lt1"/>
              </a:buClr>
              <a:buSzPct val="25000"/>
              <a:buFont typeface="Courier New"/>
              <a:buNone/>
            </a:pPr>
            <a:r>
              <a:rPr lang="en-US" sz="3000" b="0" i="0" u="none" strike="noStrike" cap="none" baseline="0">
                <a:solidFill>
                  <a:schemeClr val="lt1"/>
                </a:solidFill>
                <a:latin typeface="Courier New"/>
                <a:ea typeface="Courier New"/>
                <a:cs typeface="Courier New"/>
                <a:sym typeface="Courier New"/>
              </a:rPr>
              <a:t>&lt;/person&gt;'''</a:t>
            </a:r>
          </a:p>
          <a:p>
            <a:pPr marL="0" marR="0" lvl="0" indent="0" algn="ctr" rtl="0">
              <a:lnSpc>
                <a:spcPct val="100000"/>
              </a:lnSpc>
              <a:spcBef>
                <a:spcPts val="0"/>
              </a:spcBef>
              <a:spcAft>
                <a:spcPts val="0"/>
              </a:spcAft>
              <a:buNone/>
            </a:pPr>
            <a:endParaRPr sz="3000" b="0" i="0" u="none" strike="noStrike" cap="none" baseline="0">
              <a:solidFill>
                <a:schemeClr val="lt1"/>
              </a:solidFill>
              <a:latin typeface="Courier New"/>
              <a:ea typeface="Courier New"/>
              <a:cs typeface="Courier New"/>
              <a:sym typeface="Courier New"/>
            </a:endParaRPr>
          </a:p>
          <a:p>
            <a:pPr marL="0" marR="0" lvl="0" indent="0" algn="l" rtl="0">
              <a:lnSpc>
                <a:spcPct val="100000"/>
              </a:lnSpc>
              <a:spcBef>
                <a:spcPts val="0"/>
              </a:spcBef>
              <a:spcAft>
                <a:spcPts val="0"/>
              </a:spcAft>
              <a:buClr>
                <a:schemeClr val="lt1"/>
              </a:buClr>
              <a:buSzPct val="25000"/>
              <a:buFont typeface="Courier New"/>
              <a:buNone/>
            </a:pPr>
            <a:r>
              <a:rPr lang="en-US" sz="3000" b="0" i="0" u="none" strike="noStrike" cap="none" baseline="0">
                <a:solidFill>
                  <a:schemeClr val="lt1"/>
                </a:solidFill>
                <a:latin typeface="Courier New"/>
                <a:ea typeface="Courier New"/>
                <a:cs typeface="Courier New"/>
                <a:sym typeface="Courier New"/>
              </a:rPr>
              <a:t>tree = ET.fromstring(data)</a:t>
            </a:r>
          </a:p>
          <a:p>
            <a:pPr marL="0" marR="0" lvl="0" indent="0" algn="l" rtl="0">
              <a:lnSpc>
                <a:spcPct val="100000"/>
              </a:lnSpc>
              <a:spcBef>
                <a:spcPts val="0"/>
              </a:spcBef>
              <a:spcAft>
                <a:spcPts val="0"/>
              </a:spcAft>
              <a:buClr>
                <a:schemeClr val="lt1"/>
              </a:buClr>
              <a:buSzPct val="25000"/>
              <a:buFont typeface="Courier New"/>
              <a:buNone/>
            </a:pPr>
            <a:r>
              <a:rPr lang="en-US" sz="3000" b="0" i="0" u="none" strike="noStrike" cap="none" baseline="0">
                <a:solidFill>
                  <a:schemeClr val="lt1"/>
                </a:solidFill>
                <a:latin typeface="Courier New"/>
                <a:ea typeface="Courier New"/>
                <a:cs typeface="Courier New"/>
                <a:sym typeface="Courier New"/>
              </a:rPr>
              <a:t>print 'Name:',tree.find('name').text</a:t>
            </a:r>
          </a:p>
          <a:p>
            <a:pPr marL="0" marR="0" lvl="0" indent="0" algn="l" rtl="0">
              <a:lnSpc>
                <a:spcPct val="100000"/>
              </a:lnSpc>
              <a:spcBef>
                <a:spcPts val="0"/>
              </a:spcBef>
              <a:spcAft>
                <a:spcPts val="0"/>
              </a:spcAft>
              <a:buClr>
                <a:schemeClr val="lt1"/>
              </a:buClr>
              <a:buSzPct val="25000"/>
              <a:buFont typeface="Courier New"/>
              <a:buNone/>
            </a:pPr>
            <a:r>
              <a:rPr lang="en-US" sz="3000" b="0" i="0" u="none" strike="noStrike" cap="none" baseline="0">
                <a:solidFill>
                  <a:schemeClr val="lt1"/>
                </a:solidFill>
                <a:latin typeface="Courier New"/>
                <a:ea typeface="Courier New"/>
                <a:cs typeface="Courier New"/>
                <a:sym typeface="Courier New"/>
              </a:rPr>
              <a:t>print 'Attr:',tree.find('email').get('hide')</a:t>
            </a:r>
          </a:p>
        </p:txBody>
      </p:sp>
      <p:sp>
        <p:nvSpPr>
          <p:cNvPr id="409" name="Shape 409"/>
          <p:cNvSpPr txBox="1"/>
          <p:nvPr/>
        </p:nvSpPr>
        <p:spPr>
          <a:xfrm>
            <a:off x="12925425" y="450850"/>
            <a:ext cx="1714500" cy="558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ourier New"/>
              <a:buNone/>
            </a:pPr>
            <a:r>
              <a:rPr lang="en-US" sz="3000" b="0" i="0" u="none" strike="noStrike" cap="none" baseline="0">
                <a:solidFill>
                  <a:srgbClr val="FFFF00"/>
                </a:solidFill>
                <a:latin typeface="Courier New"/>
                <a:ea typeface="Courier New"/>
                <a:cs typeface="Courier New"/>
                <a:sym typeface="Courier New"/>
              </a:rPr>
              <a:t>xml1.py</a:t>
            </a:r>
          </a:p>
        </p:txBody>
      </p:sp>
    </p:spTree>
  </p:cSld>
  <p:clrMapOvr>
    <a:masterClrMapping/>
  </p:clrMapOvr>
  <p:transition spd="slow">
    <p:cu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Shape 414"/>
          <p:cNvSpPr txBox="1"/>
          <p:nvPr/>
        </p:nvSpPr>
        <p:spPr>
          <a:xfrm>
            <a:off x="1270000" y="349250"/>
            <a:ext cx="10972799" cy="848994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import xml.etree.ElementTree as ET</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input = '''&lt;stuff&gt;</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&lt;users&gt;</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&lt;user x="2"&gt;</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&lt;id&gt;001&lt;/id&gt;</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&lt;name&gt;Chuck&lt;/name&gt;</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&lt;/user&gt;</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&lt;user x="7"&gt;</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&lt;id&gt;009&lt;/id&gt;</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&lt;name&gt;Brent&lt;/name&gt;</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&lt;/user&gt;</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&lt;/users&gt;</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&lt;/stuff&gt;'''</a:t>
            </a:r>
          </a:p>
          <a:p>
            <a:pPr marL="0" marR="0" lvl="0" indent="0" algn="ctr" rtl="0">
              <a:lnSpc>
                <a:spcPct val="100000"/>
              </a:lnSpc>
              <a:spcBef>
                <a:spcPts val="0"/>
              </a:spcBef>
              <a:spcAft>
                <a:spcPts val="0"/>
              </a:spcAft>
              <a:buNone/>
            </a:pPr>
            <a:endParaRPr sz="2400" b="0" i="0" u="none" strike="noStrike" cap="none" baseline="0">
              <a:solidFill>
                <a:schemeClr val="lt1"/>
              </a:solidFill>
              <a:latin typeface="Courier New"/>
              <a:ea typeface="Courier New"/>
              <a:cs typeface="Courier New"/>
              <a:sym typeface="Courier New"/>
            </a:endParaRP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stuff = ET.fromstring(input)</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lst = stuff.findall('users/user')</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print 'User count:', len(lst)</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for item in lst:</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print 'Name', item.find('name').text</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print 'Id', item.find('id').text</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print 'Attribute', item.get("x")</a:t>
            </a:r>
          </a:p>
        </p:txBody>
      </p:sp>
      <p:sp>
        <p:nvSpPr>
          <p:cNvPr id="415" name="Shape 415"/>
          <p:cNvSpPr txBox="1"/>
          <p:nvPr/>
        </p:nvSpPr>
        <p:spPr>
          <a:xfrm>
            <a:off x="12925425" y="450850"/>
            <a:ext cx="1714500" cy="558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ourier New"/>
              <a:buNone/>
            </a:pPr>
            <a:r>
              <a:rPr lang="en-US" sz="3000" b="0" i="0" u="none" strike="noStrike" cap="none" baseline="0">
                <a:solidFill>
                  <a:srgbClr val="FFFF00"/>
                </a:solidFill>
                <a:latin typeface="Courier New"/>
                <a:ea typeface="Courier New"/>
                <a:cs typeface="Courier New"/>
                <a:sym typeface="Courier New"/>
              </a:rPr>
              <a:t>xml2.py</a:t>
            </a:r>
          </a:p>
        </p:txBody>
      </p:sp>
    </p:spTree>
  </p:cSld>
  <p:clrMapOvr>
    <a:masterClrMapping/>
  </p:clrMapOvr>
  <p:transition spd="slow">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Shape 420"/>
          <p:cNvSpPr txBox="1">
            <a:spLocks noGrp="1"/>
          </p:cNvSpPr>
          <p:nvPr>
            <p:ph type="title"/>
          </p:nvPr>
        </p:nvSpPr>
        <p:spPr>
          <a:xfrm>
            <a:off x="1155700" y="1536700"/>
            <a:ext cx="13931900" cy="308609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b="0" i="0" u="none" strike="noStrike" cap="none" baseline="0">
                <a:solidFill>
                  <a:srgbClr val="FFFF00"/>
                </a:solidFill>
                <a:latin typeface="Cabin"/>
                <a:ea typeface="Cabin"/>
                <a:cs typeface="Cabin"/>
                <a:sym typeface="Cabin"/>
              </a:rPr>
              <a:t>JavaScript </a:t>
            </a:r>
            <a:r>
              <a:rPr lang="en-US" sz="7600" b="0" i="0" u="none" strike="noStrike" cap="none" baseline="0">
                <a:solidFill>
                  <a:srgbClr val="00FF00"/>
                </a:solidFill>
                <a:latin typeface="Cabin"/>
                <a:ea typeface="Cabin"/>
                <a:cs typeface="Cabin"/>
                <a:sym typeface="Cabin"/>
              </a:rPr>
              <a:t>Object</a:t>
            </a:r>
            <a:r>
              <a:rPr lang="en-US" sz="7600" b="0" i="0" u="none" strike="noStrike" cap="none" baseline="0">
                <a:solidFill>
                  <a:srgbClr val="FFFF00"/>
                </a:solidFill>
                <a:latin typeface="Cabin"/>
                <a:ea typeface="Cabin"/>
                <a:cs typeface="Cabin"/>
                <a:sym typeface="Cabin"/>
              </a:rPr>
              <a:t> Notation</a:t>
            </a:r>
          </a:p>
        </p:txBody>
      </p:sp>
      <p:sp>
        <p:nvSpPr>
          <p:cNvPr id="421" name="Shape 421"/>
          <p:cNvSpPr txBox="1">
            <a:spLocks noGrp="1"/>
          </p:cNvSpPr>
          <p:nvPr>
            <p:ph type="body" idx="1"/>
          </p:nvPr>
        </p:nvSpPr>
        <p:spPr>
          <a:xfrm>
            <a:off x="1155700" y="4711700"/>
            <a:ext cx="13931900" cy="1054100"/>
          </a:xfrm>
          <a:prstGeom prst="rect">
            <a:avLst/>
          </a:prstGeom>
          <a:noFill/>
          <a:ln>
            <a:noFill/>
          </a:ln>
        </p:spPr>
        <p:txBody>
          <a:bodyPr lIns="38100" tIns="38100" rIns="38100" bIns="38100" anchor="t" anchorCtr="0">
            <a:noAutofit/>
          </a:bodyPr>
          <a:lstStyle/>
          <a:p>
            <a:pPr marL="342900" marR="0" lvl="0" indent="-342900" algn="ctr" rtl="0">
              <a:spcBef>
                <a:spcPts val="0"/>
              </a:spcBef>
              <a:spcAft>
                <a:spcPts val="0"/>
              </a:spcAft>
              <a:buNone/>
            </a:pPr>
            <a:endParaRPr/>
          </a:p>
        </p:txBody>
      </p:sp>
    </p:spTree>
  </p:cSld>
  <p:clrMapOvr>
    <a:masterClrMapping/>
  </p:clrMapOvr>
  <p:transition spd="slow">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Shape 465"/>
          <p:cNvSpPr txBox="1">
            <a:spLocks noGrp="1"/>
          </p:cNvSpPr>
          <p:nvPr>
            <p:ph type="title"/>
          </p:nvPr>
        </p:nvSpPr>
        <p:spPr>
          <a:xfrm>
            <a:off x="1511300" y="241300"/>
            <a:ext cx="13233399" cy="2286000"/>
          </a:xfrm>
          <a:prstGeom prst="rect">
            <a:avLst/>
          </a:prstGeom>
          <a:noFill/>
          <a:ln>
            <a:noFill/>
          </a:ln>
        </p:spPr>
        <p:txBody>
          <a:bodyPr lIns="50800" tIns="50800" rIns="50800" bIns="508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800" b="0" i="0" u="none" strike="noStrike" cap="none" baseline="0">
                <a:solidFill>
                  <a:srgbClr val="FFFF00"/>
                </a:solidFill>
                <a:latin typeface="Cabin"/>
                <a:ea typeface="Cabin"/>
                <a:cs typeface="Cabin"/>
                <a:sym typeface="Cabin"/>
              </a:rPr>
              <a:t>JavaScript Object Notation</a:t>
            </a:r>
          </a:p>
        </p:txBody>
      </p:sp>
      <p:sp>
        <p:nvSpPr>
          <p:cNvPr id="466" name="Shape 466"/>
          <p:cNvSpPr txBox="1">
            <a:spLocks noGrp="1"/>
          </p:cNvSpPr>
          <p:nvPr>
            <p:ph type="body" idx="1"/>
          </p:nvPr>
        </p:nvSpPr>
        <p:spPr>
          <a:xfrm>
            <a:off x="1511300" y="2590800"/>
            <a:ext cx="7835999" cy="4622699"/>
          </a:xfrm>
          <a:prstGeom prst="rect">
            <a:avLst/>
          </a:prstGeom>
          <a:noFill/>
          <a:ln>
            <a:noFill/>
          </a:ln>
        </p:spPr>
        <p:txBody>
          <a:bodyPr lIns="50800" tIns="50800" rIns="50800" bIns="50800" anchor="ctr" anchorCtr="0">
            <a:noAutofit/>
          </a:bodyPr>
          <a:lstStyle/>
          <a:p>
            <a:pPr marL="1104900" marR="0" lvl="0" indent="-787400" algn="l" rtl="0">
              <a:lnSpc>
                <a:spcPct val="100000"/>
              </a:lnSpc>
              <a:spcBef>
                <a:spcPts val="0"/>
              </a:spcBef>
              <a:spcAft>
                <a:spcPts val="0"/>
              </a:spcAft>
              <a:buClr>
                <a:schemeClr val="lt1"/>
              </a:buClr>
              <a:buSzPct val="171000"/>
              <a:buFont typeface="Cabin"/>
              <a:buChar char="•"/>
            </a:pPr>
            <a:r>
              <a:rPr lang="en-US" sz="3800" b="0" i="0" u="none" strike="noStrike" cap="none" baseline="0">
                <a:solidFill>
                  <a:schemeClr val="lt1"/>
                </a:solidFill>
                <a:latin typeface="Cabin"/>
                <a:ea typeface="Cabin"/>
                <a:cs typeface="Cabin"/>
                <a:sym typeface="Cabin"/>
              </a:rPr>
              <a:t>Douglas Crockford - </a:t>
            </a:r>
            <a:r>
              <a:rPr lang="en-US" sz="3800">
                <a:solidFill>
                  <a:schemeClr val="lt1"/>
                </a:solidFill>
                <a:latin typeface="Cabin"/>
                <a:ea typeface="Cabin"/>
                <a:cs typeface="Cabin"/>
                <a:sym typeface="Cabin"/>
              </a:rPr>
              <a:t>“</a:t>
            </a:r>
            <a:r>
              <a:rPr lang="en-US" sz="3800" b="0" i="0" u="none" strike="noStrike" cap="none" baseline="0">
                <a:solidFill>
                  <a:schemeClr val="lt1"/>
                </a:solidFill>
                <a:latin typeface="Cabin"/>
                <a:ea typeface="Cabin"/>
                <a:cs typeface="Cabin"/>
                <a:sym typeface="Cabin"/>
              </a:rPr>
              <a:t>Discovered</a:t>
            </a:r>
            <a:r>
              <a:rPr lang="en-US" sz="3800">
                <a:solidFill>
                  <a:schemeClr val="lt1"/>
                </a:solidFill>
                <a:latin typeface="Cabin"/>
                <a:ea typeface="Cabin"/>
                <a:cs typeface="Cabin"/>
                <a:sym typeface="Cabin"/>
              </a:rPr>
              <a:t>”</a:t>
            </a:r>
            <a:r>
              <a:rPr lang="en-US" sz="3800" b="0" i="0" u="none" strike="noStrike" cap="none" baseline="0">
                <a:solidFill>
                  <a:schemeClr val="lt1"/>
                </a:solidFill>
                <a:latin typeface="Cabin"/>
                <a:ea typeface="Cabin"/>
                <a:cs typeface="Cabin"/>
                <a:sym typeface="Cabin"/>
              </a:rPr>
              <a:t> JSON</a:t>
            </a:r>
          </a:p>
          <a:p>
            <a:pPr marL="1104900" marR="0" lvl="0" indent="-787400" algn="l" rtl="0">
              <a:lnSpc>
                <a:spcPct val="100000"/>
              </a:lnSpc>
              <a:spcBef>
                <a:spcPts val="2300"/>
              </a:spcBef>
              <a:spcAft>
                <a:spcPts val="0"/>
              </a:spcAft>
              <a:buClr>
                <a:schemeClr val="lt1"/>
              </a:buClr>
              <a:buSzPct val="171000"/>
              <a:buFont typeface="Cabin"/>
              <a:buChar char="•"/>
            </a:pPr>
            <a:r>
              <a:rPr lang="en-US" sz="3800" b="0" i="0" u="none" strike="noStrike" cap="none" baseline="0">
                <a:solidFill>
                  <a:schemeClr val="lt1"/>
                </a:solidFill>
                <a:latin typeface="Cabin"/>
                <a:ea typeface="Cabin"/>
                <a:cs typeface="Cabin"/>
                <a:sym typeface="Cabin"/>
              </a:rPr>
              <a:t>Object literal notation in JavaScript</a:t>
            </a:r>
          </a:p>
        </p:txBody>
      </p:sp>
      <p:sp>
        <p:nvSpPr>
          <p:cNvPr id="467" name="Shape 467"/>
          <p:cNvSpPr txBox="1"/>
          <p:nvPr/>
        </p:nvSpPr>
        <p:spPr>
          <a:xfrm>
            <a:off x="2331300" y="7874000"/>
            <a:ext cx="11362499" cy="6603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3800" b="0" i="0" u="sng" strike="noStrike" cap="none" baseline="0">
                <a:solidFill>
                  <a:srgbClr val="FFFF00"/>
                </a:solidFill>
                <a:latin typeface="Cabin"/>
                <a:ea typeface="Cabin"/>
                <a:cs typeface="Cabin"/>
                <a:sym typeface="Cabin"/>
                <a:hlinkClick r:id="rId3"/>
              </a:rPr>
              <a:t>http://www.youtube.com/watch?v=kc8BAR7SHJI</a:t>
            </a:r>
          </a:p>
        </p:txBody>
      </p:sp>
      <p:pic>
        <p:nvPicPr>
          <p:cNvPr id="468" name="Shape 468"/>
          <p:cNvPicPr preferRelativeResize="0"/>
          <p:nvPr/>
        </p:nvPicPr>
        <p:blipFill rotWithShape="1">
          <a:blip r:embed="rId4">
            <a:alphaModFix/>
          </a:blip>
          <a:srcRect/>
          <a:stretch/>
        </p:blipFill>
        <p:spPr>
          <a:xfrm>
            <a:off x="9855200" y="2489200"/>
            <a:ext cx="5310186" cy="4762499"/>
          </a:xfrm>
          <a:prstGeom prst="rect">
            <a:avLst/>
          </a:prstGeom>
          <a:noFill/>
          <a:ln>
            <a:noFill/>
          </a:ln>
        </p:spPr>
      </p:pic>
    </p:spTree>
  </p:cSld>
  <p:clrMapOvr>
    <a:masterClrMapping/>
  </p:clrMapOvr>
  <p:transition spd="slow">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pic>
        <p:nvPicPr>
          <p:cNvPr id="473" name="Shape 473"/>
          <p:cNvPicPr preferRelativeResize="0"/>
          <p:nvPr/>
        </p:nvPicPr>
        <p:blipFill rotWithShape="1">
          <a:blip r:embed="rId3">
            <a:alphaModFix/>
          </a:blip>
          <a:srcRect/>
          <a:stretch/>
        </p:blipFill>
        <p:spPr>
          <a:xfrm>
            <a:off x="2133550" y="76200"/>
            <a:ext cx="12009600" cy="9007199"/>
          </a:xfrm>
          <a:prstGeom prst="rect">
            <a:avLst/>
          </a:prstGeom>
          <a:noFill/>
          <a:ln>
            <a:noFill/>
          </a:ln>
        </p:spPr>
      </p:pic>
    </p:spTree>
  </p:cSld>
  <p:clrMapOvr>
    <a:masterClrMapping/>
  </p:clrMapOvr>
  <p:transition spd="slow">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pic>
        <p:nvPicPr>
          <p:cNvPr id="478" name="Shape 478"/>
          <p:cNvPicPr preferRelativeResize="0"/>
          <p:nvPr/>
        </p:nvPicPr>
        <p:blipFill rotWithShape="1">
          <a:blip r:embed="rId3">
            <a:alphaModFix/>
          </a:blip>
          <a:srcRect/>
          <a:stretch/>
        </p:blipFill>
        <p:spPr>
          <a:xfrm>
            <a:off x="1917700" y="241300"/>
            <a:ext cx="12115799" cy="8648699"/>
          </a:xfrm>
          <a:prstGeom prst="rect">
            <a:avLst/>
          </a:prstGeom>
          <a:noFill/>
          <a:ln>
            <a:noFill/>
          </a:ln>
        </p:spPr>
      </p:pic>
    </p:spTree>
  </p:cSld>
  <p:clrMapOvr>
    <a:masterClrMapping/>
  </p:clrMapOvr>
  <p:transition spd="slow">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Shape 483"/>
          <p:cNvSpPr txBox="1"/>
          <p:nvPr/>
        </p:nvSpPr>
        <p:spPr>
          <a:xfrm>
            <a:off x="962025" y="628650"/>
            <a:ext cx="13855699" cy="78740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ourier New"/>
              <a:buNone/>
            </a:pPr>
            <a:r>
              <a:rPr lang="en-US" sz="3000" b="0" i="0" u="none" strike="noStrike" cap="none" baseline="0">
                <a:solidFill>
                  <a:schemeClr val="lt1"/>
                </a:solidFill>
                <a:latin typeface="Courier New"/>
                <a:ea typeface="Courier New"/>
                <a:cs typeface="Courier New"/>
                <a:sym typeface="Courier New"/>
              </a:rPr>
              <a:t>import json</a:t>
            </a:r>
          </a:p>
          <a:p>
            <a:pPr marL="0" marR="0" lvl="0" indent="0" algn="l" rtl="0">
              <a:lnSpc>
                <a:spcPct val="100000"/>
              </a:lnSpc>
              <a:spcBef>
                <a:spcPts val="0"/>
              </a:spcBef>
              <a:spcAft>
                <a:spcPts val="0"/>
              </a:spcAft>
              <a:buClr>
                <a:schemeClr val="lt1"/>
              </a:buClr>
              <a:buSzPct val="25000"/>
              <a:buFont typeface="Courier New"/>
              <a:buNone/>
            </a:pPr>
            <a:r>
              <a:rPr lang="en-US" sz="3000" b="0" i="0" u="none" strike="noStrike" cap="none" baseline="0">
                <a:solidFill>
                  <a:schemeClr val="lt1"/>
                </a:solidFill>
                <a:latin typeface="Courier New"/>
                <a:ea typeface="Courier New"/>
                <a:cs typeface="Courier New"/>
                <a:sym typeface="Courier New"/>
              </a:rPr>
              <a:t>data = '''{</a:t>
            </a:r>
          </a:p>
          <a:p>
            <a:pPr marL="0" marR="0" lvl="0" indent="0" algn="l" rtl="0">
              <a:lnSpc>
                <a:spcPct val="100000"/>
              </a:lnSpc>
              <a:spcBef>
                <a:spcPts val="0"/>
              </a:spcBef>
              <a:spcAft>
                <a:spcPts val="0"/>
              </a:spcAft>
              <a:buClr>
                <a:schemeClr val="lt1"/>
              </a:buClr>
              <a:buSzPct val="25000"/>
              <a:buFont typeface="Courier New"/>
              <a:buNone/>
            </a:pPr>
            <a:r>
              <a:rPr lang="en-US" sz="3000" b="0" i="0" u="none" strike="noStrike" cap="none" baseline="0">
                <a:solidFill>
                  <a:schemeClr val="lt1"/>
                </a:solidFill>
                <a:latin typeface="Courier New"/>
                <a:ea typeface="Courier New"/>
                <a:cs typeface="Courier New"/>
                <a:sym typeface="Courier New"/>
              </a:rPr>
              <a:t>  "name" : "Chuck",</a:t>
            </a:r>
          </a:p>
          <a:p>
            <a:pPr marL="0" marR="0" lvl="0" indent="0" algn="l" rtl="0">
              <a:lnSpc>
                <a:spcPct val="100000"/>
              </a:lnSpc>
              <a:spcBef>
                <a:spcPts val="0"/>
              </a:spcBef>
              <a:spcAft>
                <a:spcPts val="0"/>
              </a:spcAft>
              <a:buClr>
                <a:schemeClr val="lt1"/>
              </a:buClr>
              <a:buSzPct val="25000"/>
              <a:buFont typeface="Courier New"/>
              <a:buNone/>
            </a:pPr>
            <a:r>
              <a:rPr lang="en-US" sz="3000" b="0" i="0" u="none" strike="noStrike" cap="none" baseline="0">
                <a:solidFill>
                  <a:schemeClr val="lt1"/>
                </a:solidFill>
                <a:latin typeface="Courier New"/>
                <a:ea typeface="Courier New"/>
                <a:cs typeface="Courier New"/>
                <a:sym typeface="Courier New"/>
              </a:rPr>
              <a:t>  "phone" : {</a:t>
            </a:r>
          </a:p>
          <a:p>
            <a:pPr marL="0" marR="0" lvl="0" indent="0" algn="l" rtl="0">
              <a:lnSpc>
                <a:spcPct val="100000"/>
              </a:lnSpc>
              <a:spcBef>
                <a:spcPts val="0"/>
              </a:spcBef>
              <a:spcAft>
                <a:spcPts val="0"/>
              </a:spcAft>
              <a:buClr>
                <a:schemeClr val="lt1"/>
              </a:buClr>
              <a:buSzPct val="25000"/>
              <a:buFont typeface="Courier New"/>
              <a:buNone/>
            </a:pPr>
            <a:r>
              <a:rPr lang="en-US" sz="3000" b="0" i="0" u="none" strike="noStrike" cap="none" baseline="0">
                <a:solidFill>
                  <a:schemeClr val="lt1"/>
                </a:solidFill>
                <a:latin typeface="Courier New"/>
                <a:ea typeface="Courier New"/>
                <a:cs typeface="Courier New"/>
                <a:sym typeface="Courier New"/>
              </a:rPr>
              <a:t>    "type" : "intl",</a:t>
            </a:r>
          </a:p>
          <a:p>
            <a:pPr marL="0" marR="0" lvl="0" indent="0" algn="l" rtl="0">
              <a:lnSpc>
                <a:spcPct val="100000"/>
              </a:lnSpc>
              <a:spcBef>
                <a:spcPts val="0"/>
              </a:spcBef>
              <a:spcAft>
                <a:spcPts val="0"/>
              </a:spcAft>
              <a:buClr>
                <a:schemeClr val="lt1"/>
              </a:buClr>
              <a:buSzPct val="25000"/>
              <a:buFont typeface="Courier New"/>
              <a:buNone/>
            </a:pPr>
            <a:r>
              <a:rPr lang="en-US" sz="3000" b="0" i="0" u="none" strike="noStrike" cap="none" baseline="0">
                <a:solidFill>
                  <a:schemeClr val="lt1"/>
                </a:solidFill>
                <a:latin typeface="Courier New"/>
                <a:ea typeface="Courier New"/>
                <a:cs typeface="Courier New"/>
                <a:sym typeface="Courier New"/>
              </a:rPr>
              <a:t>    "number" : "+1 734 303 4456"</a:t>
            </a:r>
          </a:p>
          <a:p>
            <a:pPr marL="0" marR="0" lvl="0" indent="0" algn="l" rtl="0">
              <a:lnSpc>
                <a:spcPct val="100000"/>
              </a:lnSpc>
              <a:spcBef>
                <a:spcPts val="0"/>
              </a:spcBef>
              <a:spcAft>
                <a:spcPts val="0"/>
              </a:spcAft>
              <a:buClr>
                <a:schemeClr val="lt1"/>
              </a:buClr>
              <a:buSzPct val="25000"/>
              <a:buFont typeface="Courier New"/>
              <a:buNone/>
            </a:pPr>
            <a:r>
              <a:rPr lang="en-US" sz="3000" b="0"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3000" b="0" i="0" u="none" strike="noStrike" cap="none" baseline="0">
                <a:solidFill>
                  <a:schemeClr val="lt1"/>
                </a:solidFill>
                <a:latin typeface="Courier New"/>
                <a:ea typeface="Courier New"/>
                <a:cs typeface="Courier New"/>
                <a:sym typeface="Courier New"/>
              </a:rPr>
              <a:t>   "email" : {</a:t>
            </a:r>
          </a:p>
          <a:p>
            <a:pPr marL="0" marR="0" lvl="0" indent="0" algn="l" rtl="0">
              <a:lnSpc>
                <a:spcPct val="100000"/>
              </a:lnSpc>
              <a:spcBef>
                <a:spcPts val="0"/>
              </a:spcBef>
              <a:spcAft>
                <a:spcPts val="0"/>
              </a:spcAft>
              <a:buClr>
                <a:schemeClr val="lt1"/>
              </a:buClr>
              <a:buSzPct val="25000"/>
              <a:buFont typeface="Courier New"/>
              <a:buNone/>
            </a:pPr>
            <a:r>
              <a:rPr lang="en-US" sz="3000" b="0" i="0" u="none" strike="noStrike" cap="none" baseline="0">
                <a:solidFill>
                  <a:schemeClr val="lt1"/>
                </a:solidFill>
                <a:latin typeface="Courier New"/>
                <a:ea typeface="Courier New"/>
                <a:cs typeface="Courier New"/>
                <a:sym typeface="Courier New"/>
              </a:rPr>
              <a:t>     "hide" : "yes"</a:t>
            </a:r>
          </a:p>
          <a:p>
            <a:pPr marL="0" marR="0" lvl="0" indent="0" algn="l" rtl="0">
              <a:lnSpc>
                <a:spcPct val="100000"/>
              </a:lnSpc>
              <a:spcBef>
                <a:spcPts val="0"/>
              </a:spcBef>
              <a:spcAft>
                <a:spcPts val="0"/>
              </a:spcAft>
              <a:buClr>
                <a:schemeClr val="lt1"/>
              </a:buClr>
              <a:buSzPct val="25000"/>
              <a:buFont typeface="Courier New"/>
              <a:buNone/>
            </a:pPr>
            <a:r>
              <a:rPr lang="en-US" sz="3000" b="0"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3000" b="0" i="0" u="none" strike="noStrike" cap="none" baseline="0">
                <a:solidFill>
                  <a:schemeClr val="lt1"/>
                </a:solidFill>
                <a:latin typeface="Courier New"/>
                <a:ea typeface="Courier New"/>
                <a:cs typeface="Courier New"/>
                <a:sym typeface="Courier New"/>
              </a:rPr>
              <a:t>}'''</a:t>
            </a:r>
          </a:p>
          <a:p>
            <a:pPr marL="0" marR="0" lvl="0" indent="0" algn="ctr" rtl="0">
              <a:lnSpc>
                <a:spcPct val="100000"/>
              </a:lnSpc>
              <a:spcBef>
                <a:spcPts val="0"/>
              </a:spcBef>
              <a:spcAft>
                <a:spcPts val="0"/>
              </a:spcAft>
              <a:buNone/>
            </a:pPr>
            <a:endParaRPr sz="3000" b="0" i="0" u="none" strike="noStrike" cap="none" baseline="0">
              <a:solidFill>
                <a:schemeClr val="lt1"/>
              </a:solidFill>
              <a:latin typeface="Courier New"/>
              <a:ea typeface="Courier New"/>
              <a:cs typeface="Courier New"/>
              <a:sym typeface="Courier New"/>
            </a:endParaRPr>
          </a:p>
          <a:p>
            <a:pPr marL="0" marR="0" lvl="0" indent="0" algn="l" rtl="0">
              <a:lnSpc>
                <a:spcPct val="100000"/>
              </a:lnSpc>
              <a:spcBef>
                <a:spcPts val="0"/>
              </a:spcBef>
              <a:spcAft>
                <a:spcPts val="0"/>
              </a:spcAft>
              <a:buClr>
                <a:schemeClr val="lt1"/>
              </a:buClr>
              <a:buSzPct val="25000"/>
              <a:buFont typeface="Courier New"/>
              <a:buNone/>
            </a:pPr>
            <a:r>
              <a:rPr lang="en-US" sz="3000" b="0" i="0" u="none" strike="noStrike" cap="none" baseline="0">
                <a:solidFill>
                  <a:schemeClr val="lt1"/>
                </a:solidFill>
                <a:latin typeface="Courier New"/>
                <a:ea typeface="Courier New"/>
                <a:cs typeface="Courier New"/>
                <a:sym typeface="Courier New"/>
              </a:rPr>
              <a:t>info = json.loads(data)</a:t>
            </a:r>
          </a:p>
          <a:p>
            <a:pPr marL="0" marR="0" lvl="0" indent="0" algn="l" rtl="0">
              <a:lnSpc>
                <a:spcPct val="100000"/>
              </a:lnSpc>
              <a:spcBef>
                <a:spcPts val="0"/>
              </a:spcBef>
              <a:spcAft>
                <a:spcPts val="0"/>
              </a:spcAft>
              <a:buClr>
                <a:schemeClr val="lt1"/>
              </a:buClr>
              <a:buSzPct val="25000"/>
              <a:buFont typeface="Courier New"/>
              <a:buNone/>
            </a:pPr>
            <a:r>
              <a:rPr lang="en-US" sz="3000" b="0" i="0" u="none" strike="noStrike" cap="none" baseline="0">
                <a:solidFill>
                  <a:schemeClr val="lt1"/>
                </a:solidFill>
                <a:latin typeface="Courier New"/>
                <a:ea typeface="Courier New"/>
                <a:cs typeface="Courier New"/>
                <a:sym typeface="Courier New"/>
              </a:rPr>
              <a:t>print 'Name:',info["name"]</a:t>
            </a:r>
          </a:p>
          <a:p>
            <a:pPr marL="0" marR="0" lvl="0" indent="0" algn="l" rtl="0">
              <a:lnSpc>
                <a:spcPct val="100000"/>
              </a:lnSpc>
              <a:spcBef>
                <a:spcPts val="0"/>
              </a:spcBef>
              <a:spcAft>
                <a:spcPts val="0"/>
              </a:spcAft>
              <a:buClr>
                <a:schemeClr val="lt1"/>
              </a:buClr>
              <a:buSzPct val="25000"/>
              <a:buFont typeface="Courier New"/>
              <a:buNone/>
            </a:pPr>
            <a:r>
              <a:rPr lang="en-US" sz="3000" b="0" i="0" u="none" strike="noStrike" cap="none" baseline="0">
                <a:solidFill>
                  <a:schemeClr val="lt1"/>
                </a:solidFill>
                <a:latin typeface="Courier New"/>
                <a:ea typeface="Courier New"/>
                <a:cs typeface="Courier New"/>
                <a:sym typeface="Courier New"/>
              </a:rPr>
              <a:t>print 'Hide:',info["email"]["hide"]</a:t>
            </a:r>
          </a:p>
        </p:txBody>
      </p:sp>
      <p:sp>
        <p:nvSpPr>
          <p:cNvPr id="484" name="Shape 484"/>
          <p:cNvSpPr txBox="1"/>
          <p:nvPr/>
        </p:nvSpPr>
        <p:spPr>
          <a:xfrm>
            <a:off x="13530262" y="190500"/>
            <a:ext cx="2308200" cy="6477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ourier New"/>
              <a:buNone/>
            </a:pPr>
            <a:r>
              <a:rPr lang="en-US" sz="3600" b="0" i="0" u="none" strike="noStrike" cap="none" baseline="0">
                <a:solidFill>
                  <a:srgbClr val="FFFF00"/>
                </a:solidFill>
                <a:latin typeface="Courier New"/>
                <a:ea typeface="Courier New"/>
                <a:cs typeface="Courier New"/>
                <a:sym typeface="Courier New"/>
              </a:rPr>
              <a:t>json1.py</a:t>
            </a:r>
          </a:p>
        </p:txBody>
      </p:sp>
      <p:sp>
        <p:nvSpPr>
          <p:cNvPr id="485" name="Shape 485"/>
          <p:cNvSpPr txBox="1"/>
          <p:nvPr/>
        </p:nvSpPr>
        <p:spPr>
          <a:xfrm>
            <a:off x="10682286" y="3276600"/>
            <a:ext cx="5016500" cy="16637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JSON represents data as nested </a:t>
            </a:r>
            <a:r>
              <a:rPr lang="en-US" sz="3600">
                <a:solidFill>
                  <a:srgbClr val="FF00FF"/>
                </a:solidFill>
                <a:latin typeface="Cabin"/>
                <a:ea typeface="Cabin"/>
                <a:cs typeface="Cabin"/>
                <a:sym typeface="Cabin"/>
              </a:rPr>
              <a:t>“</a:t>
            </a:r>
            <a:r>
              <a:rPr lang="en-US" sz="3600" b="0" i="0" u="none" strike="noStrike" cap="none" baseline="0">
                <a:solidFill>
                  <a:srgbClr val="FF00FF"/>
                </a:solidFill>
                <a:latin typeface="Cabin"/>
                <a:ea typeface="Cabin"/>
                <a:cs typeface="Cabin"/>
                <a:sym typeface="Cabin"/>
              </a:rPr>
              <a:t>lists</a:t>
            </a:r>
            <a:r>
              <a:rPr lang="en-US" sz="3600">
                <a:solidFill>
                  <a:srgbClr val="FF00FF"/>
                </a:solidFill>
                <a:latin typeface="Cabin"/>
                <a:ea typeface="Cabin"/>
                <a:cs typeface="Cabin"/>
                <a:sym typeface="Cabin"/>
              </a:rPr>
              <a:t>”</a:t>
            </a:r>
            <a:r>
              <a:rPr lang="en-US" sz="3600" b="0" i="0" u="none" strike="noStrike" cap="none" baseline="0">
                <a:solidFill>
                  <a:srgbClr val="FF00FF"/>
                </a:solidFill>
                <a:latin typeface="Cabin"/>
                <a:ea typeface="Cabin"/>
                <a:cs typeface="Cabin"/>
                <a:sym typeface="Cabin"/>
              </a:rPr>
              <a:t> and </a:t>
            </a:r>
            <a:r>
              <a:rPr lang="en-US" sz="3600">
                <a:solidFill>
                  <a:srgbClr val="FF00FF"/>
                </a:solidFill>
                <a:latin typeface="Cabin"/>
                <a:ea typeface="Cabin"/>
                <a:cs typeface="Cabin"/>
                <a:sym typeface="Cabin"/>
              </a:rPr>
              <a:t>“</a:t>
            </a:r>
            <a:r>
              <a:rPr lang="en-US" sz="3600" b="0" i="0" u="none" strike="noStrike" cap="none" baseline="0">
                <a:solidFill>
                  <a:srgbClr val="FF00FF"/>
                </a:solidFill>
                <a:latin typeface="Cabin"/>
                <a:ea typeface="Cabin"/>
                <a:cs typeface="Cabin"/>
                <a:sym typeface="Cabin"/>
              </a:rPr>
              <a:t>dictionaries</a:t>
            </a:r>
            <a:r>
              <a:rPr lang="en-US" sz="3600">
                <a:solidFill>
                  <a:srgbClr val="FF00FF"/>
                </a:solidFill>
                <a:latin typeface="Cabin"/>
                <a:ea typeface="Cabin"/>
                <a:cs typeface="Cabin"/>
                <a:sym typeface="Cabin"/>
              </a:rPr>
              <a:t>”</a:t>
            </a:r>
          </a:p>
        </p:txBody>
      </p:sp>
    </p:spTree>
  </p:cSld>
  <p:clrMapOvr>
    <a:masterClrMapping/>
  </p:clrMapOvr>
  <p:transition spd="slow">
    <p:cu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Shape 490"/>
          <p:cNvSpPr txBox="1"/>
          <p:nvPr/>
        </p:nvSpPr>
        <p:spPr>
          <a:xfrm>
            <a:off x="962025" y="381000"/>
            <a:ext cx="13855699" cy="83692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ourier New"/>
              <a:buNone/>
            </a:pPr>
            <a:r>
              <a:rPr lang="en-US" sz="2600" b="0" i="0" u="none" strike="noStrike" cap="none" baseline="0">
                <a:solidFill>
                  <a:schemeClr val="lt1"/>
                </a:solidFill>
                <a:latin typeface="Courier New"/>
                <a:ea typeface="Courier New"/>
                <a:cs typeface="Courier New"/>
                <a:sym typeface="Courier New"/>
              </a:rPr>
              <a:t>import json</a:t>
            </a:r>
          </a:p>
          <a:p>
            <a:pPr marL="0" marR="0" lvl="0" indent="0" algn="l" rtl="0">
              <a:lnSpc>
                <a:spcPct val="100000"/>
              </a:lnSpc>
              <a:spcBef>
                <a:spcPts val="0"/>
              </a:spcBef>
              <a:spcAft>
                <a:spcPts val="0"/>
              </a:spcAft>
              <a:buClr>
                <a:schemeClr val="lt1"/>
              </a:buClr>
              <a:buSzPct val="25000"/>
              <a:buFont typeface="Courier New"/>
              <a:buNone/>
            </a:pPr>
            <a:r>
              <a:rPr lang="en-US" sz="2600" b="0" i="0" u="none" strike="noStrike" cap="none" baseline="0">
                <a:solidFill>
                  <a:schemeClr val="lt1"/>
                </a:solidFill>
                <a:latin typeface="Courier New"/>
                <a:ea typeface="Courier New"/>
                <a:cs typeface="Courier New"/>
                <a:sym typeface="Courier New"/>
              </a:rPr>
              <a:t>input = '''[</a:t>
            </a:r>
          </a:p>
          <a:p>
            <a:pPr marL="0" marR="0" lvl="0" indent="0" algn="l" rtl="0">
              <a:lnSpc>
                <a:spcPct val="100000"/>
              </a:lnSpc>
              <a:spcBef>
                <a:spcPts val="0"/>
              </a:spcBef>
              <a:spcAft>
                <a:spcPts val="0"/>
              </a:spcAft>
              <a:buClr>
                <a:schemeClr val="lt1"/>
              </a:buClr>
              <a:buSzPct val="25000"/>
              <a:buFont typeface="Courier New"/>
              <a:buNone/>
            </a:pPr>
            <a:r>
              <a:rPr lang="en-US" sz="2600" b="0" i="0" u="none" strike="noStrike" cap="none" baseline="0">
                <a:solidFill>
                  <a:schemeClr val="lt1"/>
                </a:solidFill>
                <a:latin typeface="Courier New"/>
                <a:ea typeface="Courier New"/>
                <a:cs typeface="Courier New"/>
                <a:sym typeface="Courier New"/>
              </a:rPr>
              <a:t>  { "id" : "001",</a:t>
            </a:r>
          </a:p>
          <a:p>
            <a:pPr marL="0" marR="0" lvl="0" indent="0" algn="l" rtl="0">
              <a:lnSpc>
                <a:spcPct val="100000"/>
              </a:lnSpc>
              <a:spcBef>
                <a:spcPts val="0"/>
              </a:spcBef>
              <a:spcAft>
                <a:spcPts val="0"/>
              </a:spcAft>
              <a:buClr>
                <a:schemeClr val="lt1"/>
              </a:buClr>
              <a:buSzPct val="25000"/>
              <a:buFont typeface="Courier New"/>
              <a:buNone/>
            </a:pPr>
            <a:r>
              <a:rPr lang="en-US" sz="2600" b="0" i="0" u="none" strike="noStrike" cap="none" baseline="0">
                <a:solidFill>
                  <a:schemeClr val="lt1"/>
                </a:solidFill>
                <a:latin typeface="Courier New"/>
                <a:ea typeface="Courier New"/>
                <a:cs typeface="Courier New"/>
                <a:sym typeface="Courier New"/>
              </a:rPr>
              <a:t>    "x" : "2",</a:t>
            </a:r>
          </a:p>
          <a:p>
            <a:pPr marL="0" marR="0" lvl="0" indent="0" algn="l" rtl="0">
              <a:lnSpc>
                <a:spcPct val="100000"/>
              </a:lnSpc>
              <a:spcBef>
                <a:spcPts val="0"/>
              </a:spcBef>
              <a:spcAft>
                <a:spcPts val="0"/>
              </a:spcAft>
              <a:buClr>
                <a:schemeClr val="lt1"/>
              </a:buClr>
              <a:buSzPct val="25000"/>
              <a:buFont typeface="Courier New"/>
              <a:buNone/>
            </a:pPr>
            <a:r>
              <a:rPr lang="en-US" sz="2600" b="0" i="0" u="none" strike="noStrike" cap="none" baseline="0">
                <a:solidFill>
                  <a:schemeClr val="lt1"/>
                </a:solidFill>
                <a:latin typeface="Courier New"/>
                <a:ea typeface="Courier New"/>
                <a:cs typeface="Courier New"/>
                <a:sym typeface="Courier New"/>
              </a:rPr>
              <a:t>    "name" : "Chuck"</a:t>
            </a:r>
          </a:p>
          <a:p>
            <a:pPr marL="0" marR="0" lvl="0" indent="0" algn="l" rtl="0">
              <a:lnSpc>
                <a:spcPct val="100000"/>
              </a:lnSpc>
              <a:spcBef>
                <a:spcPts val="0"/>
              </a:spcBef>
              <a:spcAft>
                <a:spcPts val="0"/>
              </a:spcAft>
              <a:buClr>
                <a:schemeClr val="lt1"/>
              </a:buClr>
              <a:buSzPct val="25000"/>
              <a:buFont typeface="Courier New"/>
              <a:buNone/>
            </a:pPr>
            <a:r>
              <a:rPr lang="en-US" sz="2600" b="0" i="0" u="none" strike="noStrike" cap="none" baseline="0">
                <a:solidFill>
                  <a:schemeClr val="lt1"/>
                </a:solidFill>
                <a:latin typeface="Courier New"/>
                <a:ea typeface="Courier New"/>
                <a:cs typeface="Courier New"/>
                <a:sym typeface="Courier New"/>
              </a:rPr>
              <a:t>  } ,</a:t>
            </a:r>
          </a:p>
          <a:p>
            <a:pPr marL="0" marR="0" lvl="0" indent="0" algn="l" rtl="0">
              <a:lnSpc>
                <a:spcPct val="100000"/>
              </a:lnSpc>
              <a:spcBef>
                <a:spcPts val="0"/>
              </a:spcBef>
              <a:spcAft>
                <a:spcPts val="0"/>
              </a:spcAft>
              <a:buClr>
                <a:schemeClr val="lt1"/>
              </a:buClr>
              <a:buSzPct val="25000"/>
              <a:buFont typeface="Courier New"/>
              <a:buNone/>
            </a:pPr>
            <a:r>
              <a:rPr lang="en-US" sz="2600" b="0" i="0" u="none" strike="noStrike" cap="none" baseline="0">
                <a:solidFill>
                  <a:schemeClr val="lt1"/>
                </a:solidFill>
                <a:latin typeface="Courier New"/>
                <a:ea typeface="Courier New"/>
                <a:cs typeface="Courier New"/>
                <a:sym typeface="Courier New"/>
              </a:rPr>
              <a:t>  { "id" : "009",</a:t>
            </a:r>
          </a:p>
          <a:p>
            <a:pPr marL="0" marR="0" lvl="0" indent="0" algn="l" rtl="0">
              <a:lnSpc>
                <a:spcPct val="100000"/>
              </a:lnSpc>
              <a:spcBef>
                <a:spcPts val="0"/>
              </a:spcBef>
              <a:spcAft>
                <a:spcPts val="0"/>
              </a:spcAft>
              <a:buClr>
                <a:schemeClr val="lt1"/>
              </a:buClr>
              <a:buSzPct val="25000"/>
              <a:buFont typeface="Courier New"/>
              <a:buNone/>
            </a:pPr>
            <a:r>
              <a:rPr lang="en-US" sz="2600" b="0" i="0" u="none" strike="noStrike" cap="none" baseline="0">
                <a:solidFill>
                  <a:schemeClr val="lt1"/>
                </a:solidFill>
                <a:latin typeface="Courier New"/>
                <a:ea typeface="Courier New"/>
                <a:cs typeface="Courier New"/>
                <a:sym typeface="Courier New"/>
              </a:rPr>
              <a:t>    "x" : "7",</a:t>
            </a:r>
          </a:p>
          <a:p>
            <a:pPr marL="0" marR="0" lvl="0" indent="0" algn="l" rtl="0">
              <a:lnSpc>
                <a:spcPct val="100000"/>
              </a:lnSpc>
              <a:spcBef>
                <a:spcPts val="0"/>
              </a:spcBef>
              <a:spcAft>
                <a:spcPts val="0"/>
              </a:spcAft>
              <a:buClr>
                <a:schemeClr val="lt1"/>
              </a:buClr>
              <a:buSzPct val="25000"/>
              <a:buFont typeface="Courier New"/>
              <a:buNone/>
            </a:pPr>
            <a:r>
              <a:rPr lang="en-US" sz="2600" b="0" i="0" u="none" strike="noStrike" cap="none" baseline="0">
                <a:solidFill>
                  <a:schemeClr val="lt1"/>
                </a:solidFill>
                <a:latin typeface="Courier New"/>
                <a:ea typeface="Courier New"/>
                <a:cs typeface="Courier New"/>
                <a:sym typeface="Courier New"/>
              </a:rPr>
              <a:t>    "name" : "Chuck"</a:t>
            </a:r>
          </a:p>
          <a:p>
            <a:pPr marL="0" marR="0" lvl="0" indent="0" algn="l" rtl="0">
              <a:lnSpc>
                <a:spcPct val="100000"/>
              </a:lnSpc>
              <a:spcBef>
                <a:spcPts val="0"/>
              </a:spcBef>
              <a:spcAft>
                <a:spcPts val="0"/>
              </a:spcAft>
              <a:buClr>
                <a:schemeClr val="lt1"/>
              </a:buClr>
              <a:buSzPct val="25000"/>
              <a:buFont typeface="Courier New"/>
              <a:buNone/>
            </a:pPr>
            <a:r>
              <a:rPr lang="en-US" sz="2600" b="0"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2600" b="0" i="0" u="none" strike="noStrike" cap="none" baseline="0">
                <a:solidFill>
                  <a:schemeClr val="lt1"/>
                </a:solidFill>
                <a:latin typeface="Courier New"/>
                <a:ea typeface="Courier New"/>
                <a:cs typeface="Courier New"/>
                <a:sym typeface="Courier New"/>
              </a:rPr>
              <a:t>]'''</a:t>
            </a:r>
          </a:p>
          <a:p>
            <a:pPr marL="0" marR="0" lvl="0" indent="0" algn="ctr" rtl="0">
              <a:lnSpc>
                <a:spcPct val="100000"/>
              </a:lnSpc>
              <a:spcBef>
                <a:spcPts val="0"/>
              </a:spcBef>
              <a:spcAft>
                <a:spcPts val="0"/>
              </a:spcAft>
              <a:buNone/>
            </a:pPr>
            <a:endParaRPr sz="2600" b="0" i="0" u="none" strike="noStrike" cap="none" baseline="0">
              <a:solidFill>
                <a:schemeClr val="lt1"/>
              </a:solidFill>
              <a:latin typeface="Courier New"/>
              <a:ea typeface="Courier New"/>
              <a:cs typeface="Courier New"/>
              <a:sym typeface="Courier New"/>
            </a:endParaRPr>
          </a:p>
          <a:p>
            <a:pPr marL="0" marR="0" lvl="0" indent="0" algn="l" rtl="0">
              <a:lnSpc>
                <a:spcPct val="100000"/>
              </a:lnSpc>
              <a:spcBef>
                <a:spcPts val="0"/>
              </a:spcBef>
              <a:spcAft>
                <a:spcPts val="0"/>
              </a:spcAft>
              <a:buClr>
                <a:schemeClr val="lt1"/>
              </a:buClr>
              <a:buSzPct val="25000"/>
              <a:buFont typeface="Courier New"/>
              <a:buNone/>
            </a:pPr>
            <a:r>
              <a:rPr lang="en-US" sz="2600" b="0" i="0" u="none" strike="noStrike" cap="none" baseline="0">
                <a:solidFill>
                  <a:schemeClr val="lt1"/>
                </a:solidFill>
                <a:latin typeface="Courier New"/>
                <a:ea typeface="Courier New"/>
                <a:cs typeface="Courier New"/>
                <a:sym typeface="Courier New"/>
              </a:rPr>
              <a:t>info = json.loads(input)</a:t>
            </a:r>
          </a:p>
          <a:p>
            <a:pPr marL="0" marR="0" lvl="0" indent="0" algn="l" rtl="0">
              <a:lnSpc>
                <a:spcPct val="100000"/>
              </a:lnSpc>
              <a:spcBef>
                <a:spcPts val="0"/>
              </a:spcBef>
              <a:spcAft>
                <a:spcPts val="0"/>
              </a:spcAft>
              <a:buClr>
                <a:schemeClr val="lt1"/>
              </a:buClr>
              <a:buSzPct val="25000"/>
              <a:buFont typeface="Courier New"/>
              <a:buNone/>
            </a:pPr>
            <a:r>
              <a:rPr lang="en-US" sz="2600" b="0" i="0" u="none" strike="noStrike" cap="none" baseline="0">
                <a:solidFill>
                  <a:schemeClr val="lt1"/>
                </a:solidFill>
                <a:latin typeface="Courier New"/>
                <a:ea typeface="Courier New"/>
                <a:cs typeface="Courier New"/>
                <a:sym typeface="Courier New"/>
              </a:rPr>
              <a:t>print 'User count:', len(info)</a:t>
            </a:r>
          </a:p>
          <a:p>
            <a:pPr marL="0" marR="0" lvl="0" indent="0" algn="l" rtl="0">
              <a:lnSpc>
                <a:spcPct val="100000"/>
              </a:lnSpc>
              <a:spcBef>
                <a:spcPts val="0"/>
              </a:spcBef>
              <a:spcAft>
                <a:spcPts val="0"/>
              </a:spcAft>
              <a:buClr>
                <a:schemeClr val="lt1"/>
              </a:buClr>
              <a:buSzPct val="25000"/>
              <a:buFont typeface="Courier New"/>
              <a:buNone/>
            </a:pPr>
            <a:r>
              <a:rPr lang="en-US" sz="2600" b="0" i="0" u="none" strike="noStrike" cap="none" baseline="0">
                <a:solidFill>
                  <a:schemeClr val="lt1"/>
                </a:solidFill>
                <a:latin typeface="Courier New"/>
                <a:ea typeface="Courier New"/>
                <a:cs typeface="Courier New"/>
                <a:sym typeface="Courier New"/>
              </a:rPr>
              <a:t>for item in info:</a:t>
            </a:r>
          </a:p>
          <a:p>
            <a:pPr marL="0" marR="0" lvl="0" indent="0" algn="l" rtl="0">
              <a:lnSpc>
                <a:spcPct val="100000"/>
              </a:lnSpc>
              <a:spcBef>
                <a:spcPts val="0"/>
              </a:spcBef>
              <a:spcAft>
                <a:spcPts val="0"/>
              </a:spcAft>
              <a:buClr>
                <a:schemeClr val="lt1"/>
              </a:buClr>
              <a:buSzPct val="25000"/>
              <a:buFont typeface="Courier New"/>
              <a:buNone/>
            </a:pPr>
            <a:r>
              <a:rPr lang="en-US" sz="2600" b="0" i="0" u="none" strike="noStrike" cap="none" baseline="0">
                <a:solidFill>
                  <a:schemeClr val="lt1"/>
                </a:solidFill>
                <a:latin typeface="Courier New"/>
                <a:ea typeface="Courier New"/>
                <a:cs typeface="Courier New"/>
                <a:sym typeface="Courier New"/>
              </a:rPr>
              <a:t>    print 'Name', item['name']</a:t>
            </a:r>
          </a:p>
          <a:p>
            <a:pPr marL="0" marR="0" lvl="0" indent="0" algn="l" rtl="0">
              <a:lnSpc>
                <a:spcPct val="100000"/>
              </a:lnSpc>
              <a:spcBef>
                <a:spcPts val="0"/>
              </a:spcBef>
              <a:spcAft>
                <a:spcPts val="0"/>
              </a:spcAft>
              <a:buClr>
                <a:schemeClr val="lt1"/>
              </a:buClr>
              <a:buSzPct val="25000"/>
              <a:buFont typeface="Courier New"/>
              <a:buNone/>
            </a:pPr>
            <a:r>
              <a:rPr lang="en-US" sz="2600" b="0" i="0" u="none" strike="noStrike" cap="none" baseline="0">
                <a:solidFill>
                  <a:schemeClr val="lt1"/>
                </a:solidFill>
                <a:latin typeface="Courier New"/>
                <a:ea typeface="Courier New"/>
                <a:cs typeface="Courier New"/>
                <a:sym typeface="Courier New"/>
              </a:rPr>
              <a:t>    print 'Id', item['id']</a:t>
            </a:r>
          </a:p>
          <a:p>
            <a:pPr marL="0" marR="0" lvl="0" indent="0" algn="l" rtl="0">
              <a:lnSpc>
                <a:spcPct val="100000"/>
              </a:lnSpc>
              <a:spcBef>
                <a:spcPts val="0"/>
              </a:spcBef>
              <a:spcAft>
                <a:spcPts val="0"/>
              </a:spcAft>
              <a:buClr>
                <a:schemeClr val="lt1"/>
              </a:buClr>
              <a:buSzPct val="25000"/>
              <a:buFont typeface="Courier New"/>
              <a:buNone/>
            </a:pPr>
            <a:r>
              <a:rPr lang="en-US" sz="2600" b="0" i="0" u="none" strike="noStrike" cap="none" baseline="0">
                <a:solidFill>
                  <a:schemeClr val="lt1"/>
                </a:solidFill>
                <a:latin typeface="Courier New"/>
                <a:ea typeface="Courier New"/>
                <a:cs typeface="Courier New"/>
                <a:sym typeface="Courier New"/>
              </a:rPr>
              <a:t>    print 'Attribute', item['x']</a:t>
            </a:r>
          </a:p>
        </p:txBody>
      </p:sp>
      <p:sp>
        <p:nvSpPr>
          <p:cNvPr id="491" name="Shape 491"/>
          <p:cNvSpPr txBox="1"/>
          <p:nvPr/>
        </p:nvSpPr>
        <p:spPr>
          <a:xfrm>
            <a:off x="13530262" y="190500"/>
            <a:ext cx="2308200" cy="6477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ourier New"/>
              <a:buNone/>
            </a:pPr>
            <a:r>
              <a:rPr lang="en-US" sz="3600" b="0" i="0" u="none" strike="noStrike" cap="none" baseline="0">
                <a:solidFill>
                  <a:srgbClr val="FFFF00"/>
                </a:solidFill>
                <a:latin typeface="Courier New"/>
                <a:ea typeface="Courier New"/>
                <a:cs typeface="Courier New"/>
                <a:sym typeface="Courier New"/>
              </a:rPr>
              <a:t>json2.py</a:t>
            </a:r>
          </a:p>
        </p:txBody>
      </p:sp>
      <p:sp>
        <p:nvSpPr>
          <p:cNvPr id="492" name="Shape 492"/>
          <p:cNvSpPr txBox="1"/>
          <p:nvPr/>
        </p:nvSpPr>
        <p:spPr>
          <a:xfrm>
            <a:off x="10682286" y="3276600"/>
            <a:ext cx="5016500" cy="16637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b="0" i="0" u="none" strike="noStrike" cap="none" baseline="0">
                <a:solidFill>
                  <a:srgbClr val="FF00FF"/>
                </a:solidFill>
                <a:latin typeface="Cabin"/>
                <a:ea typeface="Cabin"/>
                <a:cs typeface="Cabin"/>
                <a:sym typeface="Cabin"/>
              </a:rPr>
              <a:t>JSON represents data as nested </a:t>
            </a:r>
            <a:r>
              <a:rPr lang="en-US" sz="3600">
                <a:solidFill>
                  <a:srgbClr val="FF00FF"/>
                </a:solidFill>
                <a:latin typeface="Cabin"/>
                <a:ea typeface="Cabin"/>
                <a:cs typeface="Cabin"/>
                <a:sym typeface="Cabin"/>
              </a:rPr>
              <a:t>“</a:t>
            </a:r>
            <a:r>
              <a:rPr lang="en-US" sz="3600" b="0" i="0" u="none" strike="noStrike" cap="none" baseline="0">
                <a:solidFill>
                  <a:srgbClr val="FF00FF"/>
                </a:solidFill>
                <a:latin typeface="Cabin"/>
                <a:ea typeface="Cabin"/>
                <a:cs typeface="Cabin"/>
                <a:sym typeface="Cabin"/>
              </a:rPr>
              <a:t>lists</a:t>
            </a:r>
            <a:r>
              <a:rPr lang="en-US" sz="3600">
                <a:solidFill>
                  <a:srgbClr val="FF00FF"/>
                </a:solidFill>
                <a:latin typeface="Cabin"/>
                <a:ea typeface="Cabin"/>
                <a:cs typeface="Cabin"/>
                <a:sym typeface="Cabin"/>
              </a:rPr>
              <a:t>”</a:t>
            </a:r>
            <a:r>
              <a:rPr lang="en-US" sz="3600" b="0" i="0" u="none" strike="noStrike" cap="none" baseline="0">
                <a:solidFill>
                  <a:srgbClr val="FF00FF"/>
                </a:solidFill>
                <a:latin typeface="Cabin"/>
                <a:ea typeface="Cabin"/>
                <a:cs typeface="Cabin"/>
                <a:sym typeface="Cabin"/>
              </a:rPr>
              <a:t> and </a:t>
            </a:r>
            <a:r>
              <a:rPr lang="en-US" sz="3600">
                <a:solidFill>
                  <a:srgbClr val="FF00FF"/>
                </a:solidFill>
                <a:latin typeface="Cabin"/>
                <a:ea typeface="Cabin"/>
                <a:cs typeface="Cabin"/>
                <a:sym typeface="Cabin"/>
              </a:rPr>
              <a:t>“</a:t>
            </a:r>
            <a:r>
              <a:rPr lang="en-US" sz="3600" b="0" i="0" u="none" strike="noStrike" cap="none" baseline="0">
                <a:solidFill>
                  <a:srgbClr val="FF00FF"/>
                </a:solidFill>
                <a:latin typeface="Cabin"/>
                <a:ea typeface="Cabin"/>
                <a:cs typeface="Cabin"/>
                <a:sym typeface="Cabin"/>
              </a:rPr>
              <a:t>dictionaries</a:t>
            </a:r>
            <a:r>
              <a:rPr lang="en-US" sz="3600">
                <a:solidFill>
                  <a:srgbClr val="FF00FF"/>
                </a:solidFill>
                <a:latin typeface="Cabin"/>
                <a:ea typeface="Cabin"/>
                <a:cs typeface="Cabin"/>
                <a:sym typeface="Cabin"/>
              </a:rPr>
              <a:t>”</a:t>
            </a:r>
          </a:p>
        </p:txBody>
      </p:sp>
    </p:spTree>
  </p:cSld>
  <p:clrMapOvr>
    <a:masterClrMapping/>
  </p:clrMapOvr>
  <p:transition spd="slow">
    <p:cu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Shape 497"/>
          <p:cNvSpPr txBox="1">
            <a:spLocks noGrp="1"/>
          </p:cNvSpPr>
          <p:nvPr>
            <p:ph type="title"/>
          </p:nvPr>
        </p:nvSpPr>
        <p:spPr>
          <a:xfrm>
            <a:off x="1155700" y="1536700"/>
            <a:ext cx="13931900" cy="308609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b="0" i="0" u="none" strike="noStrike" cap="none" baseline="0">
                <a:solidFill>
                  <a:srgbClr val="FF00FF"/>
                </a:solidFill>
                <a:latin typeface="Cabin"/>
                <a:ea typeface="Cabin"/>
                <a:cs typeface="Cabin"/>
                <a:sym typeface="Cabin"/>
              </a:rPr>
              <a:t/>
            </a:r>
            <a:br>
              <a:rPr lang="en-US" sz="7600" b="0" i="0" u="none" strike="noStrike" cap="none" baseline="0">
                <a:solidFill>
                  <a:srgbClr val="FF00FF"/>
                </a:solidFill>
                <a:latin typeface="Cabin"/>
                <a:ea typeface="Cabin"/>
                <a:cs typeface="Cabin"/>
                <a:sym typeface="Cabin"/>
              </a:rPr>
            </a:br>
            <a:r>
              <a:rPr lang="en-US" sz="7600" b="0" i="0" u="none" strike="noStrike" cap="none" baseline="0">
                <a:solidFill>
                  <a:srgbClr val="FF00FF"/>
                </a:solidFill>
                <a:latin typeface="Cabin"/>
                <a:ea typeface="Cabin"/>
                <a:cs typeface="Cabin"/>
                <a:sym typeface="Cabin"/>
              </a:rPr>
              <a:t>Service Oriented Approach</a:t>
            </a:r>
          </a:p>
        </p:txBody>
      </p:sp>
      <p:sp>
        <p:nvSpPr>
          <p:cNvPr id="498" name="Shape 498"/>
          <p:cNvSpPr txBox="1">
            <a:spLocks noGrp="1"/>
          </p:cNvSpPr>
          <p:nvPr>
            <p:ph type="body" idx="1"/>
          </p:nvPr>
        </p:nvSpPr>
        <p:spPr>
          <a:xfrm>
            <a:off x="1155700" y="4711700"/>
            <a:ext cx="13931900" cy="1054100"/>
          </a:xfrm>
          <a:prstGeom prst="rect">
            <a:avLst/>
          </a:prstGeom>
          <a:noFill/>
          <a:ln>
            <a:noFill/>
          </a:ln>
        </p:spPr>
        <p:txBody>
          <a:bodyPr lIns="38100" tIns="38100" rIns="38100" bIns="38100" anchor="t" anchorCtr="0">
            <a:noAutofit/>
          </a:bodyPr>
          <a:lstStyle/>
          <a:p>
            <a:pPr marL="342900" marR="0" lvl="0" indent="-342900" algn="ctr" rtl="0">
              <a:spcBef>
                <a:spcPts val="0"/>
              </a:spcBef>
              <a:spcAft>
                <a:spcPts val="0"/>
              </a:spcAft>
              <a:buNone/>
            </a:pPr>
            <a:endParaRPr/>
          </a:p>
        </p:txBody>
      </p:sp>
      <p:sp>
        <p:nvSpPr>
          <p:cNvPr id="499" name="Shape 499"/>
          <p:cNvSpPr txBox="1"/>
          <p:nvPr/>
        </p:nvSpPr>
        <p:spPr>
          <a:xfrm>
            <a:off x="2641600" y="7772400"/>
            <a:ext cx="115650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sng" strike="noStrike" cap="none" baseline="0">
                <a:solidFill>
                  <a:srgbClr val="FFFF00"/>
                </a:solidFill>
                <a:latin typeface="Cabin"/>
                <a:ea typeface="Cabin"/>
                <a:cs typeface="Cabin"/>
                <a:sym typeface="Cabin"/>
                <a:hlinkClick r:id="rId3"/>
              </a:rPr>
              <a:t>http://en.wikipedia.org/wiki/Service-oriented_architecture</a:t>
            </a:r>
          </a:p>
        </p:txBody>
      </p:sp>
    </p:spTree>
  </p:cSld>
  <p:clrMapOvr>
    <a:masterClrMapping/>
  </p:clrMapOvr>
  <p:transition spd="slow">
    <p:cu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Shape 504"/>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Service Oriented Approach</a:t>
            </a:r>
          </a:p>
        </p:txBody>
      </p:sp>
      <p:sp>
        <p:nvSpPr>
          <p:cNvPr id="505" name="Shape 505"/>
          <p:cNvSpPr txBox="1">
            <a:spLocks noGrp="1"/>
          </p:cNvSpPr>
          <p:nvPr>
            <p:ph type="body" idx="1"/>
          </p:nvPr>
        </p:nvSpPr>
        <p:spPr>
          <a:xfrm>
            <a:off x="1155700" y="2603500"/>
            <a:ext cx="9397999" cy="5702299"/>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Most non-trivial web applications use services</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They use services from other applications</a:t>
            </a:r>
          </a:p>
          <a:p>
            <a:pPr marL="914400" marR="0" lvl="1"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Credit Card Charge</a:t>
            </a:r>
          </a:p>
          <a:p>
            <a:pPr marL="914400" marR="0" lvl="1"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Hotel Reservation systems</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Services publish the </a:t>
            </a:r>
            <a:r>
              <a:rPr lang="en-US" sz="3600">
                <a:solidFill>
                  <a:schemeClr val="lt1"/>
                </a:solidFill>
                <a:latin typeface="Cabin"/>
                <a:ea typeface="Cabin"/>
                <a:cs typeface="Cabin"/>
                <a:sym typeface="Cabin"/>
              </a:rPr>
              <a:t>“</a:t>
            </a:r>
            <a:r>
              <a:rPr lang="en-US" sz="3600" b="0" i="0" u="none" strike="noStrike" cap="none" baseline="0">
                <a:solidFill>
                  <a:schemeClr val="lt1"/>
                </a:solidFill>
                <a:latin typeface="Cabin"/>
                <a:ea typeface="Cabin"/>
                <a:cs typeface="Cabin"/>
                <a:sym typeface="Cabin"/>
              </a:rPr>
              <a:t>rules</a:t>
            </a:r>
            <a:r>
              <a:rPr lang="en-US" sz="3600">
                <a:solidFill>
                  <a:schemeClr val="lt1"/>
                </a:solidFill>
                <a:latin typeface="Cabin"/>
                <a:ea typeface="Cabin"/>
                <a:cs typeface="Cabin"/>
                <a:sym typeface="Cabin"/>
              </a:rPr>
              <a:t>”</a:t>
            </a:r>
            <a:r>
              <a:rPr lang="en-US" sz="3600" b="0" i="0" u="none" strike="noStrike" cap="none" baseline="0">
                <a:solidFill>
                  <a:schemeClr val="lt1"/>
                </a:solidFill>
                <a:latin typeface="Cabin"/>
                <a:ea typeface="Cabin"/>
                <a:cs typeface="Cabin"/>
                <a:sym typeface="Cabin"/>
              </a:rPr>
              <a:t> applications must follow to make use of the service (</a:t>
            </a:r>
            <a:r>
              <a:rPr lang="en-US" sz="3600" b="0" i="0" u="none" strike="noStrike" cap="none" baseline="0">
                <a:solidFill>
                  <a:srgbClr val="FF7F00"/>
                </a:solidFill>
                <a:latin typeface="Cabin"/>
                <a:ea typeface="Cabin"/>
                <a:cs typeface="Cabin"/>
                <a:sym typeface="Cabin"/>
              </a:rPr>
              <a:t>API</a:t>
            </a:r>
            <a:r>
              <a:rPr lang="en-US" sz="3600" b="0" i="0" u="none" strike="noStrike" cap="none" baseline="0">
                <a:solidFill>
                  <a:schemeClr val="lt1"/>
                </a:solidFill>
                <a:latin typeface="Cabin"/>
                <a:ea typeface="Cabin"/>
                <a:cs typeface="Cabin"/>
                <a:sym typeface="Cabin"/>
              </a:rPr>
              <a:t>)</a:t>
            </a:r>
          </a:p>
        </p:txBody>
      </p:sp>
      <p:pic>
        <p:nvPicPr>
          <p:cNvPr id="506" name="Shape 506"/>
          <p:cNvPicPr preferRelativeResize="0"/>
          <p:nvPr/>
        </p:nvPicPr>
        <p:blipFill rotWithShape="1">
          <a:blip r:embed="rId3">
            <a:alphaModFix/>
          </a:blip>
          <a:srcRect/>
          <a:stretch/>
        </p:blipFill>
        <p:spPr>
          <a:xfrm>
            <a:off x="11379200" y="5143500"/>
            <a:ext cx="4203699" cy="3179762"/>
          </a:xfrm>
          <a:prstGeom prst="rect">
            <a:avLst/>
          </a:prstGeom>
          <a:noFill/>
          <a:ln>
            <a:noFill/>
          </a:ln>
        </p:spPr>
      </p:pic>
      <p:pic>
        <p:nvPicPr>
          <p:cNvPr id="507" name="Shape 507"/>
          <p:cNvPicPr preferRelativeResize="0"/>
          <p:nvPr/>
        </p:nvPicPr>
        <p:blipFill rotWithShape="1">
          <a:blip r:embed="rId4">
            <a:alphaModFix/>
          </a:blip>
          <a:srcRect/>
          <a:stretch/>
        </p:blipFill>
        <p:spPr>
          <a:xfrm>
            <a:off x="13196887" y="5724525"/>
            <a:ext cx="838199" cy="828675"/>
          </a:xfrm>
          <a:prstGeom prst="rect">
            <a:avLst/>
          </a:prstGeom>
          <a:noFill/>
          <a:ln>
            <a:noFill/>
          </a:ln>
        </p:spPr>
      </p:pic>
      <p:pic>
        <p:nvPicPr>
          <p:cNvPr id="508" name="Shape 508"/>
          <p:cNvPicPr preferRelativeResize="0"/>
          <p:nvPr/>
        </p:nvPicPr>
        <p:blipFill rotWithShape="1">
          <a:blip r:embed="rId4">
            <a:alphaModFix/>
          </a:blip>
          <a:srcRect/>
          <a:stretch/>
        </p:blipFill>
        <p:spPr>
          <a:xfrm>
            <a:off x="14238287" y="6156325"/>
            <a:ext cx="838199" cy="828675"/>
          </a:xfrm>
          <a:prstGeom prst="rect">
            <a:avLst/>
          </a:prstGeom>
          <a:noFill/>
          <a:ln>
            <a:noFill/>
          </a:ln>
        </p:spPr>
      </p:pic>
      <p:pic>
        <p:nvPicPr>
          <p:cNvPr id="509" name="Shape 509"/>
          <p:cNvPicPr preferRelativeResize="0"/>
          <p:nvPr/>
        </p:nvPicPr>
        <p:blipFill rotWithShape="1">
          <a:blip r:embed="rId4">
            <a:alphaModFix/>
          </a:blip>
          <a:srcRect/>
          <a:stretch/>
        </p:blipFill>
        <p:spPr>
          <a:xfrm>
            <a:off x="12320586" y="6562725"/>
            <a:ext cx="838199" cy="828675"/>
          </a:xfrm>
          <a:prstGeom prst="rect">
            <a:avLst/>
          </a:prstGeom>
          <a:noFill/>
          <a:ln>
            <a:noFill/>
          </a:ln>
        </p:spPr>
      </p:pic>
      <p:sp>
        <p:nvSpPr>
          <p:cNvPr id="510" name="Shape 510"/>
          <p:cNvSpPr txBox="1"/>
          <p:nvPr/>
        </p:nvSpPr>
        <p:spPr>
          <a:xfrm>
            <a:off x="12369800" y="2552700"/>
            <a:ext cx="2235199" cy="1270000"/>
          </a:xfrm>
          <a:prstGeom prst="rect">
            <a:avLst/>
          </a:prstGeom>
          <a:solidFill>
            <a:srgbClr val="FF00FF"/>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2600" b="0" i="0" u="none" strike="noStrike" cap="none" baseline="0">
                <a:solidFill>
                  <a:schemeClr val="lt1"/>
                </a:solidFill>
                <a:latin typeface="Cabin"/>
                <a:ea typeface="Cabin"/>
                <a:cs typeface="Cabin"/>
                <a:sym typeface="Cabin"/>
              </a:rPr>
              <a:t>Application</a:t>
            </a:r>
          </a:p>
        </p:txBody>
      </p:sp>
      <p:cxnSp>
        <p:nvCxnSpPr>
          <p:cNvPr id="511" name="Shape 511"/>
          <p:cNvCxnSpPr/>
          <p:nvPr/>
        </p:nvCxnSpPr>
        <p:spPr>
          <a:xfrm flipH="1">
            <a:off x="12657136" y="3935412"/>
            <a:ext cx="247649" cy="2524124"/>
          </a:xfrm>
          <a:prstGeom prst="straightConnector1">
            <a:avLst/>
          </a:prstGeom>
          <a:noFill/>
          <a:ln w="63500" cap="rnd" cmpd="sng">
            <a:solidFill>
              <a:srgbClr val="FF7F00"/>
            </a:solidFill>
            <a:prstDash val="solid"/>
            <a:miter/>
            <a:headEnd type="stealth" w="med" len="med"/>
            <a:tailEnd type="none" w="med" len="med"/>
          </a:ln>
        </p:spPr>
      </p:cxnSp>
      <p:cxnSp>
        <p:nvCxnSpPr>
          <p:cNvPr id="512" name="Shape 512"/>
          <p:cNvCxnSpPr/>
          <p:nvPr/>
        </p:nvCxnSpPr>
        <p:spPr>
          <a:xfrm>
            <a:off x="13488987" y="3970337"/>
            <a:ext cx="106362" cy="1584325"/>
          </a:xfrm>
          <a:prstGeom prst="straightConnector1">
            <a:avLst/>
          </a:prstGeom>
          <a:noFill/>
          <a:ln w="63500" cap="rnd" cmpd="sng">
            <a:solidFill>
              <a:srgbClr val="FF7F00"/>
            </a:solidFill>
            <a:prstDash val="solid"/>
            <a:miter/>
            <a:headEnd type="stealth" w="med" len="med"/>
            <a:tailEnd type="none" w="med" len="med"/>
          </a:ln>
        </p:spPr>
      </p:cxnSp>
      <p:cxnSp>
        <p:nvCxnSpPr>
          <p:cNvPr id="513" name="Shape 513"/>
          <p:cNvCxnSpPr/>
          <p:nvPr/>
        </p:nvCxnSpPr>
        <p:spPr>
          <a:xfrm>
            <a:off x="14092237" y="4041775"/>
            <a:ext cx="390524" cy="2009774"/>
          </a:xfrm>
          <a:prstGeom prst="straightConnector1">
            <a:avLst/>
          </a:prstGeom>
          <a:noFill/>
          <a:ln w="63500" cap="rnd" cmpd="sng">
            <a:solidFill>
              <a:srgbClr val="FF7F00"/>
            </a:solidFill>
            <a:prstDash val="solid"/>
            <a:miter/>
            <a:headEnd type="stealth" w="med" len="med"/>
            <a:tailEnd type="none" w="med" len="med"/>
          </a:ln>
        </p:spPr>
      </p:cxnSp>
      <p:sp>
        <p:nvSpPr>
          <p:cNvPr id="514" name="Shape 514"/>
          <p:cNvSpPr txBox="1"/>
          <p:nvPr/>
        </p:nvSpPr>
        <p:spPr>
          <a:xfrm>
            <a:off x="11634786" y="4356100"/>
            <a:ext cx="942975"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b="0" i="0" u="none" strike="noStrike" cap="none" baseline="0">
                <a:solidFill>
                  <a:srgbClr val="FF7F00"/>
                </a:solidFill>
                <a:latin typeface="Cabin"/>
                <a:ea typeface="Cabin"/>
                <a:cs typeface="Cabin"/>
                <a:sym typeface="Cabin"/>
              </a:rPr>
              <a:t>APIs</a:t>
            </a:r>
          </a:p>
        </p:txBody>
      </p:sp>
      <p:sp>
        <p:nvSpPr>
          <p:cNvPr id="515" name="Shape 515"/>
          <p:cNvSpPr txBox="1"/>
          <p:nvPr/>
        </p:nvSpPr>
        <p:spPr>
          <a:xfrm>
            <a:off x="11999911" y="7277100"/>
            <a:ext cx="1457324"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3397B7"/>
              </a:buClr>
              <a:buSzPct val="25000"/>
              <a:buFont typeface="Cabin"/>
              <a:buNone/>
            </a:pPr>
            <a:r>
              <a:rPr lang="en-US" sz="3600" b="0" i="0" u="none" strike="noStrike" cap="none" baseline="0">
                <a:solidFill>
                  <a:srgbClr val="3397B7"/>
                </a:solidFill>
                <a:latin typeface="Cabin"/>
                <a:ea typeface="Cabin"/>
                <a:cs typeface="Cabin"/>
                <a:sym typeface="Cabin"/>
              </a:rPr>
              <a:t>Service</a:t>
            </a:r>
          </a:p>
        </p:txBody>
      </p:sp>
      <p:sp>
        <p:nvSpPr>
          <p:cNvPr id="516" name="Shape 516"/>
          <p:cNvSpPr txBox="1"/>
          <p:nvPr/>
        </p:nvSpPr>
        <p:spPr>
          <a:xfrm>
            <a:off x="13766800" y="6997700"/>
            <a:ext cx="1455737"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3397B7"/>
              </a:buClr>
              <a:buSzPct val="25000"/>
              <a:buFont typeface="Cabin"/>
              <a:buNone/>
            </a:pPr>
            <a:r>
              <a:rPr lang="en-US" sz="3600" b="0" i="0" u="none" strike="noStrike" cap="none" baseline="0">
                <a:solidFill>
                  <a:srgbClr val="3397B7"/>
                </a:solidFill>
                <a:latin typeface="Cabin"/>
                <a:ea typeface="Cabin"/>
                <a:cs typeface="Cabin"/>
                <a:sym typeface="Cabin"/>
              </a:rPr>
              <a:t>Service</a:t>
            </a:r>
          </a:p>
        </p:txBody>
      </p:sp>
    </p:spTree>
  </p:cSld>
  <p:clrMapOvr>
    <a:masterClrMapping/>
  </p:clrMapOvr>
  <p:transition spd="slow">
    <p:cu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Shape 521"/>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b="0" i="0" u="none" strike="noStrike" cap="none" baseline="0">
                <a:solidFill>
                  <a:srgbClr val="FF00FF"/>
                </a:solidFill>
                <a:latin typeface="Cabin"/>
                <a:ea typeface="Cabin"/>
                <a:cs typeface="Cabin"/>
                <a:sym typeface="Cabin"/>
              </a:rPr>
              <a:t>Multiple Systems</a:t>
            </a:r>
          </a:p>
        </p:txBody>
      </p:sp>
      <p:sp>
        <p:nvSpPr>
          <p:cNvPr id="522" name="Shape 522"/>
          <p:cNvSpPr txBox="1">
            <a:spLocks noGrp="1"/>
          </p:cNvSpPr>
          <p:nvPr>
            <p:ph type="body" idx="1"/>
          </p:nvPr>
        </p:nvSpPr>
        <p:spPr>
          <a:xfrm>
            <a:off x="1155700" y="2603500"/>
            <a:ext cx="8140799" cy="5234699"/>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Initially - two systems cooperate and split the problem</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As the data/service becomes useful - multiple applications want to use the information / application</a:t>
            </a:r>
          </a:p>
        </p:txBody>
      </p:sp>
      <p:pic>
        <p:nvPicPr>
          <p:cNvPr id="523" name="Shape 523"/>
          <p:cNvPicPr preferRelativeResize="0"/>
          <p:nvPr/>
        </p:nvPicPr>
        <p:blipFill rotWithShape="1">
          <a:blip r:embed="rId3">
            <a:alphaModFix/>
          </a:blip>
          <a:srcRect/>
          <a:stretch/>
        </p:blipFill>
        <p:spPr>
          <a:xfrm>
            <a:off x="9601200" y="3187700"/>
            <a:ext cx="5411786" cy="4254499"/>
          </a:xfrm>
          <a:prstGeom prst="rect">
            <a:avLst/>
          </a:prstGeom>
          <a:noFill/>
          <a:ln>
            <a:noFill/>
          </a:ln>
        </p:spPr>
      </p:pic>
      <p:sp>
        <p:nvSpPr>
          <p:cNvPr id="524" name="Shape 524"/>
          <p:cNvSpPr txBox="1"/>
          <p:nvPr/>
        </p:nvSpPr>
        <p:spPr>
          <a:xfrm>
            <a:off x="3162300" y="8089900"/>
            <a:ext cx="101705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sng" strike="noStrike" cap="none" baseline="0">
                <a:solidFill>
                  <a:srgbClr val="FFFF00"/>
                </a:solidFill>
                <a:latin typeface="Cabin"/>
                <a:ea typeface="Cabin"/>
                <a:cs typeface="Cabin"/>
                <a:sym typeface="Cabin"/>
                <a:hlinkClick r:id="rId4"/>
              </a:rPr>
              <a:t>http://www.youtube.com/watch?v=mj-kCFzF0ME</a:t>
            </a:r>
          </a:p>
        </p:txBody>
      </p:sp>
      <p:sp>
        <p:nvSpPr>
          <p:cNvPr id="525" name="Shape 525"/>
          <p:cNvSpPr txBox="1"/>
          <p:nvPr/>
        </p:nvSpPr>
        <p:spPr>
          <a:xfrm>
            <a:off x="14843125" y="8153400"/>
            <a:ext cx="9000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5:15</a:t>
            </a:r>
          </a:p>
        </p:txBody>
      </p:sp>
    </p:spTree>
  </p:cSld>
  <p:clrMapOvr>
    <a:masterClrMapping/>
  </p:clrMapOvr>
  <p:transition spd="slow">
    <p:cu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Shape 530"/>
          <p:cNvSpPr txBox="1">
            <a:spLocks noGrp="1"/>
          </p:cNvSpPr>
          <p:nvPr>
            <p:ph type="title"/>
          </p:nvPr>
        </p:nvSpPr>
        <p:spPr>
          <a:xfrm>
            <a:off x="1155700" y="1536700"/>
            <a:ext cx="13931900" cy="308609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
            </a:r>
            <a:br>
              <a:rPr lang="en-US" sz="7600" b="0" i="0" u="none" strike="noStrike" cap="none" baseline="0">
                <a:solidFill>
                  <a:srgbClr val="00FF00"/>
                </a:solidFill>
                <a:latin typeface="Cabin"/>
                <a:ea typeface="Cabin"/>
                <a:cs typeface="Cabin"/>
                <a:sym typeface="Cabin"/>
              </a:rPr>
            </a:br>
            <a:r>
              <a:rPr lang="en-US" sz="7600" b="0" i="0" u="none" strike="noStrike" cap="none" baseline="0">
                <a:solidFill>
                  <a:srgbClr val="00FF00"/>
                </a:solidFill>
                <a:latin typeface="Cabin"/>
                <a:ea typeface="Cabin"/>
                <a:cs typeface="Cabin"/>
                <a:sym typeface="Cabin"/>
              </a:rPr>
              <a:t>Web Services</a:t>
            </a:r>
          </a:p>
        </p:txBody>
      </p:sp>
      <p:sp>
        <p:nvSpPr>
          <p:cNvPr id="531" name="Shape 531"/>
          <p:cNvSpPr txBox="1">
            <a:spLocks noGrp="1"/>
          </p:cNvSpPr>
          <p:nvPr>
            <p:ph type="body" idx="1"/>
          </p:nvPr>
        </p:nvSpPr>
        <p:spPr>
          <a:xfrm>
            <a:off x="1155700" y="4711700"/>
            <a:ext cx="13931900" cy="1054100"/>
          </a:xfrm>
          <a:prstGeom prst="rect">
            <a:avLst/>
          </a:prstGeom>
          <a:noFill/>
          <a:ln>
            <a:noFill/>
          </a:ln>
        </p:spPr>
        <p:txBody>
          <a:bodyPr lIns="38100" tIns="38100" rIns="38100" bIns="38100" anchor="t" anchorCtr="0">
            <a:noAutofit/>
          </a:bodyPr>
          <a:lstStyle/>
          <a:p>
            <a:pPr marL="342900" marR="0" lvl="0" indent="-342900" algn="ctr" rtl="0">
              <a:spcBef>
                <a:spcPts val="0"/>
              </a:spcBef>
              <a:spcAft>
                <a:spcPts val="0"/>
              </a:spcAft>
              <a:buNone/>
            </a:pPr>
            <a:endParaRPr/>
          </a:p>
        </p:txBody>
      </p:sp>
      <p:sp>
        <p:nvSpPr>
          <p:cNvPr id="532" name="Shape 532"/>
          <p:cNvSpPr txBox="1"/>
          <p:nvPr/>
        </p:nvSpPr>
        <p:spPr>
          <a:xfrm>
            <a:off x="3421475" y="7852650"/>
            <a:ext cx="94184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sng" strike="noStrike" cap="none" baseline="0">
                <a:solidFill>
                  <a:srgbClr val="FFFF00"/>
                </a:solidFill>
                <a:latin typeface="Cabin"/>
                <a:ea typeface="Cabin"/>
                <a:cs typeface="Cabin"/>
                <a:sym typeface="Cabin"/>
                <a:hlinkClick r:id="rId3"/>
              </a:rPr>
              <a:t>http://en.wikipedia.org/wiki/Web_services</a:t>
            </a:r>
          </a:p>
        </p:txBody>
      </p:sp>
    </p:spTree>
  </p:cSld>
  <p:clrMapOvr>
    <a:masterClrMapping/>
  </p:clrMapOvr>
  <p:transition spd="slow">
    <p:cu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Shape 537"/>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Application Program Interface</a:t>
            </a:r>
          </a:p>
        </p:txBody>
      </p:sp>
      <p:sp>
        <p:nvSpPr>
          <p:cNvPr id="538" name="Shape 538"/>
          <p:cNvSpPr txBox="1"/>
          <p:nvPr/>
        </p:nvSpPr>
        <p:spPr>
          <a:xfrm>
            <a:off x="4916375" y="8191500"/>
            <a:ext cx="68414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sng" strike="noStrike" cap="none" baseline="0">
                <a:solidFill>
                  <a:srgbClr val="00FFFF"/>
                </a:solidFill>
                <a:latin typeface="Cabin"/>
                <a:ea typeface="Cabin"/>
                <a:cs typeface="Cabin"/>
                <a:sym typeface="Cabin"/>
                <a:hlinkClick r:id="rId3"/>
              </a:rPr>
              <a:t>http://en.wikipedia.org/wiki/API</a:t>
            </a:r>
          </a:p>
        </p:txBody>
      </p:sp>
      <p:sp>
        <p:nvSpPr>
          <p:cNvPr id="539" name="Shape 539"/>
          <p:cNvSpPr txBox="1"/>
          <p:nvPr/>
        </p:nvSpPr>
        <p:spPr>
          <a:xfrm>
            <a:off x="32423100" y="4254500"/>
            <a:ext cx="922337"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b="0" i="0" u="none" strike="noStrike" cap="none" baseline="0">
                <a:solidFill>
                  <a:schemeClr val="lt1"/>
                </a:solidFill>
                <a:latin typeface="Cabin"/>
                <a:ea typeface="Cabin"/>
                <a:cs typeface="Cabin"/>
                <a:sym typeface="Cabin"/>
              </a:rPr>
              <a:t>Text</a:t>
            </a:r>
          </a:p>
        </p:txBody>
      </p:sp>
      <p:sp>
        <p:nvSpPr>
          <p:cNvPr id="540" name="Shape 540"/>
          <p:cNvSpPr txBox="1"/>
          <p:nvPr/>
        </p:nvSpPr>
        <p:spPr>
          <a:xfrm>
            <a:off x="2155825" y="3486150"/>
            <a:ext cx="12560299" cy="28956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900" b="0" i="1" u="none" strike="noStrike" cap="none" baseline="0">
                <a:solidFill>
                  <a:srgbClr val="FFFF00"/>
                </a:solidFill>
                <a:latin typeface="Cabin"/>
                <a:ea typeface="Cabin"/>
                <a:cs typeface="Cabin"/>
                <a:sym typeface="Cabin"/>
              </a:rPr>
              <a:t>The API itself is largely abstract in that it specifies an interface and controls the behavior of the objects specified in that interface. The software that provides the functionality described by an API is said to be an </a:t>
            </a:r>
            <a:r>
              <a:rPr lang="en-US" sz="3900" b="0" i="1" u="none" strike="noStrike" cap="none" baseline="0">
                <a:solidFill>
                  <a:srgbClr val="FFFF00"/>
                </a:solidFill>
                <a:latin typeface="Arial"/>
                <a:ea typeface="Arial"/>
                <a:cs typeface="Arial"/>
                <a:sym typeface="Arial"/>
              </a:rPr>
              <a:t>“</a:t>
            </a:r>
            <a:r>
              <a:rPr lang="en-US" sz="3900" b="0" i="1" u="none" strike="noStrike" cap="none" baseline="0">
                <a:solidFill>
                  <a:srgbClr val="FFFF00"/>
                </a:solidFill>
                <a:latin typeface="Cabin"/>
                <a:ea typeface="Cabin"/>
                <a:cs typeface="Cabin"/>
                <a:sym typeface="Cabin"/>
              </a:rPr>
              <a:t>implementation</a:t>
            </a:r>
            <a:r>
              <a:rPr lang="en-US" sz="3900" b="0" i="1" u="none" strike="noStrike" cap="none" baseline="0">
                <a:solidFill>
                  <a:srgbClr val="FFFF00"/>
                </a:solidFill>
                <a:latin typeface="Arial"/>
                <a:ea typeface="Arial"/>
                <a:cs typeface="Arial"/>
                <a:sym typeface="Arial"/>
              </a:rPr>
              <a:t>”</a:t>
            </a:r>
            <a:r>
              <a:rPr lang="en-US" sz="3900" b="0" i="1" u="none" strike="noStrike" cap="none" baseline="0">
                <a:solidFill>
                  <a:srgbClr val="FFFF00"/>
                </a:solidFill>
                <a:latin typeface="Cabin"/>
                <a:ea typeface="Cabin"/>
                <a:cs typeface="Cabin"/>
                <a:sym typeface="Cabin"/>
              </a:rPr>
              <a:t> of the API.   An API is typically defined in terms of the programming language used to build an application. </a:t>
            </a:r>
          </a:p>
        </p:txBody>
      </p:sp>
    </p:spTree>
  </p:cSld>
  <p:clrMapOvr>
    <a:masterClrMapping/>
  </p:clrMapOvr>
  <p:transition spd="slow">
    <p:cu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Shape 545"/>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b="0" i="0" u="none" strike="noStrike" cap="none" baseline="0">
                <a:solidFill>
                  <a:srgbClr val="00FF00"/>
                </a:solidFill>
                <a:latin typeface="Cabin"/>
                <a:ea typeface="Cabin"/>
                <a:cs typeface="Cabin"/>
                <a:sym typeface="Cabin"/>
              </a:rPr>
              <a:t>Web Service Technologies</a:t>
            </a:r>
          </a:p>
        </p:txBody>
      </p:sp>
      <p:sp>
        <p:nvSpPr>
          <p:cNvPr id="546" name="Shape 546"/>
          <p:cNvSpPr txBox="1">
            <a:spLocks noGrp="1"/>
          </p:cNvSpPr>
          <p:nvPr>
            <p:ph type="body" idx="1"/>
          </p:nvPr>
        </p:nvSpPr>
        <p:spPr>
          <a:xfrm>
            <a:off x="1155700" y="2603500"/>
            <a:ext cx="13931900" cy="5003800"/>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1000"/>
              </a:spcAft>
              <a:buSzPct val="100000"/>
            </a:pPr>
            <a:r>
              <a:rPr lang="en-US" sz="3600" b="0" i="0" u="none" strike="noStrike" cap="none" baseline="0">
                <a:solidFill>
                  <a:schemeClr val="lt1"/>
                </a:solidFill>
                <a:latin typeface="Cabin"/>
                <a:ea typeface="Cabin"/>
                <a:cs typeface="Cabin"/>
                <a:sym typeface="Cabin"/>
              </a:rPr>
              <a:t>SOAP - Simple Object Access Protocol (software)</a:t>
            </a:r>
          </a:p>
          <a:p>
            <a:pPr marL="914400" marR="0" lvl="1" indent="-228600" algn="l" rtl="0">
              <a:lnSpc>
                <a:spcPct val="100000"/>
              </a:lnSpc>
              <a:spcBef>
                <a:spcPts val="3500"/>
              </a:spcBef>
              <a:spcAft>
                <a:spcPts val="1000"/>
              </a:spcAft>
              <a:buSzPct val="100000"/>
            </a:pPr>
            <a:r>
              <a:rPr lang="en-US" sz="3600" b="0" i="0" u="none" strike="noStrike" cap="none" baseline="0">
                <a:solidFill>
                  <a:schemeClr val="lt1"/>
                </a:solidFill>
                <a:latin typeface="Cabin"/>
                <a:ea typeface="Cabin"/>
                <a:cs typeface="Cabin"/>
                <a:sym typeface="Cabin"/>
              </a:rPr>
              <a:t>Remote programs/code which we use over the network</a:t>
            </a:r>
          </a:p>
          <a:p>
            <a:pPr marL="914400" marR="0" lvl="1" indent="-228600" algn="l" rtl="0">
              <a:lnSpc>
                <a:spcPct val="100000"/>
              </a:lnSpc>
              <a:spcBef>
                <a:spcPts val="3500"/>
              </a:spcBef>
              <a:spcAft>
                <a:spcPts val="1000"/>
              </a:spcAft>
              <a:buSzPct val="100000"/>
            </a:pPr>
            <a:r>
              <a:rPr lang="en-US" sz="3600" b="0" i="0" u="none" strike="noStrike" cap="none" baseline="0">
                <a:solidFill>
                  <a:schemeClr val="lt1"/>
                </a:solidFill>
                <a:latin typeface="Cabin"/>
                <a:ea typeface="Cabin"/>
                <a:cs typeface="Cabin"/>
                <a:sym typeface="Cabin"/>
              </a:rPr>
              <a:t>Note: Dr. Chuck does not like SOAP because it is overly complex</a:t>
            </a:r>
          </a:p>
          <a:p>
            <a:pPr marL="457200" marR="0" lvl="0" indent="-228600" algn="l" rtl="0">
              <a:lnSpc>
                <a:spcPct val="100000"/>
              </a:lnSpc>
              <a:spcBef>
                <a:spcPts val="3500"/>
              </a:spcBef>
              <a:spcAft>
                <a:spcPts val="1000"/>
              </a:spcAft>
              <a:buSzPct val="100000"/>
            </a:pPr>
            <a:r>
              <a:rPr lang="en-US" sz="3600" b="0" i="0" u="none" strike="noStrike" cap="none" baseline="0">
                <a:solidFill>
                  <a:schemeClr val="lt1"/>
                </a:solidFill>
                <a:latin typeface="Cabin"/>
                <a:ea typeface="Cabin"/>
                <a:cs typeface="Cabin"/>
                <a:sym typeface="Cabin"/>
              </a:rPr>
              <a:t>REST - Representational State Transfer (resource focused)</a:t>
            </a:r>
          </a:p>
          <a:p>
            <a:pPr marL="914400" marR="0" lvl="1" indent="-228600" algn="l" rtl="0">
              <a:lnSpc>
                <a:spcPct val="100000"/>
              </a:lnSpc>
              <a:spcBef>
                <a:spcPts val="3500"/>
              </a:spcBef>
              <a:spcAft>
                <a:spcPts val="1000"/>
              </a:spcAft>
              <a:buSzPct val="100000"/>
            </a:pPr>
            <a:r>
              <a:rPr lang="en-US" sz="3600" b="0" i="0" u="none" strike="noStrike" cap="none" baseline="0">
                <a:solidFill>
                  <a:schemeClr val="lt1"/>
                </a:solidFill>
                <a:latin typeface="Cabin"/>
                <a:ea typeface="Cabin"/>
                <a:cs typeface="Cabin"/>
                <a:sym typeface="Cabin"/>
              </a:rPr>
              <a:t>Remote resources which we create, read, update and delete remotely</a:t>
            </a:r>
          </a:p>
        </p:txBody>
      </p:sp>
      <p:sp>
        <p:nvSpPr>
          <p:cNvPr id="547" name="Shape 547"/>
          <p:cNvSpPr txBox="1"/>
          <p:nvPr/>
        </p:nvSpPr>
        <p:spPr>
          <a:xfrm>
            <a:off x="3340100" y="7721600"/>
            <a:ext cx="102531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sng" strike="noStrike" cap="none" baseline="0">
                <a:solidFill>
                  <a:srgbClr val="FFFF00"/>
                </a:solidFill>
                <a:latin typeface="Cabin"/>
                <a:ea typeface="Cabin"/>
                <a:cs typeface="Cabin"/>
                <a:sym typeface="Cabin"/>
                <a:hlinkClick r:id="rId3"/>
              </a:rPr>
              <a:t>http://en.wikipedia.org/wiki/SOAP_(protocol)</a:t>
            </a:r>
          </a:p>
        </p:txBody>
      </p:sp>
      <p:sp>
        <p:nvSpPr>
          <p:cNvPr id="548" name="Shape 548"/>
          <p:cNvSpPr txBox="1"/>
          <p:nvPr/>
        </p:nvSpPr>
        <p:spPr>
          <a:xfrm>
            <a:off x="4567700" y="8280400"/>
            <a:ext cx="80918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sng" strike="noStrike" cap="none" baseline="0">
                <a:solidFill>
                  <a:srgbClr val="FFFF00"/>
                </a:solidFill>
                <a:latin typeface="Cabin"/>
                <a:ea typeface="Cabin"/>
                <a:cs typeface="Cabin"/>
                <a:sym typeface="Cabin"/>
                <a:hlinkClick r:id="rId4"/>
              </a:rPr>
              <a:t>http://en.wikipedia.org/wiki/REST</a:t>
            </a:r>
          </a:p>
        </p:txBody>
      </p:sp>
    </p:spTree>
  </p:cSld>
  <p:clrMapOvr>
    <a:masterClrMapping/>
  </p:clrMapOvr>
  <p:transition spd="slow">
    <p:cu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Shape 553"/>
          <p:cNvSpPr txBox="1"/>
          <p:nvPr/>
        </p:nvSpPr>
        <p:spPr>
          <a:xfrm>
            <a:off x="1513700" y="8343900"/>
            <a:ext cx="132260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sng" strike="noStrike" cap="none" baseline="0">
                <a:solidFill>
                  <a:srgbClr val="FFFF00"/>
                </a:solidFill>
                <a:latin typeface="Cabin"/>
                <a:ea typeface="Cabin"/>
                <a:cs typeface="Cabin"/>
                <a:sym typeface="Cabin"/>
                <a:hlinkClick r:id="rId3"/>
              </a:rPr>
              <a:t>https://developers.google.com/maps/documentation/geocoding/</a:t>
            </a:r>
          </a:p>
        </p:txBody>
      </p:sp>
      <p:pic>
        <p:nvPicPr>
          <p:cNvPr id="554" name="Shape 554"/>
          <p:cNvPicPr preferRelativeResize="0"/>
          <p:nvPr/>
        </p:nvPicPr>
        <p:blipFill rotWithShape="1">
          <a:blip r:embed="rId4">
            <a:alphaModFix/>
          </a:blip>
          <a:srcRect/>
          <a:stretch/>
        </p:blipFill>
        <p:spPr>
          <a:xfrm>
            <a:off x="2324100" y="138111"/>
            <a:ext cx="11610975" cy="8242300"/>
          </a:xfrm>
          <a:prstGeom prst="rect">
            <a:avLst/>
          </a:prstGeom>
          <a:noFill/>
          <a:ln>
            <a:noFill/>
          </a:ln>
        </p:spPr>
      </p:pic>
    </p:spTree>
  </p:cSld>
  <p:clrMapOvr>
    <a:masterClrMapping/>
  </p:clrMapOvr>
  <p:transition spd="slow">
    <p:cu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Shape 559"/>
          <p:cNvSpPr txBox="1"/>
          <p:nvPr/>
        </p:nvSpPr>
        <p:spPr>
          <a:xfrm>
            <a:off x="596900" y="330200"/>
            <a:ext cx="14668500" cy="84835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"status": "OK",</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"results": [</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"geometry": {</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"location_type": "APPROXIMATE",</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"location": {</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"lat": 42.2808256,</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"lng": -83.7430378</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"address_components": [</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"long_name": "Ann Arbor",</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"types": [</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"locality",</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"political"</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"short_name": "Ann Arbor"</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"formatted_address": "Ann Arbor, MI, USA",</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"types": [</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"locality",</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"political"</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a:t>
            </a:r>
          </a:p>
        </p:txBody>
      </p:sp>
      <p:sp>
        <p:nvSpPr>
          <p:cNvPr id="560" name="Shape 560"/>
          <p:cNvSpPr txBox="1"/>
          <p:nvPr/>
        </p:nvSpPr>
        <p:spPr>
          <a:xfrm>
            <a:off x="13272825" y="8178800"/>
            <a:ext cx="26654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geojson.py</a:t>
            </a:r>
          </a:p>
        </p:txBody>
      </p:sp>
      <p:sp>
        <p:nvSpPr>
          <p:cNvPr id="561" name="Shape 561"/>
          <p:cNvSpPr txBox="1"/>
          <p:nvPr/>
        </p:nvSpPr>
        <p:spPr>
          <a:xfrm>
            <a:off x="7574025" y="422750"/>
            <a:ext cx="7947300" cy="8637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2600" b="0" i="0" u="none" strike="noStrike" cap="none" baseline="0">
                <a:solidFill>
                  <a:srgbClr val="FF00FF"/>
                </a:solidFill>
                <a:latin typeface="Cabin"/>
                <a:ea typeface="Cabin"/>
                <a:cs typeface="Cabin"/>
                <a:sym typeface="Cabin"/>
              </a:rPr>
              <a:t>http://maps.googleapis.com/maps/api/geocode/json?sensor=false&amp;address=Ann+Arbor%2C+MI</a:t>
            </a:r>
          </a:p>
        </p:txBody>
      </p:sp>
    </p:spTree>
  </p:cSld>
  <p:clrMapOvr>
    <a:masterClrMapping/>
  </p:clrMapOvr>
  <p:transition spd="slow">
    <p:cu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Shape 566"/>
          <p:cNvSpPr txBox="1"/>
          <p:nvPr/>
        </p:nvSpPr>
        <p:spPr>
          <a:xfrm>
            <a:off x="596900" y="330200"/>
            <a:ext cx="14668500" cy="84836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import urllib</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import json</a:t>
            </a:r>
          </a:p>
          <a:p>
            <a:pPr marL="0" marR="0" lvl="0" indent="0" algn="ctr" rtl="0">
              <a:lnSpc>
                <a:spcPct val="100000"/>
              </a:lnSpc>
              <a:spcBef>
                <a:spcPts val="0"/>
              </a:spcBef>
              <a:spcAft>
                <a:spcPts val="0"/>
              </a:spcAft>
              <a:buNone/>
            </a:pPr>
            <a:endParaRPr sz="1900" b="1" i="0" u="none" strike="noStrike" cap="none" baseline="0">
              <a:solidFill>
                <a:schemeClr val="lt1"/>
              </a:solidFill>
              <a:latin typeface="Courier New"/>
              <a:ea typeface="Courier New"/>
              <a:cs typeface="Courier New"/>
              <a:sym typeface="Courier New"/>
            </a:endParaRP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serviceurl = 'http://maps.googleapis.com/maps/api/geocode/json?'</a:t>
            </a:r>
          </a:p>
          <a:p>
            <a:pPr marL="0" marR="0" lvl="0" indent="0" algn="ctr" rtl="0">
              <a:lnSpc>
                <a:spcPct val="100000"/>
              </a:lnSpc>
              <a:spcBef>
                <a:spcPts val="0"/>
              </a:spcBef>
              <a:spcAft>
                <a:spcPts val="0"/>
              </a:spcAft>
              <a:buNone/>
            </a:pPr>
            <a:endParaRPr sz="1900" b="1" i="0" u="none" strike="noStrike" cap="none" baseline="0">
              <a:solidFill>
                <a:schemeClr val="lt1"/>
              </a:solidFill>
              <a:latin typeface="Courier New"/>
              <a:ea typeface="Courier New"/>
              <a:cs typeface="Courier New"/>
              <a:sym typeface="Courier New"/>
            </a:endParaRP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while True:</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address = raw_input('Enter location: ')</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if len(address) &lt; 1 : break</a:t>
            </a:r>
          </a:p>
          <a:p>
            <a:pPr marL="0" marR="0" lvl="0" indent="0" algn="ctr" rtl="0">
              <a:lnSpc>
                <a:spcPct val="100000"/>
              </a:lnSpc>
              <a:spcBef>
                <a:spcPts val="0"/>
              </a:spcBef>
              <a:spcAft>
                <a:spcPts val="0"/>
              </a:spcAft>
              <a:buNone/>
            </a:pPr>
            <a:endParaRPr sz="1900" b="1" i="0" u="none" strike="noStrike" cap="none" baseline="0">
              <a:solidFill>
                <a:schemeClr val="lt1"/>
              </a:solidFill>
              <a:latin typeface="Courier New"/>
              <a:ea typeface="Courier New"/>
              <a:cs typeface="Courier New"/>
              <a:sym typeface="Courier New"/>
            </a:endParaRP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url = serviceurl + urllib.urlencode({'sensor':'false',</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'address': address})</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print 'Retrieving', url</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uh = urllib.urlopen(url)</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data = uh.read()</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print 'Retrieved',len(data),'characters'</a:t>
            </a:r>
          </a:p>
          <a:p>
            <a:pPr marL="0" marR="0" lvl="0" indent="0" algn="ctr" rtl="0">
              <a:lnSpc>
                <a:spcPct val="100000"/>
              </a:lnSpc>
              <a:spcBef>
                <a:spcPts val="0"/>
              </a:spcBef>
              <a:spcAft>
                <a:spcPts val="0"/>
              </a:spcAft>
              <a:buNone/>
            </a:pPr>
            <a:endParaRPr sz="1900" b="1" i="0" u="none" strike="noStrike" cap="none" baseline="0">
              <a:solidFill>
                <a:schemeClr val="lt1"/>
              </a:solidFill>
              <a:latin typeface="Courier New"/>
              <a:ea typeface="Courier New"/>
              <a:cs typeface="Courier New"/>
              <a:sym typeface="Courier New"/>
            </a:endParaRP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try: js = json.loads(str(data))</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except: js = None</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if 'status' not in js or js['status'] != 'OK':</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print '==== Failure To Retrieve ===='</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print data</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continue</a:t>
            </a:r>
          </a:p>
          <a:p>
            <a:pPr marL="0" marR="0" lvl="0" indent="0" algn="ctr" rtl="0">
              <a:lnSpc>
                <a:spcPct val="100000"/>
              </a:lnSpc>
              <a:spcBef>
                <a:spcPts val="0"/>
              </a:spcBef>
              <a:spcAft>
                <a:spcPts val="0"/>
              </a:spcAft>
              <a:buNone/>
            </a:pPr>
            <a:endParaRPr sz="1900" b="1" i="0" u="none" strike="noStrike" cap="none" baseline="0">
              <a:solidFill>
                <a:schemeClr val="lt1"/>
              </a:solidFill>
              <a:latin typeface="Courier New"/>
              <a:ea typeface="Courier New"/>
              <a:cs typeface="Courier New"/>
              <a:sym typeface="Courier New"/>
            </a:endParaRP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print json.dumps(js, indent=4)</a:t>
            </a:r>
          </a:p>
          <a:p>
            <a:pPr marL="0" marR="0" lvl="0" indent="0" algn="ctr" rtl="0">
              <a:lnSpc>
                <a:spcPct val="100000"/>
              </a:lnSpc>
              <a:spcBef>
                <a:spcPts val="0"/>
              </a:spcBef>
              <a:spcAft>
                <a:spcPts val="0"/>
              </a:spcAft>
              <a:buNone/>
            </a:pPr>
            <a:endParaRPr sz="1900" b="1" i="0" u="none" strike="noStrike" cap="none" baseline="0">
              <a:solidFill>
                <a:schemeClr val="lt1"/>
              </a:solidFill>
              <a:latin typeface="Courier New"/>
              <a:ea typeface="Courier New"/>
              <a:cs typeface="Courier New"/>
              <a:sym typeface="Courier New"/>
            </a:endParaRP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lat = js["results"][0]["geometry"]["location"]["lat"]</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lng = js["results"][0]["geometry"]["location"]["lng"]</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print 'lat',lat,'lng',lng</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location = js['results'][0]['formatted_address']</a:t>
            </a:r>
          </a:p>
          <a:p>
            <a:pPr marL="0" marR="0" lvl="0" indent="0" algn="l" rtl="0">
              <a:lnSpc>
                <a:spcPct val="100000"/>
              </a:lnSpc>
              <a:spcBef>
                <a:spcPts val="0"/>
              </a:spcBef>
              <a:spcAft>
                <a:spcPts val="0"/>
              </a:spcAft>
              <a:buClr>
                <a:schemeClr val="lt1"/>
              </a:buClr>
              <a:buSzPct val="25000"/>
              <a:buFont typeface="Courier New"/>
              <a:buNone/>
            </a:pPr>
            <a:r>
              <a:rPr lang="en-US" sz="1900" b="1" i="0" u="none" strike="noStrike" cap="none" baseline="0">
                <a:solidFill>
                  <a:schemeClr val="lt1"/>
                </a:solidFill>
                <a:latin typeface="Courier New"/>
                <a:ea typeface="Courier New"/>
                <a:cs typeface="Courier New"/>
                <a:sym typeface="Courier New"/>
              </a:rPr>
              <a:t>    print location</a:t>
            </a:r>
          </a:p>
        </p:txBody>
      </p:sp>
      <p:sp>
        <p:nvSpPr>
          <p:cNvPr id="567" name="Shape 567"/>
          <p:cNvSpPr txBox="1"/>
          <p:nvPr/>
        </p:nvSpPr>
        <p:spPr>
          <a:xfrm>
            <a:off x="13272825" y="8178800"/>
            <a:ext cx="26657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b="0" i="0" u="none" strike="noStrike" cap="none" baseline="0">
                <a:solidFill>
                  <a:srgbClr val="FFFF00"/>
                </a:solidFill>
                <a:latin typeface="Cabin"/>
                <a:ea typeface="Cabin"/>
                <a:cs typeface="Cabin"/>
                <a:sym typeface="Cabin"/>
              </a:rPr>
              <a:t>geojson.py</a:t>
            </a:r>
          </a:p>
        </p:txBody>
      </p:sp>
      <p:sp>
        <p:nvSpPr>
          <p:cNvPr id="568" name="Shape 568"/>
          <p:cNvSpPr txBox="1"/>
          <p:nvPr/>
        </p:nvSpPr>
        <p:spPr>
          <a:xfrm>
            <a:off x="9959350" y="481250"/>
            <a:ext cx="6161999" cy="23876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2600" b="0" i="0" u="none" strike="noStrike" cap="none" baseline="0">
                <a:solidFill>
                  <a:srgbClr val="FF00FF"/>
                </a:solidFill>
                <a:latin typeface="Cabin"/>
                <a:ea typeface="Cabin"/>
                <a:cs typeface="Cabin"/>
                <a:sym typeface="Cabin"/>
              </a:rPr>
              <a:t>Enter location: Ann Arbor, MI</a:t>
            </a:r>
          </a:p>
          <a:p>
            <a:pPr marL="0" marR="0" lvl="0" indent="0" algn="l" rtl="0">
              <a:lnSpc>
                <a:spcPct val="100000"/>
              </a:lnSpc>
              <a:spcBef>
                <a:spcPts val="0"/>
              </a:spcBef>
              <a:spcAft>
                <a:spcPts val="0"/>
              </a:spcAft>
              <a:buClr>
                <a:srgbClr val="FF00FF"/>
              </a:buClr>
              <a:buSzPct val="25000"/>
              <a:buFont typeface="Cabin"/>
              <a:buNone/>
            </a:pPr>
            <a:r>
              <a:rPr lang="en-US" sz="2600" b="0" i="0" u="none" strike="noStrike" cap="none" baseline="0">
                <a:solidFill>
                  <a:srgbClr val="FF00FF"/>
                </a:solidFill>
                <a:latin typeface="Cabin"/>
                <a:ea typeface="Cabin"/>
                <a:cs typeface="Cabin"/>
                <a:sym typeface="Cabin"/>
              </a:rPr>
              <a:t>Retrieving http://maps.googleapis.com/...</a:t>
            </a:r>
          </a:p>
          <a:p>
            <a:pPr marL="0" marR="0" lvl="0" indent="0" algn="l" rtl="0">
              <a:lnSpc>
                <a:spcPct val="100000"/>
              </a:lnSpc>
              <a:spcBef>
                <a:spcPts val="0"/>
              </a:spcBef>
              <a:spcAft>
                <a:spcPts val="0"/>
              </a:spcAft>
              <a:buClr>
                <a:srgbClr val="FF00FF"/>
              </a:buClr>
              <a:buSzPct val="25000"/>
              <a:buFont typeface="Cabin"/>
              <a:buNone/>
            </a:pPr>
            <a:r>
              <a:rPr lang="en-US" sz="2600" b="0" i="0" u="none" strike="noStrike" cap="none" baseline="0">
                <a:solidFill>
                  <a:srgbClr val="FF00FF"/>
                </a:solidFill>
                <a:latin typeface="Cabin"/>
                <a:ea typeface="Cabin"/>
                <a:cs typeface="Cabin"/>
                <a:sym typeface="Cabin"/>
              </a:rPr>
              <a:t>Retrieved 1669 characters</a:t>
            </a:r>
          </a:p>
          <a:p>
            <a:pPr marL="0" marR="0" lvl="0" indent="0" algn="l" rtl="0">
              <a:lnSpc>
                <a:spcPct val="100000"/>
              </a:lnSpc>
              <a:spcBef>
                <a:spcPts val="0"/>
              </a:spcBef>
              <a:spcAft>
                <a:spcPts val="0"/>
              </a:spcAft>
              <a:buClr>
                <a:srgbClr val="FF00FF"/>
              </a:buClr>
              <a:buSzPct val="25000"/>
              <a:buFont typeface="Cabin"/>
              <a:buNone/>
            </a:pPr>
            <a:r>
              <a:rPr lang="en-US" sz="2600" b="0" i="0" u="none" strike="noStrike" cap="none" baseline="0">
                <a:solidFill>
                  <a:srgbClr val="FF00FF"/>
                </a:solidFill>
                <a:latin typeface="Cabin"/>
                <a:ea typeface="Cabin"/>
                <a:cs typeface="Cabin"/>
                <a:sym typeface="Cabin"/>
              </a:rPr>
              <a:t>lat 42.2808256 lng -83.7430378</a:t>
            </a:r>
          </a:p>
          <a:p>
            <a:pPr marL="0" marR="0" lvl="0" indent="0" algn="l" rtl="0">
              <a:lnSpc>
                <a:spcPct val="100000"/>
              </a:lnSpc>
              <a:spcBef>
                <a:spcPts val="0"/>
              </a:spcBef>
              <a:spcAft>
                <a:spcPts val="0"/>
              </a:spcAft>
              <a:buClr>
                <a:srgbClr val="FF00FF"/>
              </a:buClr>
              <a:buSzPct val="25000"/>
              <a:buFont typeface="Cabin"/>
              <a:buNone/>
            </a:pPr>
            <a:r>
              <a:rPr lang="en-US" sz="2600" b="0" i="0" u="none" strike="noStrike" cap="none" baseline="0">
                <a:solidFill>
                  <a:srgbClr val="FF00FF"/>
                </a:solidFill>
                <a:latin typeface="Cabin"/>
                <a:ea typeface="Cabin"/>
                <a:cs typeface="Cabin"/>
                <a:sym typeface="Cabin"/>
              </a:rPr>
              <a:t>Ann Arbor, MI, USA</a:t>
            </a:r>
          </a:p>
          <a:p>
            <a:pPr marL="0" marR="0" lvl="0" indent="0" algn="l" rtl="0">
              <a:lnSpc>
                <a:spcPct val="100000"/>
              </a:lnSpc>
              <a:spcBef>
                <a:spcPts val="0"/>
              </a:spcBef>
              <a:spcAft>
                <a:spcPts val="0"/>
              </a:spcAft>
              <a:buClr>
                <a:srgbClr val="FF00FF"/>
              </a:buClr>
              <a:buSzPct val="25000"/>
              <a:buFont typeface="Cabin"/>
              <a:buNone/>
            </a:pPr>
            <a:r>
              <a:rPr lang="en-US" sz="2600" b="0" i="0" u="none" strike="noStrike" cap="none" baseline="0">
                <a:solidFill>
                  <a:srgbClr val="FF00FF"/>
                </a:solidFill>
                <a:latin typeface="Cabin"/>
                <a:ea typeface="Cabin"/>
                <a:cs typeface="Cabin"/>
                <a:sym typeface="Cabin"/>
              </a:rPr>
              <a:t>Enter location:</a:t>
            </a:r>
          </a:p>
        </p:txBody>
      </p:sp>
    </p:spTree>
  </p:cSld>
  <p:clrMapOvr>
    <a:masterClrMapping/>
  </p:clrMapOvr>
  <p:transition spd="slow">
    <p:cu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Shape 573"/>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b="0" i="0" u="none" strike="noStrike" cap="none" baseline="0">
                <a:solidFill>
                  <a:srgbClr val="FF00FF"/>
                </a:solidFill>
                <a:latin typeface="Cabin"/>
                <a:ea typeface="Cabin"/>
                <a:cs typeface="Cabin"/>
                <a:sym typeface="Cabin"/>
              </a:rPr>
              <a:t>API Security and Rate Limiting</a:t>
            </a:r>
          </a:p>
        </p:txBody>
      </p:sp>
      <p:sp>
        <p:nvSpPr>
          <p:cNvPr id="574" name="Shape 574"/>
          <p:cNvSpPr txBox="1">
            <a:spLocks noGrp="1"/>
          </p:cNvSpPr>
          <p:nvPr>
            <p:ph type="body" idx="1"/>
          </p:nvPr>
        </p:nvSpPr>
        <p:spPr>
          <a:xfrm>
            <a:off x="1155700" y="2603500"/>
            <a:ext cx="13931900" cy="5702299"/>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The compute resources to run these APIs are not </a:t>
            </a:r>
            <a:r>
              <a:rPr lang="en-US" sz="3600">
                <a:solidFill>
                  <a:schemeClr val="lt1"/>
                </a:solidFill>
                <a:latin typeface="Cabin"/>
                <a:ea typeface="Cabin"/>
                <a:cs typeface="Cabin"/>
                <a:sym typeface="Cabin"/>
              </a:rPr>
              <a:t>“</a:t>
            </a:r>
            <a:r>
              <a:rPr lang="en-US" sz="3600" b="0" i="0" u="none" strike="noStrike" cap="none" baseline="0">
                <a:solidFill>
                  <a:schemeClr val="lt1"/>
                </a:solidFill>
                <a:latin typeface="Cabin"/>
                <a:ea typeface="Cabin"/>
                <a:cs typeface="Cabin"/>
                <a:sym typeface="Cabin"/>
              </a:rPr>
              <a:t>free</a:t>
            </a:r>
            <a:r>
              <a:rPr lang="en-US" sz="3600">
                <a:solidFill>
                  <a:schemeClr val="lt1"/>
                </a:solidFill>
                <a:latin typeface="Cabin"/>
                <a:ea typeface="Cabin"/>
                <a:cs typeface="Cabin"/>
                <a:sym typeface="Cabin"/>
              </a:rPr>
              <a:t>”</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The data provided by these APIs is usually valuable</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The data providers might limit the number of requests per day, demand an API </a:t>
            </a:r>
            <a:r>
              <a:rPr lang="en-US" sz="3600">
                <a:solidFill>
                  <a:schemeClr val="lt1"/>
                </a:solidFill>
                <a:latin typeface="Cabin"/>
                <a:ea typeface="Cabin"/>
                <a:cs typeface="Cabin"/>
                <a:sym typeface="Cabin"/>
              </a:rPr>
              <a:t>“</a:t>
            </a:r>
            <a:r>
              <a:rPr lang="en-US" sz="3600" b="0" i="0" u="none" strike="noStrike" cap="none" baseline="0">
                <a:solidFill>
                  <a:schemeClr val="lt1"/>
                </a:solidFill>
                <a:latin typeface="Cabin"/>
                <a:ea typeface="Cabin"/>
                <a:cs typeface="Cabin"/>
                <a:sym typeface="Cabin"/>
              </a:rPr>
              <a:t>key</a:t>
            </a:r>
            <a:r>
              <a:rPr lang="en-US" sz="3600">
                <a:solidFill>
                  <a:schemeClr val="lt1"/>
                </a:solidFill>
                <a:latin typeface="Cabin"/>
                <a:ea typeface="Cabin"/>
                <a:cs typeface="Cabin"/>
                <a:sym typeface="Cabin"/>
              </a:rPr>
              <a:t>”,</a:t>
            </a:r>
            <a:r>
              <a:rPr lang="en-US" sz="3600" b="0" i="0" u="none" strike="noStrike" cap="none" baseline="0">
                <a:solidFill>
                  <a:schemeClr val="lt1"/>
                </a:solidFill>
                <a:latin typeface="Cabin"/>
                <a:ea typeface="Cabin"/>
                <a:cs typeface="Cabin"/>
                <a:sym typeface="Cabin"/>
              </a:rPr>
              <a:t> or even charge for usage</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They might change the rules as things progress...</a:t>
            </a:r>
          </a:p>
        </p:txBody>
      </p:sp>
    </p:spTree>
  </p:cSld>
  <p:clrMapOvr>
    <a:masterClrMapping/>
  </p:clrMapOvr>
  <p:transition spd="slow">
    <p:cu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pic>
        <p:nvPicPr>
          <p:cNvPr id="579" name="Shape 579"/>
          <p:cNvPicPr preferRelativeResize="0"/>
          <p:nvPr/>
        </p:nvPicPr>
        <p:blipFill rotWithShape="1">
          <a:blip r:embed="rId3">
            <a:alphaModFix/>
          </a:blip>
          <a:srcRect/>
          <a:stretch/>
        </p:blipFill>
        <p:spPr>
          <a:xfrm>
            <a:off x="800100" y="1231900"/>
            <a:ext cx="14643100" cy="6959599"/>
          </a:xfrm>
          <a:prstGeom prst="rect">
            <a:avLst/>
          </a:prstGeom>
          <a:noFill/>
          <a:ln>
            <a:noFill/>
          </a:ln>
        </p:spPr>
      </p:pic>
    </p:spTree>
  </p:cSld>
  <p:clrMapOvr>
    <a:masterClrMapping/>
  </p:clrMapOvr>
  <p:transition spd="slow">
    <p:cu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pic>
        <p:nvPicPr>
          <p:cNvPr id="584" name="Shape 584"/>
          <p:cNvPicPr preferRelativeResize="0"/>
          <p:nvPr/>
        </p:nvPicPr>
        <p:blipFill rotWithShape="1">
          <a:blip r:embed="rId3">
            <a:alphaModFix/>
          </a:blip>
          <a:srcRect/>
          <a:stretch/>
        </p:blipFill>
        <p:spPr>
          <a:xfrm>
            <a:off x="1941511" y="-1586"/>
            <a:ext cx="12422186" cy="9091612"/>
          </a:xfrm>
          <a:prstGeom prst="rect">
            <a:avLst/>
          </a:prstGeom>
          <a:noFill/>
          <a:ln>
            <a:noFill/>
          </a:ln>
        </p:spPr>
      </p:pic>
    </p:spTree>
  </p:cSld>
  <p:clrMapOvr>
    <a:masterClrMapping/>
  </p:clrMapOvr>
  <p:transition spd="slow">
    <p:cu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pic>
        <p:nvPicPr>
          <p:cNvPr id="589" name="Shape 589"/>
          <p:cNvPicPr preferRelativeResize="0"/>
          <p:nvPr/>
        </p:nvPicPr>
        <p:blipFill rotWithShape="1">
          <a:blip r:embed="rId3">
            <a:alphaModFix/>
          </a:blip>
          <a:srcRect/>
          <a:stretch/>
        </p:blipFill>
        <p:spPr>
          <a:xfrm>
            <a:off x="1916111" y="25400"/>
            <a:ext cx="12422186" cy="9093199"/>
          </a:xfrm>
          <a:prstGeom prst="rect">
            <a:avLst/>
          </a:prstGeom>
          <a:noFill/>
          <a:ln>
            <a:noFill/>
          </a:ln>
        </p:spPr>
      </p:pic>
    </p:spTree>
  </p:cSld>
  <p:clrMapOvr>
    <a:masterClrMapping/>
  </p:clrMapOvr>
  <p:transition spd="slow">
    <p:cu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pic>
        <p:nvPicPr>
          <p:cNvPr id="594" name="Shape 594"/>
          <p:cNvPicPr preferRelativeResize="0"/>
          <p:nvPr/>
        </p:nvPicPr>
        <p:blipFill rotWithShape="1">
          <a:blip r:embed="rId3">
            <a:alphaModFix/>
          </a:blip>
          <a:srcRect/>
          <a:stretch/>
        </p:blipFill>
        <p:spPr>
          <a:xfrm>
            <a:off x="1892300" y="11112"/>
            <a:ext cx="12455524" cy="9118600"/>
          </a:xfrm>
          <a:prstGeom prst="rect">
            <a:avLst/>
          </a:prstGeom>
          <a:noFill/>
          <a:ln>
            <a:noFill/>
          </a:ln>
        </p:spPr>
      </p:pic>
    </p:spTree>
  </p:cSld>
  <p:clrMapOvr>
    <a:masterClrMapping/>
  </p:clrMapOvr>
  <p:transition spd="slow">
    <p:cu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Shape 599"/>
          <p:cNvSpPr txBox="1"/>
          <p:nvPr/>
        </p:nvSpPr>
        <p:spPr>
          <a:xfrm>
            <a:off x="549275" y="247650"/>
            <a:ext cx="14770099" cy="86359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import urllib</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import twurl</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import json</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TWITTER_URL = 'https://api.twitter.com/1.1/friends/list.json'</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while True:</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print ''</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acct = raw_input('Enter Twitter Account:')</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if ( len(acct) &lt; 1 ) : break</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url = </a:t>
            </a:r>
            <a:r>
              <a:rPr lang="en-US" sz="2400" b="0" i="0" u="none" strike="noStrike" cap="none" baseline="0">
                <a:solidFill>
                  <a:srgbClr val="00FF00"/>
                </a:solidFill>
                <a:latin typeface="Courier New"/>
                <a:ea typeface="Courier New"/>
                <a:cs typeface="Courier New"/>
                <a:sym typeface="Courier New"/>
              </a:rPr>
              <a:t>twurl.augment(TWITTER_URL,</a:t>
            </a:r>
          </a:p>
          <a:p>
            <a:pPr marL="0" marR="0" lvl="0" indent="0" algn="l" rtl="0">
              <a:lnSpc>
                <a:spcPct val="100000"/>
              </a:lnSpc>
              <a:spcBef>
                <a:spcPts val="0"/>
              </a:spcBef>
              <a:spcAft>
                <a:spcPts val="0"/>
              </a:spcAft>
              <a:buClr>
                <a:srgbClr val="00FF00"/>
              </a:buClr>
              <a:buSzPct val="25000"/>
              <a:buFont typeface="Courier New"/>
              <a:buNone/>
            </a:pPr>
            <a:r>
              <a:rPr lang="en-US" sz="2400" b="0" i="0" u="none" strike="noStrike" cap="none" baseline="0">
                <a:solidFill>
                  <a:srgbClr val="00FF00"/>
                </a:solidFill>
                <a:latin typeface="Courier New"/>
                <a:ea typeface="Courier New"/>
                <a:cs typeface="Courier New"/>
                <a:sym typeface="Courier New"/>
              </a:rPr>
              <a:t>        {'screen_name': acct, 'count': '5'} )</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print 'Retrieving', url</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connection = urllib.urlopen(url)</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data = connection.read()</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headers = connection.info().dict</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print 'Remaining', headers['x-rate-limit-remaining']</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js = json.loads(data)</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print json.dumps(js, indent=4)</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for u in js['users'] :</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print u['screen_name']</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s = u['status']['text']</a:t>
            </a:r>
          </a:p>
          <a:p>
            <a:pPr marL="0" marR="0" lvl="0" indent="0" algn="l" rtl="0">
              <a:lnSpc>
                <a:spcPct val="100000"/>
              </a:lnSpc>
              <a:spcBef>
                <a:spcPts val="0"/>
              </a:spcBef>
              <a:spcAft>
                <a:spcPts val="0"/>
              </a:spcAft>
              <a:buClr>
                <a:schemeClr val="lt1"/>
              </a:buClr>
              <a:buSzPct val="25000"/>
              <a:buFont typeface="Courier New"/>
              <a:buNone/>
            </a:pPr>
            <a:r>
              <a:rPr lang="en-US" sz="2400" b="0" i="0" u="none" strike="noStrike" cap="none" baseline="0">
                <a:solidFill>
                  <a:schemeClr val="lt1"/>
                </a:solidFill>
                <a:latin typeface="Courier New"/>
                <a:ea typeface="Courier New"/>
                <a:cs typeface="Courier New"/>
                <a:sym typeface="Courier New"/>
              </a:rPr>
              <a:t>        print '  ',s[:50]</a:t>
            </a:r>
          </a:p>
        </p:txBody>
      </p:sp>
      <p:sp>
        <p:nvSpPr>
          <p:cNvPr id="600" name="Shape 600"/>
          <p:cNvSpPr txBox="1"/>
          <p:nvPr/>
        </p:nvSpPr>
        <p:spPr>
          <a:xfrm>
            <a:off x="12265025" y="292100"/>
            <a:ext cx="3530599"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ourier New"/>
              <a:buNone/>
            </a:pPr>
            <a:r>
              <a:rPr lang="en-US" sz="3400" b="0" i="0" u="none" strike="noStrike" cap="none" baseline="0">
                <a:solidFill>
                  <a:srgbClr val="FFFF00"/>
                </a:solidFill>
                <a:latin typeface="Courier New"/>
                <a:ea typeface="Courier New"/>
                <a:cs typeface="Courier New"/>
                <a:sym typeface="Courier New"/>
              </a:rPr>
              <a:t>twitter2.py</a:t>
            </a:r>
          </a:p>
        </p:txBody>
      </p:sp>
    </p:spTree>
  </p:cSld>
  <p:clrMapOvr>
    <a:masterClrMapping/>
  </p:clrMapOvr>
  <p:transition spd="slow">
    <p:cu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sp>
        <p:nvSpPr>
          <p:cNvPr id="605" name="Shape 605"/>
          <p:cNvSpPr txBox="1"/>
          <p:nvPr/>
        </p:nvSpPr>
        <p:spPr>
          <a:xfrm>
            <a:off x="549275" y="44450"/>
            <a:ext cx="14770099" cy="90423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Enter Twitter Account:drchuck</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Retrieving https://api.twitter.com/1.1/friends ...</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Remaining 14</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    "users": [</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            "status": {</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                "text": "@jazzychad I just bought one .__.",</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                 "created_at": "Fri Sep 20 08:36:34 +0000 2013",</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             "location": "San Francisco, California",</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             "screen_name": "leahculver",</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             "name": "Leah Culver",</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            "status": {</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                "text": "RT @WSJ: Big employers like Google ...",</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                 "created_at": "Sat Sep 28 19:36:37 +0000 2013",</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             "location": "Victoria Canada",</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             "screen_name": "_valeriei",</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             "name": "Valerie Irvine",</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     ],</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Leahculver</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   @jazzychad I just bought one .__._</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Valeriei</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   RT @WSJ: Big employers like Google, AT&amp;amp;T are h</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Ericbollens</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   RT @lukew: sneak peek: my LONG take on the good &amp;a</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halherzog </a:t>
            </a:r>
          </a:p>
          <a:p>
            <a:pPr marL="0" marR="0" lvl="0" indent="0" algn="l" rtl="0">
              <a:lnSpc>
                <a:spcPct val="100000"/>
              </a:lnSpc>
              <a:spcBef>
                <a:spcPts val="0"/>
              </a:spcBef>
              <a:spcAft>
                <a:spcPts val="0"/>
              </a:spcAft>
              <a:buClr>
                <a:schemeClr val="lt1"/>
              </a:buClr>
              <a:buSzPct val="25000"/>
              <a:buFont typeface="Courier New"/>
              <a:buNone/>
            </a:pPr>
            <a:r>
              <a:rPr lang="en-US" sz="1800" b="0" i="0" u="none" strike="noStrike" cap="none" baseline="0">
                <a:solidFill>
                  <a:schemeClr val="lt1"/>
                </a:solidFill>
                <a:latin typeface="Courier New"/>
                <a:ea typeface="Courier New"/>
                <a:cs typeface="Courier New"/>
                <a:sym typeface="Courier New"/>
              </a:rPr>
              <a:t>  Learning Objects is 10. We had a cake with the LO,</a:t>
            </a:r>
          </a:p>
        </p:txBody>
      </p:sp>
      <p:sp>
        <p:nvSpPr>
          <p:cNvPr id="606" name="Shape 606"/>
          <p:cNvSpPr txBox="1"/>
          <p:nvPr/>
        </p:nvSpPr>
        <p:spPr>
          <a:xfrm>
            <a:off x="12265025" y="292100"/>
            <a:ext cx="3530599"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ourier New"/>
              <a:buNone/>
            </a:pPr>
            <a:r>
              <a:rPr lang="en-US" sz="3400" b="0" i="0" u="none" strike="noStrike" cap="none" baseline="0">
                <a:solidFill>
                  <a:srgbClr val="FFFF00"/>
                </a:solidFill>
                <a:latin typeface="Courier New"/>
                <a:ea typeface="Courier New"/>
                <a:cs typeface="Courier New"/>
                <a:sym typeface="Courier New"/>
              </a:rPr>
              <a:t>twitter2.py</a:t>
            </a:r>
          </a:p>
        </p:txBody>
      </p:sp>
    </p:spTree>
  </p:cSld>
  <p:clrMapOvr>
    <a:masterClrMapping/>
  </p:clrMapOvr>
  <p:transition spd="slow">
    <p:cu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pic>
        <p:nvPicPr>
          <p:cNvPr id="611" name="Shape 611"/>
          <p:cNvPicPr preferRelativeResize="0"/>
          <p:nvPr/>
        </p:nvPicPr>
        <p:blipFill rotWithShape="1">
          <a:blip r:embed="rId3">
            <a:alphaModFix/>
          </a:blip>
          <a:srcRect/>
          <a:stretch/>
        </p:blipFill>
        <p:spPr>
          <a:xfrm>
            <a:off x="1916111" y="0"/>
            <a:ext cx="12422186" cy="9093199"/>
          </a:xfrm>
          <a:prstGeom prst="rect">
            <a:avLst/>
          </a:prstGeom>
          <a:noFill/>
          <a:ln>
            <a:noFill/>
          </a:ln>
        </p:spPr>
      </p:pic>
    </p:spTree>
  </p:cSld>
  <p:clrMapOvr>
    <a:masterClrMapping/>
  </p:clrMapOvr>
  <p:transition spd="slow">
    <p:cu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pic>
        <p:nvPicPr>
          <p:cNvPr id="616" name="Shape 616"/>
          <p:cNvPicPr preferRelativeResize="0"/>
          <p:nvPr/>
        </p:nvPicPr>
        <p:blipFill rotWithShape="1">
          <a:blip r:embed="rId3">
            <a:alphaModFix/>
          </a:blip>
          <a:srcRect/>
          <a:stretch/>
        </p:blipFill>
        <p:spPr>
          <a:xfrm>
            <a:off x="1916111" y="0"/>
            <a:ext cx="12422186" cy="9093199"/>
          </a:xfrm>
          <a:prstGeom prst="rect">
            <a:avLst/>
          </a:prstGeom>
          <a:noFill/>
          <a:ln>
            <a:noFill/>
          </a:ln>
        </p:spPr>
      </p:pic>
      <p:sp>
        <p:nvSpPr>
          <p:cNvPr id="617" name="Shape 617"/>
          <p:cNvSpPr txBox="1"/>
          <p:nvPr/>
        </p:nvSpPr>
        <p:spPr>
          <a:xfrm>
            <a:off x="1800225" y="4095750"/>
            <a:ext cx="14211300" cy="2832000"/>
          </a:xfrm>
          <a:prstGeom prst="rect">
            <a:avLst/>
          </a:prstGeom>
          <a:solidFill>
            <a:srgbClr val="0000FF"/>
          </a:solid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ourier New"/>
              <a:buNone/>
            </a:pPr>
            <a:r>
              <a:rPr lang="en-US" sz="3600" b="0" i="0" u="none" strike="noStrike" cap="none" baseline="0">
                <a:solidFill>
                  <a:schemeClr val="lt1"/>
                </a:solidFill>
                <a:latin typeface="Courier New"/>
                <a:ea typeface="Courier New"/>
                <a:cs typeface="Courier New"/>
                <a:sym typeface="Courier New"/>
              </a:rPr>
              <a:t>def oauth() :</a:t>
            </a:r>
          </a:p>
          <a:p>
            <a:pPr marL="0" marR="0" lvl="0" indent="0" algn="l" rtl="0">
              <a:lnSpc>
                <a:spcPct val="100000"/>
              </a:lnSpc>
              <a:spcBef>
                <a:spcPts val="0"/>
              </a:spcBef>
              <a:spcAft>
                <a:spcPts val="0"/>
              </a:spcAft>
              <a:buClr>
                <a:schemeClr val="lt1"/>
              </a:buClr>
              <a:buSzPct val="25000"/>
              <a:buFont typeface="Courier New"/>
              <a:buNone/>
            </a:pPr>
            <a:r>
              <a:rPr lang="en-US" sz="3600" b="0" i="0" u="none" strike="noStrike" cap="none" baseline="0">
                <a:solidFill>
                  <a:schemeClr val="lt1"/>
                </a:solidFill>
                <a:latin typeface="Courier New"/>
                <a:ea typeface="Courier New"/>
                <a:cs typeface="Courier New"/>
                <a:sym typeface="Courier New"/>
              </a:rPr>
              <a:t>    return { "consumer_key" : "h7Lu...Ng",</a:t>
            </a:r>
          </a:p>
          <a:p>
            <a:pPr marL="0" marR="0" lvl="0" indent="0" algn="l" rtl="0">
              <a:lnSpc>
                <a:spcPct val="100000"/>
              </a:lnSpc>
              <a:spcBef>
                <a:spcPts val="0"/>
              </a:spcBef>
              <a:spcAft>
                <a:spcPts val="0"/>
              </a:spcAft>
              <a:buClr>
                <a:schemeClr val="lt1"/>
              </a:buClr>
              <a:buSzPct val="25000"/>
              <a:buFont typeface="Courier New"/>
              <a:buNone/>
            </a:pPr>
            <a:r>
              <a:rPr lang="en-US" sz="3600" b="0" i="0" u="none" strike="noStrike" cap="none" baseline="0">
                <a:solidFill>
                  <a:schemeClr val="lt1"/>
                </a:solidFill>
                <a:latin typeface="Courier New"/>
                <a:ea typeface="Courier New"/>
                <a:cs typeface="Courier New"/>
                <a:sym typeface="Courier New"/>
              </a:rPr>
              <a:t>        "consumer_secret" : "dNKenAC3New...mmn7Q",</a:t>
            </a:r>
          </a:p>
          <a:p>
            <a:pPr marL="0" marR="0" lvl="0" indent="0" algn="l" rtl="0">
              <a:lnSpc>
                <a:spcPct val="100000"/>
              </a:lnSpc>
              <a:spcBef>
                <a:spcPts val="0"/>
              </a:spcBef>
              <a:spcAft>
                <a:spcPts val="0"/>
              </a:spcAft>
              <a:buClr>
                <a:schemeClr val="lt1"/>
              </a:buClr>
              <a:buSzPct val="25000"/>
              <a:buFont typeface="Courier New"/>
              <a:buNone/>
            </a:pPr>
            <a:r>
              <a:rPr lang="en-US" sz="3600" b="0" i="0" u="none" strike="noStrike" cap="none" baseline="0">
                <a:solidFill>
                  <a:schemeClr val="lt1"/>
                </a:solidFill>
                <a:latin typeface="Courier New"/>
                <a:ea typeface="Courier New"/>
                <a:cs typeface="Courier New"/>
                <a:sym typeface="Courier New"/>
              </a:rPr>
              <a:t>        "token_key" : "10185562-ein2...P4GEQQOSGI",</a:t>
            </a:r>
          </a:p>
          <a:p>
            <a:pPr marL="0" marR="0" lvl="0" indent="0" algn="l" rtl="0">
              <a:lnSpc>
                <a:spcPct val="100000"/>
              </a:lnSpc>
              <a:spcBef>
                <a:spcPts val="0"/>
              </a:spcBef>
              <a:spcAft>
                <a:spcPts val="0"/>
              </a:spcAft>
              <a:buClr>
                <a:schemeClr val="lt1"/>
              </a:buClr>
              <a:buSzPct val="25000"/>
              <a:buFont typeface="Courier New"/>
              <a:buNone/>
            </a:pPr>
            <a:r>
              <a:rPr lang="en-US" sz="3600" b="0" i="0" u="none" strike="noStrike" cap="none" baseline="0">
                <a:solidFill>
                  <a:schemeClr val="lt1"/>
                </a:solidFill>
                <a:latin typeface="Courier New"/>
                <a:ea typeface="Courier New"/>
                <a:cs typeface="Courier New"/>
                <a:sym typeface="Courier New"/>
              </a:rPr>
              <a:t>        "token_secret" : "H0ycCFemmwyf1...qoIpBo" }</a:t>
            </a:r>
          </a:p>
        </p:txBody>
      </p:sp>
      <p:sp>
        <p:nvSpPr>
          <p:cNvPr id="618" name="Shape 618"/>
          <p:cNvSpPr txBox="1"/>
          <p:nvPr/>
        </p:nvSpPr>
        <p:spPr>
          <a:xfrm>
            <a:off x="13839825" y="4095750"/>
            <a:ext cx="2171700" cy="558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ourier New"/>
              <a:buNone/>
            </a:pPr>
            <a:r>
              <a:rPr lang="en-US" sz="3000" b="0" i="0" u="none" strike="noStrike" cap="none" baseline="0">
                <a:solidFill>
                  <a:srgbClr val="FFFF00"/>
                </a:solidFill>
                <a:latin typeface="Courier New"/>
                <a:ea typeface="Courier New"/>
                <a:cs typeface="Courier New"/>
                <a:sym typeface="Courier New"/>
              </a:rPr>
              <a:t>hidden.py</a:t>
            </a:r>
          </a:p>
        </p:txBody>
      </p:sp>
    </p:spTree>
  </p:cSld>
  <p:clrMapOvr>
    <a:masterClrMapping/>
  </p:clrMapOvr>
  <p:transition spd="slow">
    <p:cu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pic>
        <p:nvPicPr>
          <p:cNvPr id="623" name="Shape 623"/>
          <p:cNvPicPr preferRelativeResize="0"/>
          <p:nvPr/>
        </p:nvPicPr>
        <p:blipFill rotWithShape="1">
          <a:blip r:embed="rId3">
            <a:alphaModFix/>
          </a:blip>
          <a:srcRect/>
          <a:stretch/>
        </p:blipFill>
        <p:spPr>
          <a:xfrm>
            <a:off x="1935161" y="-1586"/>
            <a:ext cx="12422186" cy="9091612"/>
          </a:xfrm>
          <a:prstGeom prst="rect">
            <a:avLst/>
          </a:prstGeom>
          <a:noFill/>
          <a:ln>
            <a:noFill/>
          </a:ln>
        </p:spPr>
      </p:pic>
    </p:spTree>
  </p:cSld>
  <p:clrMapOvr>
    <a:masterClrMapping/>
  </p:clrMapOvr>
  <p:transition spd="slow">
    <p:cu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Shape 628"/>
          <p:cNvSpPr txBox="1"/>
          <p:nvPr/>
        </p:nvSpPr>
        <p:spPr>
          <a:xfrm>
            <a:off x="409575" y="539750"/>
            <a:ext cx="18478500" cy="43942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ourier New"/>
              <a:buNone/>
            </a:pPr>
            <a:r>
              <a:rPr lang="en-US" sz="2200" b="0" i="0" u="none" strike="noStrike" cap="none" baseline="0">
                <a:solidFill>
                  <a:schemeClr val="lt1"/>
                </a:solidFill>
                <a:latin typeface="Courier New"/>
                <a:ea typeface="Courier New"/>
                <a:cs typeface="Courier New"/>
                <a:sym typeface="Courier New"/>
              </a:rPr>
              <a:t>import urllib</a:t>
            </a:r>
          </a:p>
          <a:p>
            <a:pPr marL="0" marR="0" lvl="0" indent="0" algn="l" rtl="0">
              <a:lnSpc>
                <a:spcPct val="100000"/>
              </a:lnSpc>
              <a:spcBef>
                <a:spcPts val="0"/>
              </a:spcBef>
              <a:spcAft>
                <a:spcPts val="0"/>
              </a:spcAft>
              <a:buClr>
                <a:schemeClr val="lt1"/>
              </a:buClr>
              <a:buSzPct val="25000"/>
              <a:buFont typeface="Courier New"/>
              <a:buNone/>
            </a:pPr>
            <a:r>
              <a:rPr lang="en-US" sz="2200" b="0" i="0" u="none" strike="noStrike" cap="none" baseline="0">
                <a:solidFill>
                  <a:schemeClr val="lt1"/>
                </a:solidFill>
                <a:latin typeface="Courier New"/>
                <a:ea typeface="Courier New"/>
                <a:cs typeface="Courier New"/>
                <a:sym typeface="Courier New"/>
              </a:rPr>
              <a:t>import oauth</a:t>
            </a:r>
          </a:p>
          <a:p>
            <a:pPr marL="0" marR="0" lvl="0" indent="0" algn="l" rtl="0">
              <a:lnSpc>
                <a:spcPct val="100000"/>
              </a:lnSpc>
              <a:spcBef>
                <a:spcPts val="0"/>
              </a:spcBef>
              <a:spcAft>
                <a:spcPts val="0"/>
              </a:spcAft>
              <a:buClr>
                <a:schemeClr val="lt1"/>
              </a:buClr>
              <a:buSzPct val="25000"/>
              <a:buFont typeface="Courier New"/>
              <a:buNone/>
            </a:pPr>
            <a:r>
              <a:rPr lang="en-US" sz="2200" b="0" i="0" u="none" strike="noStrike" cap="none" baseline="0">
                <a:solidFill>
                  <a:schemeClr val="lt1"/>
                </a:solidFill>
                <a:latin typeface="Courier New"/>
                <a:ea typeface="Courier New"/>
                <a:cs typeface="Courier New"/>
                <a:sym typeface="Courier New"/>
              </a:rPr>
              <a:t>import hidden</a:t>
            </a:r>
          </a:p>
          <a:p>
            <a:pPr marL="0" marR="0" lvl="0" indent="0" algn="ctr" rtl="0">
              <a:lnSpc>
                <a:spcPct val="100000"/>
              </a:lnSpc>
              <a:spcBef>
                <a:spcPts val="0"/>
              </a:spcBef>
              <a:spcAft>
                <a:spcPts val="0"/>
              </a:spcAft>
              <a:buNone/>
            </a:pPr>
            <a:endParaRPr sz="2200" b="0" i="0" u="none" strike="noStrike" cap="none" baseline="0">
              <a:solidFill>
                <a:schemeClr val="lt1"/>
              </a:solidFill>
              <a:latin typeface="Courier New"/>
              <a:ea typeface="Courier New"/>
              <a:cs typeface="Courier New"/>
              <a:sym typeface="Courier New"/>
            </a:endParaRPr>
          </a:p>
          <a:p>
            <a:pPr marL="0" marR="0" lvl="0" indent="0" algn="l" rtl="0">
              <a:lnSpc>
                <a:spcPct val="100000"/>
              </a:lnSpc>
              <a:spcBef>
                <a:spcPts val="0"/>
              </a:spcBef>
              <a:spcAft>
                <a:spcPts val="0"/>
              </a:spcAft>
              <a:buClr>
                <a:schemeClr val="lt1"/>
              </a:buClr>
              <a:buSzPct val="25000"/>
              <a:buFont typeface="Courier New"/>
              <a:buNone/>
            </a:pPr>
            <a:r>
              <a:rPr lang="en-US" sz="2200" b="0" i="0" u="none" strike="noStrike" cap="none" baseline="0">
                <a:solidFill>
                  <a:schemeClr val="lt1"/>
                </a:solidFill>
                <a:latin typeface="Courier New"/>
                <a:ea typeface="Courier New"/>
                <a:cs typeface="Courier New"/>
                <a:sym typeface="Courier New"/>
              </a:rPr>
              <a:t>def augment(url, parameters) :</a:t>
            </a:r>
          </a:p>
          <a:p>
            <a:pPr marL="0" marR="0" lvl="0" indent="0" algn="l" rtl="0">
              <a:lnSpc>
                <a:spcPct val="100000"/>
              </a:lnSpc>
              <a:spcBef>
                <a:spcPts val="0"/>
              </a:spcBef>
              <a:spcAft>
                <a:spcPts val="0"/>
              </a:spcAft>
              <a:buClr>
                <a:schemeClr val="lt1"/>
              </a:buClr>
              <a:buSzPct val="25000"/>
              <a:buFont typeface="Courier New"/>
              <a:buNone/>
            </a:pPr>
            <a:r>
              <a:rPr lang="en-US" sz="2200" b="0" i="0" u="none" strike="noStrike" cap="none" baseline="0">
                <a:solidFill>
                  <a:schemeClr val="lt1"/>
                </a:solidFill>
                <a:latin typeface="Courier New"/>
                <a:ea typeface="Courier New"/>
                <a:cs typeface="Courier New"/>
                <a:sym typeface="Courier New"/>
              </a:rPr>
              <a:t>    secrets = hidden.oauth()</a:t>
            </a:r>
          </a:p>
          <a:p>
            <a:pPr marL="0" marR="0" lvl="0" indent="0" algn="l" rtl="0">
              <a:lnSpc>
                <a:spcPct val="100000"/>
              </a:lnSpc>
              <a:spcBef>
                <a:spcPts val="0"/>
              </a:spcBef>
              <a:spcAft>
                <a:spcPts val="0"/>
              </a:spcAft>
              <a:buClr>
                <a:schemeClr val="lt1"/>
              </a:buClr>
              <a:buSzPct val="25000"/>
              <a:buFont typeface="Courier New"/>
              <a:buNone/>
            </a:pPr>
            <a:r>
              <a:rPr lang="en-US" sz="2200" b="0" i="0" u="none" strike="noStrike" cap="none" baseline="0">
                <a:solidFill>
                  <a:schemeClr val="lt1"/>
                </a:solidFill>
                <a:latin typeface="Courier New"/>
                <a:ea typeface="Courier New"/>
                <a:cs typeface="Courier New"/>
                <a:sym typeface="Courier New"/>
              </a:rPr>
              <a:t>    consumer = oauth.OAuthConsumer(secrets['consumer_key'], secrets['consumer_secret'])</a:t>
            </a:r>
          </a:p>
          <a:p>
            <a:pPr marL="0" marR="0" lvl="0" indent="0" algn="l" rtl="0">
              <a:lnSpc>
                <a:spcPct val="100000"/>
              </a:lnSpc>
              <a:spcBef>
                <a:spcPts val="0"/>
              </a:spcBef>
              <a:spcAft>
                <a:spcPts val="0"/>
              </a:spcAft>
              <a:buClr>
                <a:schemeClr val="lt1"/>
              </a:buClr>
              <a:buSzPct val="25000"/>
              <a:buFont typeface="Courier New"/>
              <a:buNone/>
            </a:pPr>
            <a:r>
              <a:rPr lang="en-US" sz="2200" b="0" i="0" u="none" strike="noStrike" cap="none" baseline="0">
                <a:solidFill>
                  <a:schemeClr val="lt1"/>
                </a:solidFill>
                <a:latin typeface="Courier New"/>
                <a:ea typeface="Courier New"/>
                <a:cs typeface="Courier New"/>
                <a:sym typeface="Courier New"/>
              </a:rPr>
              <a:t>    token = oauth.OAuthToken(secrets['token_key'],secrets['token_secret'])</a:t>
            </a:r>
          </a:p>
          <a:p>
            <a:pPr marL="0" marR="0" lvl="0" indent="0" algn="l" rtl="0">
              <a:lnSpc>
                <a:spcPct val="100000"/>
              </a:lnSpc>
              <a:spcBef>
                <a:spcPts val="0"/>
              </a:spcBef>
              <a:spcAft>
                <a:spcPts val="0"/>
              </a:spcAft>
              <a:buClr>
                <a:schemeClr val="lt1"/>
              </a:buClr>
              <a:buSzPct val="25000"/>
              <a:buFont typeface="Courier New"/>
              <a:buNone/>
            </a:pPr>
            <a:r>
              <a:rPr lang="en-US" sz="2200" b="0" i="0" u="none" strike="noStrike" cap="none" baseline="0">
                <a:solidFill>
                  <a:schemeClr val="lt1"/>
                </a:solidFill>
                <a:latin typeface="Courier New"/>
                <a:ea typeface="Courier New"/>
                <a:cs typeface="Courier New"/>
                <a:sym typeface="Courier New"/>
              </a:rPr>
              <a:t>    oauth_request = oauth.OAuthRequest.from_consumer_and_token(consumer,</a:t>
            </a:r>
          </a:p>
          <a:p>
            <a:pPr marL="0" marR="0" lvl="0" indent="0" algn="l" rtl="0">
              <a:lnSpc>
                <a:spcPct val="100000"/>
              </a:lnSpc>
              <a:spcBef>
                <a:spcPts val="0"/>
              </a:spcBef>
              <a:spcAft>
                <a:spcPts val="0"/>
              </a:spcAft>
              <a:buClr>
                <a:schemeClr val="lt1"/>
              </a:buClr>
              <a:buSzPct val="25000"/>
              <a:buFont typeface="Courier New"/>
              <a:buNone/>
            </a:pPr>
            <a:r>
              <a:rPr lang="en-US" sz="2200" b="0" i="0" u="none" strike="noStrike" cap="none" baseline="0">
                <a:solidFill>
                  <a:schemeClr val="lt1"/>
                </a:solidFill>
                <a:latin typeface="Courier New"/>
                <a:ea typeface="Courier New"/>
                <a:cs typeface="Courier New"/>
                <a:sym typeface="Courier New"/>
              </a:rPr>
              <a:t>         token=token, http_method='GET', http_url=url, parameters=parameters)</a:t>
            </a:r>
          </a:p>
          <a:p>
            <a:pPr marL="0" marR="0" lvl="0" indent="0" algn="l" rtl="0">
              <a:lnSpc>
                <a:spcPct val="100000"/>
              </a:lnSpc>
              <a:spcBef>
                <a:spcPts val="0"/>
              </a:spcBef>
              <a:spcAft>
                <a:spcPts val="0"/>
              </a:spcAft>
              <a:buClr>
                <a:schemeClr val="lt1"/>
              </a:buClr>
              <a:buSzPct val="25000"/>
              <a:buFont typeface="Courier New"/>
              <a:buNone/>
            </a:pPr>
            <a:r>
              <a:rPr lang="en-US" sz="2200" b="0" i="0" u="none" strike="noStrike" cap="none" baseline="0">
                <a:solidFill>
                  <a:schemeClr val="lt1"/>
                </a:solidFill>
                <a:latin typeface="Courier New"/>
                <a:ea typeface="Courier New"/>
                <a:cs typeface="Courier New"/>
                <a:sym typeface="Courier New"/>
              </a:rPr>
              <a:t>    oauth_request.sign_request(oauth.OAuthSignatureMethod_HMAC_SHA1(), consumer, token)</a:t>
            </a:r>
          </a:p>
          <a:p>
            <a:pPr marL="0" marR="0" lvl="0" indent="0" algn="l" rtl="0">
              <a:lnSpc>
                <a:spcPct val="100000"/>
              </a:lnSpc>
              <a:spcBef>
                <a:spcPts val="0"/>
              </a:spcBef>
              <a:spcAft>
                <a:spcPts val="0"/>
              </a:spcAft>
              <a:buClr>
                <a:schemeClr val="lt1"/>
              </a:buClr>
              <a:buSzPct val="25000"/>
              <a:buFont typeface="Courier New"/>
              <a:buNone/>
            </a:pPr>
            <a:r>
              <a:rPr lang="en-US" sz="2200" b="0" i="0" u="none" strike="noStrike" cap="none" baseline="0">
                <a:solidFill>
                  <a:schemeClr val="lt1"/>
                </a:solidFill>
                <a:latin typeface="Courier New"/>
                <a:ea typeface="Courier New"/>
                <a:cs typeface="Courier New"/>
                <a:sym typeface="Courier New"/>
              </a:rPr>
              <a:t>    return oauth_request.to_url()</a:t>
            </a:r>
          </a:p>
        </p:txBody>
      </p:sp>
      <p:sp>
        <p:nvSpPr>
          <p:cNvPr id="629" name="Shape 629"/>
          <p:cNvSpPr txBox="1"/>
          <p:nvPr/>
        </p:nvSpPr>
        <p:spPr>
          <a:xfrm>
            <a:off x="13928725" y="323850"/>
            <a:ext cx="1943100" cy="5588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ourier New"/>
              <a:buNone/>
            </a:pPr>
            <a:r>
              <a:rPr lang="en-US" sz="3000" b="0" i="0" u="none" strike="noStrike" cap="none" baseline="0">
                <a:solidFill>
                  <a:srgbClr val="FFFF00"/>
                </a:solidFill>
                <a:latin typeface="Courier New"/>
                <a:ea typeface="Courier New"/>
                <a:cs typeface="Courier New"/>
                <a:sym typeface="Courier New"/>
              </a:rPr>
              <a:t>twurl.py</a:t>
            </a:r>
          </a:p>
        </p:txBody>
      </p:sp>
      <p:sp>
        <p:nvSpPr>
          <p:cNvPr id="630" name="Shape 630"/>
          <p:cNvSpPr txBox="1"/>
          <p:nvPr/>
        </p:nvSpPr>
        <p:spPr>
          <a:xfrm>
            <a:off x="863600" y="6026150"/>
            <a:ext cx="14517687" cy="23876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ourier New"/>
              <a:buNone/>
            </a:pPr>
            <a:r>
              <a:rPr lang="en-US" sz="3000" b="0" i="0" u="none" strike="noStrike" cap="none" baseline="0">
                <a:solidFill>
                  <a:srgbClr val="FF00FF"/>
                </a:solidFill>
                <a:latin typeface="Courier New"/>
                <a:ea typeface="Courier New"/>
                <a:cs typeface="Courier New"/>
                <a:sym typeface="Courier New"/>
              </a:rPr>
              <a:t>https://api.twitter.com/1.1/statuses/user_timeline.json?count=2</a:t>
            </a:r>
            <a:r>
              <a:rPr lang="en-US" sz="3000" b="0" i="0" u="none" strike="noStrike" cap="none" baseline="0">
                <a:solidFill>
                  <a:srgbClr val="00FF00"/>
                </a:solidFill>
                <a:latin typeface="Courier New"/>
                <a:ea typeface="Courier New"/>
                <a:cs typeface="Courier New"/>
                <a:sym typeface="Courier New"/>
              </a:rPr>
              <a:t>&amp;oauth_version=1.0&amp;oauth_token=101...SGI</a:t>
            </a:r>
            <a:r>
              <a:rPr lang="en-US" sz="3000" b="0" i="0" u="none" strike="noStrike" cap="none" baseline="0">
                <a:solidFill>
                  <a:srgbClr val="FF00FF"/>
                </a:solidFill>
                <a:latin typeface="Courier New"/>
                <a:ea typeface="Courier New"/>
                <a:cs typeface="Courier New"/>
                <a:sym typeface="Courier New"/>
              </a:rPr>
              <a:t>&amp;screen_name=drchuck</a:t>
            </a:r>
            <a:r>
              <a:rPr lang="en-US" sz="3000" b="0" i="0" u="none" strike="noStrike" cap="none" baseline="0">
                <a:solidFill>
                  <a:srgbClr val="00FF00"/>
                </a:solidFill>
                <a:latin typeface="Courier New"/>
                <a:ea typeface="Courier New"/>
                <a:cs typeface="Courier New"/>
                <a:sym typeface="Courier New"/>
              </a:rPr>
              <a:t>&amp;oauth_nonce=09239679&amp;oauth_timestamp=1380395644&amp;oauth_signature=rLK...BoD&amp;oauth_consumer_key=h7Lu...GNg&amp;oauth_signature_method=HMAC-SHA1</a:t>
            </a:r>
          </a:p>
        </p:txBody>
      </p:sp>
    </p:spTree>
  </p:cSld>
  <p:clrMapOvr>
    <a:masterClrMapping/>
  </p:clrMapOvr>
  <p:transition spd="slow">
    <p:cu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Shape 635"/>
          <p:cNvSpPr txBox="1">
            <a:spLocks noGrp="1"/>
          </p:cNvSpPr>
          <p:nvPr>
            <p:ph type="title"/>
          </p:nvPr>
        </p:nvSpPr>
        <p:spPr>
          <a:xfrm>
            <a:off x="1155700" y="241300"/>
            <a:ext cx="13931900" cy="22986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b="0" i="0" u="none" strike="noStrike" cap="none" baseline="0">
                <a:solidFill>
                  <a:srgbClr val="FFFF00"/>
                </a:solidFill>
                <a:latin typeface="Cabin"/>
                <a:ea typeface="Cabin"/>
                <a:cs typeface="Cabin"/>
                <a:sym typeface="Cabin"/>
              </a:rPr>
              <a:t>Summary</a:t>
            </a:r>
          </a:p>
        </p:txBody>
      </p:sp>
      <p:sp>
        <p:nvSpPr>
          <p:cNvPr id="636" name="Shape 636"/>
          <p:cNvSpPr txBox="1">
            <a:spLocks noGrp="1"/>
          </p:cNvSpPr>
          <p:nvPr>
            <p:ph type="body" idx="1"/>
          </p:nvPr>
        </p:nvSpPr>
        <p:spPr>
          <a:xfrm>
            <a:off x="1155700" y="2603500"/>
            <a:ext cx="13931900" cy="5702299"/>
          </a:xfrm>
          <a:prstGeom prst="rect">
            <a:avLst/>
          </a:prstGeom>
          <a:noFill/>
          <a:ln>
            <a:noFill/>
          </a:ln>
        </p:spPr>
        <p:txBody>
          <a:bodyPr lIns="38100" tIns="38100" rIns="38100" bIns="38100" anchor="ctr" anchorCtr="0">
            <a:noAutofit/>
          </a:bodyPr>
          <a:lstStyle/>
          <a:p>
            <a:pPr marL="457200" marR="0" lvl="0" indent="-228600" algn="l" rtl="0">
              <a:lnSpc>
                <a:spcPct val="100000"/>
              </a:lnSpc>
              <a:spcBef>
                <a:spcPts val="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Service Oriented Architecture - allows an application to be broken into parts and distributed across a network </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An Application Program Interface (API) is a contract for interaction</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Web Services provide infrastructure for applications cooperating (an API) over a network - SOAP and REST are two styles of web services</a:t>
            </a:r>
          </a:p>
          <a:p>
            <a:pPr marL="457200" marR="0" lvl="0" indent="-228600" algn="l" rtl="0">
              <a:lnSpc>
                <a:spcPct val="100000"/>
              </a:lnSpc>
              <a:spcBef>
                <a:spcPts val="3500"/>
              </a:spcBef>
              <a:spcAft>
                <a:spcPts val="1000"/>
              </a:spcAft>
              <a:buSzPct val="100000"/>
              <a:buFont typeface="Cabin"/>
            </a:pPr>
            <a:r>
              <a:rPr lang="en-US" sz="3600" b="0" i="0" u="none" strike="noStrike" cap="none" baseline="0">
                <a:solidFill>
                  <a:schemeClr val="lt1"/>
                </a:solidFill>
                <a:latin typeface="Cabin"/>
                <a:ea typeface="Cabin"/>
                <a:cs typeface="Cabin"/>
                <a:sym typeface="Cabin"/>
              </a:rPr>
              <a:t>XML and JSON are serialization formats</a:t>
            </a:r>
          </a:p>
        </p:txBody>
      </p:sp>
    </p:spTree>
  </p:cSld>
  <p:clrMapOvr>
    <a:masterClrMapping/>
  </p:clrMapOvr>
  <p:transition spd="slow">
    <p:cu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8" name="Title 7"/>
          <p:cNvSpPr>
            <a:spLocks noGrp="1"/>
          </p:cNvSpPr>
          <p:nvPr>
            <p:ph type="title"/>
          </p:nvPr>
        </p:nvSpPr>
        <p:spPr/>
        <p:txBody>
          <a:bodyPr/>
          <a:lstStyle/>
          <a:p>
            <a:endParaRPr lang="en-US"/>
          </a:p>
        </p:txBody>
      </p:sp>
    </p:spTree>
  </p:cSld>
  <p:clrMapOvr>
    <a:masterClrMapping/>
  </p:clrMapOvr>
  <p:transition spd="slow">
    <p:cut/>
  </p:transition>
</p:sld>
</file>

<file path=ppt/theme/theme1.xml><?xml version="1.0" encoding="utf-8"?>
<a:theme xmlns:a="http://schemas.openxmlformats.org/drawingml/2006/main" name="Title &amp; Subtitle">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itle &amp; Bullets">
  <a:themeElements>
    <a:clrScheme name="">
      <a:dk1>
        <a:srgbClr val="808080"/>
      </a:dk1>
      <a:lt1>
        <a:srgbClr val="FFFFFF"/>
      </a:lt1>
      <a:dk2>
        <a:srgbClr val="000000"/>
      </a:dk2>
      <a:lt2>
        <a:srgbClr val="000000"/>
      </a:lt2>
      <a:accent1>
        <a:srgbClr val="FFFFFF"/>
      </a:accent1>
      <a:accent2>
        <a:srgbClr val="333399"/>
      </a:accent2>
      <a:accent3>
        <a:srgbClr val="AAAAAA"/>
      </a:accent3>
      <a:accent4>
        <a:srgbClr val="DADADA"/>
      </a:accent4>
      <a:accent5>
        <a:srgbClr val="FFFFF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itle &amp; Bullets - 2 Column">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Title &amp; Bullets">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itle &amp; Bullets">
  <a:themeElements>
    <a:clrScheme name="">
      <a:dk1>
        <a:srgbClr val="808080"/>
      </a:dk1>
      <a:lt1>
        <a:srgbClr val="FFFFFF"/>
      </a:lt1>
      <a:dk2>
        <a:srgbClr val="000000"/>
      </a:dk2>
      <a:lt2>
        <a:srgbClr val="000000"/>
      </a:lt2>
      <a:accent1>
        <a:srgbClr val="FFFF00"/>
      </a:accent1>
      <a:accent2>
        <a:srgbClr val="333399"/>
      </a:accent2>
      <a:accent3>
        <a:srgbClr val="AAAAAA"/>
      </a:accent3>
      <a:accent4>
        <a:srgbClr val="DADADA"/>
      </a:accent4>
      <a:accent5>
        <a:srgbClr val="FFFFAA"/>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2742</Words>
  <Application>Microsoft Office PowerPoint</Application>
  <PresentationFormat>Custom</PresentationFormat>
  <Paragraphs>521</Paragraphs>
  <Slides>57</Slides>
  <Notes>57</Notes>
  <HiddenSlides>0</HiddenSlides>
  <MMClips>0</MMClips>
  <ScaleCrop>false</ScaleCrop>
  <HeadingPairs>
    <vt:vector size="6" baseType="variant">
      <vt:variant>
        <vt:lpstr>Fonts Used</vt:lpstr>
      </vt:variant>
      <vt:variant>
        <vt:i4>3</vt:i4>
      </vt:variant>
      <vt:variant>
        <vt:lpstr>Theme</vt:lpstr>
      </vt:variant>
      <vt:variant>
        <vt:i4>5</vt:i4>
      </vt:variant>
      <vt:variant>
        <vt:lpstr>Slide Titles</vt:lpstr>
      </vt:variant>
      <vt:variant>
        <vt:i4>57</vt:i4>
      </vt:variant>
    </vt:vector>
  </HeadingPairs>
  <TitlesOfParts>
    <vt:vector size="65" baseType="lpstr">
      <vt:lpstr>Arial</vt:lpstr>
      <vt:lpstr>Cabin</vt:lpstr>
      <vt:lpstr>Courier New</vt:lpstr>
      <vt:lpstr>Title &amp; Subtitle</vt:lpstr>
      <vt:lpstr>Title &amp; Bullets</vt:lpstr>
      <vt:lpstr>Title &amp; Bullets - 2 Column</vt:lpstr>
      <vt:lpstr>1_Title &amp; Bullets</vt:lpstr>
      <vt:lpstr>Title &amp; Bullets</vt:lpstr>
      <vt:lpstr>Using Web Services</vt:lpstr>
      <vt:lpstr>Data on the Web</vt:lpstr>
      <vt:lpstr>Sending Data across the “Net”</vt:lpstr>
      <vt:lpstr>Agreeing on a “Wire Format”</vt:lpstr>
      <vt:lpstr>Agreeing on a “Wire Format”</vt:lpstr>
      <vt:lpstr>XML “Elements” (or Nodes)</vt:lpstr>
      <vt:lpstr>XML</vt:lpstr>
      <vt:lpstr>eXtensible Markup Language</vt:lpstr>
      <vt:lpstr>XML Basics</vt:lpstr>
      <vt:lpstr>White Space</vt:lpstr>
      <vt:lpstr>Some XML...</vt:lpstr>
      <vt:lpstr>XML Terminology</vt:lpstr>
      <vt:lpstr>XML as a Tree</vt:lpstr>
      <vt:lpstr>XML Text and Attributes</vt:lpstr>
      <vt:lpstr>XML as Paths</vt:lpstr>
      <vt:lpstr>XML Schema</vt:lpstr>
      <vt:lpstr>XML Schema</vt:lpstr>
      <vt:lpstr>Slide 18</vt:lpstr>
      <vt:lpstr>Slide 19</vt:lpstr>
      <vt:lpstr>Many XML Schema Languages</vt:lpstr>
      <vt:lpstr>XSD XML Schema (W3C spec)</vt:lpstr>
      <vt:lpstr>XSD Structure</vt:lpstr>
      <vt:lpstr>XSD Constraints</vt:lpstr>
      <vt:lpstr>XSD Data Types</vt:lpstr>
      <vt:lpstr>ISO 8601 Date/Time Format</vt:lpstr>
      <vt:lpstr>Slide 26</vt:lpstr>
      <vt:lpstr>Slide 27</vt:lpstr>
      <vt:lpstr>Slide 28</vt:lpstr>
      <vt:lpstr>Slide 29</vt:lpstr>
      <vt:lpstr>JavaScript Object Notation</vt:lpstr>
      <vt:lpstr>JavaScript Object Notation</vt:lpstr>
      <vt:lpstr>Slide 32</vt:lpstr>
      <vt:lpstr>Slide 33</vt:lpstr>
      <vt:lpstr>Slide 34</vt:lpstr>
      <vt:lpstr>Slide 35</vt:lpstr>
      <vt:lpstr> Service Oriented Approach</vt:lpstr>
      <vt:lpstr>Service Oriented Approach</vt:lpstr>
      <vt:lpstr>Multiple Systems</vt:lpstr>
      <vt:lpstr> Web Services</vt:lpstr>
      <vt:lpstr>Application Program Interface</vt:lpstr>
      <vt:lpstr>Web Service Technologies</vt:lpstr>
      <vt:lpstr>Slide 42</vt:lpstr>
      <vt:lpstr>Slide 43</vt:lpstr>
      <vt:lpstr>Slide 44</vt:lpstr>
      <vt:lpstr>API Security and Rate Limiting</vt:lpstr>
      <vt:lpstr>Slide 46</vt:lpstr>
      <vt:lpstr>Slide 47</vt:lpstr>
      <vt:lpstr>Slide 48</vt:lpstr>
      <vt:lpstr>Slide 49</vt:lpstr>
      <vt:lpstr>Slide 50</vt:lpstr>
      <vt:lpstr>Slide 51</vt:lpstr>
      <vt:lpstr>Slide 52</vt:lpstr>
      <vt:lpstr>Slide 53</vt:lpstr>
      <vt:lpstr>Slide 54</vt:lpstr>
      <vt:lpstr>Slide 55</vt:lpstr>
      <vt:lpstr>Summary</vt:lpstr>
      <vt:lpstr>Slide 57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Web Services</dc:title>
  <cp:lastModifiedBy>Atul Ghumade</cp:lastModifiedBy>
  <cp:revision>1</cp:revision>
  <dcterms:modified xsi:type="dcterms:W3CDTF">2015-09-03T18:40:12Z</dcterms:modified>
</cp:coreProperties>
</file>